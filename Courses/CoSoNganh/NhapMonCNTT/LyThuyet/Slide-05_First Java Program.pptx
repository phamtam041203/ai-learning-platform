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Consolas" panose="020B0609020204030204" pitchFamily="49" charset="0"/>
      <p:regular r:id="rId8"/>
      <p:bold r:id="rId9"/>
      <p:italic r:id="rId10"/>
      <p:boldItalic r:id="rId11"/>
    </p:embeddedFont>
    <p:embeddedFont>
      <p:font typeface="Roboto" panose="02000000000000000000" pitchFamily="2" charset="0"/>
      <p:regular r:id="rId12"/>
      <p:italic r:id="rId13"/>
    </p:embeddedFont>
    <p:embeddedFont>
      <p:font typeface="Roboto Black" panose="02000000000000000000" pitchFamily="2" charset="0"/>
      <p:bold r:id="rId14"/>
    </p:embeddedFont>
    <p:embeddedFont>
      <p:font typeface="Roboto Extra Bold" panose="020B0604020202020204" charset="0"/>
      <p:regular r:id="rId15"/>
    </p:embeddedFont>
    <p:embeddedFont>
      <p:font typeface="Roboto Slab Medium"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10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ùi Minh Phụng - Khoa Công nghệ Thông tin - VLTECH" userId="31ee5542-8119-4308-8073-3356e750a326" providerId="ADAL" clId="{0307F563-1B17-4267-A377-A29D044C3A88}"/>
    <pc:docChg chg="undo custSel modSld">
      <pc:chgData name="Bùi Minh Phụng - Khoa Công nghệ Thông tin - VLTECH" userId="31ee5542-8119-4308-8073-3356e750a326" providerId="ADAL" clId="{0307F563-1B17-4267-A377-A29D044C3A88}" dt="2025-10-08T04:34:31.288" v="269" actId="403"/>
      <pc:docMkLst>
        <pc:docMk/>
      </pc:docMkLst>
      <pc:sldChg chg="modSp mod">
        <pc:chgData name="Bùi Minh Phụng - Khoa Công nghệ Thông tin - VLTECH" userId="31ee5542-8119-4308-8073-3356e750a326" providerId="ADAL" clId="{0307F563-1B17-4267-A377-A29D044C3A88}" dt="2025-10-08T03:39:24.632" v="9" actId="14100"/>
        <pc:sldMkLst>
          <pc:docMk/>
          <pc:sldMk cId="0" sldId="256"/>
        </pc:sldMkLst>
        <pc:spChg chg="mod">
          <ac:chgData name="Bùi Minh Phụng - Khoa Công nghệ Thông tin - VLTECH" userId="31ee5542-8119-4308-8073-3356e750a326" providerId="ADAL" clId="{0307F563-1B17-4267-A377-A29D044C3A88}" dt="2025-10-08T03:39:13.578" v="3" actId="403"/>
          <ac:spMkLst>
            <pc:docMk/>
            <pc:sldMk cId="0" sldId="256"/>
            <ac:spMk id="3" creationId="{00000000-0000-0000-0000-000000000000}"/>
          </ac:spMkLst>
        </pc:spChg>
        <pc:spChg chg="mod">
          <ac:chgData name="Bùi Minh Phụng - Khoa Công nghệ Thông tin - VLTECH" userId="31ee5542-8119-4308-8073-3356e750a326" providerId="ADAL" clId="{0307F563-1B17-4267-A377-A29D044C3A88}" dt="2025-10-08T03:39:24.632" v="9" actId="14100"/>
          <ac:spMkLst>
            <pc:docMk/>
            <pc:sldMk cId="0" sldId="256"/>
            <ac:spMk id="4" creationId="{00000000-0000-0000-0000-000000000000}"/>
          </ac:spMkLst>
        </pc:spChg>
      </pc:sldChg>
      <pc:sldChg chg="modSp mod">
        <pc:chgData name="Bùi Minh Phụng - Khoa Công nghệ Thông tin - VLTECH" userId="31ee5542-8119-4308-8073-3356e750a326" providerId="ADAL" clId="{0307F563-1B17-4267-A377-A29D044C3A88}" dt="2025-10-08T03:46:33.146" v="67" actId="14100"/>
        <pc:sldMkLst>
          <pc:docMk/>
          <pc:sldMk cId="0" sldId="257"/>
        </pc:sldMkLst>
        <pc:spChg chg="mod">
          <ac:chgData name="Bùi Minh Phụng - Khoa Công nghệ Thông tin - VLTECH" userId="31ee5542-8119-4308-8073-3356e750a326" providerId="ADAL" clId="{0307F563-1B17-4267-A377-A29D044C3A88}" dt="2025-10-08T03:39:34.675" v="12" actId="6549"/>
          <ac:spMkLst>
            <pc:docMk/>
            <pc:sldMk cId="0" sldId="257"/>
            <ac:spMk id="2" creationId="{00000000-0000-0000-0000-000000000000}"/>
          </ac:spMkLst>
        </pc:spChg>
        <pc:spChg chg="mod">
          <ac:chgData name="Bùi Minh Phụng - Khoa Công nghệ Thông tin - VLTECH" userId="31ee5542-8119-4308-8073-3356e750a326" providerId="ADAL" clId="{0307F563-1B17-4267-A377-A29D044C3A88}" dt="2025-10-08T03:46:07.945" v="62" actId="14100"/>
          <ac:spMkLst>
            <pc:docMk/>
            <pc:sldMk cId="0" sldId="257"/>
            <ac:spMk id="3" creationId="{00000000-0000-0000-0000-000000000000}"/>
          </ac:spMkLst>
        </pc:spChg>
        <pc:spChg chg="mod">
          <ac:chgData name="Bùi Minh Phụng - Khoa Công nghệ Thông tin - VLTECH" userId="31ee5542-8119-4308-8073-3356e750a326" providerId="ADAL" clId="{0307F563-1B17-4267-A377-A29D044C3A88}" dt="2025-10-08T03:46:07.945" v="62" actId="14100"/>
          <ac:spMkLst>
            <pc:docMk/>
            <pc:sldMk cId="0" sldId="257"/>
            <ac:spMk id="4" creationId="{00000000-0000-0000-0000-000000000000}"/>
          </ac:spMkLst>
        </pc:spChg>
        <pc:spChg chg="mod">
          <ac:chgData name="Bùi Minh Phụng - Khoa Công nghệ Thông tin - VLTECH" userId="31ee5542-8119-4308-8073-3356e750a326" providerId="ADAL" clId="{0307F563-1B17-4267-A377-A29D044C3A88}" dt="2025-10-08T03:46:10.717" v="63" actId="20577"/>
          <ac:spMkLst>
            <pc:docMk/>
            <pc:sldMk cId="0" sldId="257"/>
            <ac:spMk id="5"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6"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7"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8"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9"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10"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11"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12"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13" creationId="{00000000-0000-0000-0000-000000000000}"/>
          </ac:spMkLst>
        </pc:spChg>
        <pc:spChg chg="mod">
          <ac:chgData name="Bùi Minh Phụng - Khoa Công nghệ Thông tin - VLTECH" userId="31ee5542-8119-4308-8073-3356e750a326" providerId="ADAL" clId="{0307F563-1B17-4267-A377-A29D044C3A88}" dt="2025-10-08T03:46:33.146" v="67" actId="14100"/>
          <ac:spMkLst>
            <pc:docMk/>
            <pc:sldMk cId="0" sldId="257"/>
            <ac:spMk id="14" creationId="{00000000-0000-0000-0000-000000000000}"/>
          </ac:spMkLst>
        </pc:spChg>
      </pc:sldChg>
      <pc:sldChg chg="delSp modSp mod">
        <pc:chgData name="Bùi Minh Phụng - Khoa Công nghệ Thông tin - VLTECH" userId="31ee5542-8119-4308-8073-3356e750a326" providerId="ADAL" clId="{0307F563-1B17-4267-A377-A29D044C3A88}" dt="2025-10-08T03:49:24.657" v="102" actId="1076"/>
        <pc:sldMkLst>
          <pc:docMk/>
          <pc:sldMk cId="0" sldId="258"/>
        </pc:sldMkLst>
        <pc:spChg chg="mod">
          <ac:chgData name="Bùi Minh Phụng - Khoa Công nghệ Thông tin - VLTECH" userId="31ee5542-8119-4308-8073-3356e750a326" providerId="ADAL" clId="{0307F563-1B17-4267-A377-A29D044C3A88}" dt="2025-10-08T03:47:17.360" v="71" actId="403"/>
          <ac:spMkLst>
            <pc:docMk/>
            <pc:sldMk cId="0" sldId="258"/>
            <ac:spMk id="2" creationId="{00000000-0000-0000-0000-000000000000}"/>
          </ac:spMkLst>
        </pc:spChg>
        <pc:spChg chg="mod">
          <ac:chgData name="Bùi Minh Phụng - Khoa Công nghệ Thông tin - VLTECH" userId="31ee5542-8119-4308-8073-3356e750a326" providerId="ADAL" clId="{0307F563-1B17-4267-A377-A29D044C3A88}" dt="2025-10-08T03:49:11.425" v="98" actId="14100"/>
          <ac:spMkLst>
            <pc:docMk/>
            <pc:sldMk cId="0" sldId="258"/>
            <ac:spMk id="3" creationId="{00000000-0000-0000-0000-000000000000}"/>
          </ac:spMkLst>
        </pc:spChg>
        <pc:spChg chg="mod">
          <ac:chgData name="Bùi Minh Phụng - Khoa Công nghệ Thông tin - VLTECH" userId="31ee5542-8119-4308-8073-3356e750a326" providerId="ADAL" clId="{0307F563-1B17-4267-A377-A29D044C3A88}" dt="2025-10-08T03:49:15.650" v="100" actId="403"/>
          <ac:spMkLst>
            <pc:docMk/>
            <pc:sldMk cId="0" sldId="258"/>
            <ac:spMk id="6" creationId="{00000000-0000-0000-0000-000000000000}"/>
          </ac:spMkLst>
        </pc:spChg>
        <pc:spChg chg="mod">
          <ac:chgData name="Bùi Minh Phụng - Khoa Công nghệ Thông tin - VLTECH" userId="31ee5542-8119-4308-8073-3356e750a326" providerId="ADAL" clId="{0307F563-1B17-4267-A377-A29D044C3A88}" dt="2025-10-08T03:49:24.657" v="102" actId="1076"/>
          <ac:spMkLst>
            <pc:docMk/>
            <pc:sldMk cId="0" sldId="258"/>
            <ac:spMk id="7" creationId="{00000000-0000-0000-0000-000000000000}"/>
          </ac:spMkLst>
        </pc:spChg>
        <pc:spChg chg="mod">
          <ac:chgData name="Bùi Minh Phụng - Khoa Công nghệ Thông tin - VLTECH" userId="31ee5542-8119-4308-8073-3356e750a326" providerId="ADAL" clId="{0307F563-1B17-4267-A377-A29D044C3A88}" dt="2025-10-08T03:48:54.729" v="95" actId="14100"/>
          <ac:spMkLst>
            <pc:docMk/>
            <pc:sldMk cId="0" sldId="258"/>
            <ac:spMk id="8"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11"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12"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13"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14"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15" creationId="{00000000-0000-0000-0000-000000000000}"/>
          </ac:spMkLst>
        </pc:spChg>
        <pc:spChg chg="mod">
          <ac:chgData name="Bùi Minh Phụng - Khoa Công nghệ Thông tin - VLTECH" userId="31ee5542-8119-4308-8073-3356e750a326" providerId="ADAL" clId="{0307F563-1B17-4267-A377-A29D044C3A88}" dt="2025-10-08T03:48:54.729" v="95" actId="14100"/>
          <ac:spMkLst>
            <pc:docMk/>
            <pc:sldMk cId="0" sldId="258"/>
            <ac:spMk id="16"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17" creationId="{00000000-0000-0000-0000-000000000000}"/>
          </ac:spMkLst>
        </pc:spChg>
        <pc:spChg chg="mod">
          <ac:chgData name="Bùi Minh Phụng - Khoa Công nghệ Thông tin - VLTECH" userId="31ee5542-8119-4308-8073-3356e750a326" providerId="ADAL" clId="{0307F563-1B17-4267-A377-A29D044C3A88}" dt="2025-10-08T03:48:15.424" v="84" actId="1076"/>
          <ac:spMkLst>
            <pc:docMk/>
            <pc:sldMk cId="0" sldId="258"/>
            <ac:spMk id="19"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20"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21"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22" creationId="{00000000-0000-0000-0000-000000000000}"/>
          </ac:spMkLst>
        </pc:spChg>
        <pc:spChg chg="mod">
          <ac:chgData name="Bùi Minh Phụng - Khoa Công nghệ Thông tin - VLTECH" userId="31ee5542-8119-4308-8073-3356e750a326" providerId="ADAL" clId="{0307F563-1B17-4267-A377-A29D044C3A88}" dt="2025-10-08T03:48:31.309" v="89" actId="403"/>
          <ac:spMkLst>
            <pc:docMk/>
            <pc:sldMk cId="0" sldId="258"/>
            <ac:spMk id="23"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24"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25"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27" creationId="{00000000-0000-0000-0000-000000000000}"/>
          </ac:spMkLst>
        </pc:spChg>
        <pc:spChg chg="mod">
          <ac:chgData name="Bùi Minh Phụng - Khoa Công nghệ Thông tin - VLTECH" userId="31ee5542-8119-4308-8073-3356e750a326" providerId="ADAL" clId="{0307F563-1B17-4267-A377-A29D044C3A88}" dt="2025-10-08T03:48:59.841" v="96" actId="1076"/>
          <ac:spMkLst>
            <pc:docMk/>
            <pc:sldMk cId="0" sldId="258"/>
            <ac:spMk id="28"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29"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30" creationId="{00000000-0000-0000-0000-000000000000}"/>
          </ac:spMkLst>
        </pc:spChg>
        <pc:spChg chg="mod">
          <ac:chgData name="Bùi Minh Phụng - Khoa Công nghệ Thông tin - VLTECH" userId="31ee5542-8119-4308-8073-3356e750a326" providerId="ADAL" clId="{0307F563-1B17-4267-A377-A29D044C3A88}" dt="2025-10-08T03:48:45.745" v="94" actId="1076"/>
          <ac:spMkLst>
            <pc:docMk/>
            <pc:sldMk cId="0" sldId="258"/>
            <ac:spMk id="31" creationId="{00000000-0000-0000-0000-000000000000}"/>
          </ac:spMkLst>
        </pc:spChg>
        <pc:spChg chg="mod">
          <ac:chgData name="Bùi Minh Phụng - Khoa Công nghệ Thông tin - VLTECH" userId="31ee5542-8119-4308-8073-3356e750a326" providerId="ADAL" clId="{0307F563-1B17-4267-A377-A29D044C3A88}" dt="2025-10-08T03:48:59.841" v="96" actId="1076"/>
          <ac:spMkLst>
            <pc:docMk/>
            <pc:sldMk cId="0" sldId="258"/>
            <ac:spMk id="32"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33" creationId="{00000000-0000-0000-0000-000000000000}"/>
          </ac:spMkLst>
        </pc:spChg>
        <pc:spChg chg="mod">
          <ac:chgData name="Bùi Minh Phụng - Khoa Công nghệ Thông tin - VLTECH" userId="31ee5542-8119-4308-8073-3356e750a326" providerId="ADAL" clId="{0307F563-1B17-4267-A377-A29D044C3A88}" dt="2025-10-08T03:49:09.190" v="97" actId="1076"/>
          <ac:spMkLst>
            <pc:docMk/>
            <pc:sldMk cId="0" sldId="258"/>
            <ac:spMk id="35" creationId="{00000000-0000-0000-0000-000000000000}"/>
          </ac:spMkLst>
        </pc:spChg>
        <pc:spChg chg="mod">
          <ac:chgData name="Bùi Minh Phụng - Khoa Công nghệ Thông tin - VLTECH" userId="31ee5542-8119-4308-8073-3356e750a326" providerId="ADAL" clId="{0307F563-1B17-4267-A377-A29D044C3A88}" dt="2025-10-08T03:48:59.841" v="96" actId="1076"/>
          <ac:spMkLst>
            <pc:docMk/>
            <pc:sldMk cId="0" sldId="258"/>
            <ac:spMk id="36" creationId="{00000000-0000-0000-0000-000000000000}"/>
          </ac:spMkLst>
        </pc:spChg>
        <pc:spChg chg="mod">
          <ac:chgData name="Bùi Minh Phụng - Khoa Công nghệ Thông tin - VLTECH" userId="31ee5542-8119-4308-8073-3356e750a326" providerId="ADAL" clId="{0307F563-1B17-4267-A377-A29D044C3A88}" dt="2025-10-08T03:48:59.841" v="96" actId="1076"/>
          <ac:spMkLst>
            <pc:docMk/>
            <pc:sldMk cId="0" sldId="258"/>
            <ac:spMk id="37" creationId="{00000000-0000-0000-0000-000000000000}"/>
          </ac:spMkLst>
        </pc:spChg>
        <pc:spChg chg="mod">
          <ac:chgData name="Bùi Minh Phụng - Khoa Công nghệ Thông tin - VLTECH" userId="31ee5542-8119-4308-8073-3356e750a326" providerId="ADAL" clId="{0307F563-1B17-4267-A377-A29D044C3A88}" dt="2025-10-08T03:48:59.841" v="96" actId="1076"/>
          <ac:spMkLst>
            <pc:docMk/>
            <pc:sldMk cId="0" sldId="258"/>
            <ac:spMk id="38" creationId="{00000000-0000-0000-0000-000000000000}"/>
          </ac:spMkLst>
        </pc:spChg>
        <pc:spChg chg="mod">
          <ac:chgData name="Bùi Minh Phụng - Khoa Công nghệ Thông tin - VLTECH" userId="31ee5542-8119-4308-8073-3356e750a326" providerId="ADAL" clId="{0307F563-1B17-4267-A377-A29D044C3A88}" dt="2025-10-08T03:48:45.745" v="94" actId="1076"/>
          <ac:spMkLst>
            <pc:docMk/>
            <pc:sldMk cId="0" sldId="258"/>
            <ac:spMk id="39" creationId="{00000000-0000-0000-0000-000000000000}"/>
          </ac:spMkLst>
        </pc:spChg>
        <pc:picChg chg="del">
          <ac:chgData name="Bùi Minh Phụng - Khoa Công nghệ Thông tin - VLTECH" userId="31ee5542-8119-4308-8073-3356e750a326" providerId="ADAL" clId="{0307F563-1B17-4267-A377-A29D044C3A88}" dt="2025-10-08T03:48:01.800" v="79" actId="478"/>
          <ac:picMkLst>
            <pc:docMk/>
            <pc:sldMk cId="0" sldId="258"/>
            <ac:picMk id="10" creationId="{00000000-0000-0000-0000-000000000000}"/>
          </ac:picMkLst>
        </pc:picChg>
        <pc:picChg chg="del">
          <ac:chgData name="Bùi Minh Phụng - Khoa Công nghệ Thông tin - VLTECH" userId="31ee5542-8119-4308-8073-3356e750a326" providerId="ADAL" clId="{0307F563-1B17-4267-A377-A29D044C3A88}" dt="2025-10-08T03:48:03.247" v="80" actId="478"/>
          <ac:picMkLst>
            <pc:docMk/>
            <pc:sldMk cId="0" sldId="258"/>
            <ac:picMk id="18" creationId="{00000000-0000-0000-0000-000000000000}"/>
          </ac:picMkLst>
        </pc:picChg>
        <pc:picChg chg="del">
          <ac:chgData name="Bùi Minh Phụng - Khoa Công nghệ Thông tin - VLTECH" userId="31ee5542-8119-4308-8073-3356e750a326" providerId="ADAL" clId="{0307F563-1B17-4267-A377-A29D044C3A88}" dt="2025-10-08T03:48:05.264" v="82" actId="478"/>
          <ac:picMkLst>
            <pc:docMk/>
            <pc:sldMk cId="0" sldId="258"/>
            <ac:picMk id="26" creationId="{00000000-0000-0000-0000-000000000000}"/>
          </ac:picMkLst>
        </pc:picChg>
        <pc:picChg chg="del">
          <ac:chgData name="Bùi Minh Phụng - Khoa Công nghệ Thông tin - VLTECH" userId="31ee5542-8119-4308-8073-3356e750a326" providerId="ADAL" clId="{0307F563-1B17-4267-A377-A29D044C3A88}" dt="2025-10-08T03:48:04.200" v="81" actId="478"/>
          <ac:picMkLst>
            <pc:docMk/>
            <pc:sldMk cId="0" sldId="258"/>
            <ac:picMk id="34" creationId="{00000000-0000-0000-0000-000000000000}"/>
          </ac:picMkLst>
        </pc:picChg>
      </pc:sldChg>
      <pc:sldChg chg="delSp modSp mod">
        <pc:chgData name="Bùi Minh Phụng - Khoa Công nghệ Thông tin - VLTECH" userId="31ee5542-8119-4308-8073-3356e750a326" providerId="ADAL" clId="{0307F563-1B17-4267-A377-A29D044C3A88}" dt="2025-10-08T04:32:53.197" v="230" actId="14100"/>
        <pc:sldMkLst>
          <pc:docMk/>
          <pc:sldMk cId="0" sldId="259"/>
        </pc:sldMkLst>
        <pc:spChg chg="mod">
          <ac:chgData name="Bùi Minh Phụng - Khoa Công nghệ Thông tin - VLTECH" userId="31ee5542-8119-4308-8073-3356e750a326" providerId="ADAL" clId="{0307F563-1B17-4267-A377-A29D044C3A88}" dt="2025-10-08T03:49:36.389" v="104" actId="1076"/>
          <ac:spMkLst>
            <pc:docMk/>
            <pc:sldMk cId="0" sldId="259"/>
            <ac:spMk id="2" creationId="{00000000-0000-0000-0000-000000000000}"/>
          </ac:spMkLst>
        </pc:spChg>
        <pc:spChg chg="mod">
          <ac:chgData name="Bùi Minh Phụng - Khoa Công nghệ Thông tin - VLTECH" userId="31ee5542-8119-4308-8073-3356e750a326" providerId="ADAL" clId="{0307F563-1B17-4267-A377-A29D044C3A88}" dt="2025-10-08T03:50:24.861" v="168" actId="207"/>
          <ac:spMkLst>
            <pc:docMk/>
            <pc:sldMk cId="0" sldId="259"/>
            <ac:spMk id="3" creationId="{00000000-0000-0000-0000-000000000000}"/>
          </ac:spMkLst>
        </pc:spChg>
        <pc:spChg chg="mod">
          <ac:chgData name="Bùi Minh Phụng - Khoa Công nghệ Thông tin - VLTECH" userId="31ee5542-8119-4308-8073-3356e750a326" providerId="ADAL" clId="{0307F563-1B17-4267-A377-A29D044C3A88}" dt="2025-10-08T03:50:08.220" v="164" actId="1076"/>
          <ac:spMkLst>
            <pc:docMk/>
            <pc:sldMk cId="0" sldId="259"/>
            <ac:spMk id="4" creationId="{00000000-0000-0000-0000-000000000000}"/>
          </ac:spMkLst>
        </pc:spChg>
        <pc:spChg chg="mod">
          <ac:chgData name="Bùi Minh Phụng - Khoa Công nghệ Thông tin - VLTECH" userId="31ee5542-8119-4308-8073-3356e750a326" providerId="ADAL" clId="{0307F563-1B17-4267-A377-A29D044C3A88}" dt="2025-10-08T04:29:10.038" v="196" actId="1035"/>
          <ac:spMkLst>
            <pc:docMk/>
            <pc:sldMk cId="0" sldId="259"/>
            <ac:spMk id="5" creationId="{00000000-0000-0000-0000-000000000000}"/>
          </ac:spMkLst>
        </pc:spChg>
        <pc:spChg chg="mod">
          <ac:chgData name="Bùi Minh Phụng - Khoa Công nghệ Thông tin - VLTECH" userId="31ee5542-8119-4308-8073-3356e750a326" providerId="ADAL" clId="{0307F563-1B17-4267-A377-A29D044C3A88}" dt="2025-10-08T04:31:05.153" v="209" actId="14100"/>
          <ac:spMkLst>
            <pc:docMk/>
            <pc:sldMk cId="0" sldId="259"/>
            <ac:spMk id="6" creationId="{00000000-0000-0000-0000-000000000000}"/>
          </ac:spMkLst>
        </pc:spChg>
        <pc:spChg chg="mod">
          <ac:chgData name="Bùi Minh Phụng - Khoa Công nghệ Thông tin - VLTECH" userId="31ee5542-8119-4308-8073-3356e750a326" providerId="ADAL" clId="{0307F563-1B17-4267-A377-A29D044C3A88}" dt="2025-10-08T03:51:03.162" v="182" actId="3064"/>
          <ac:spMkLst>
            <pc:docMk/>
            <pc:sldMk cId="0" sldId="259"/>
            <ac:spMk id="7" creationId="{00000000-0000-0000-0000-000000000000}"/>
          </ac:spMkLst>
        </pc:spChg>
        <pc:spChg chg="mod">
          <ac:chgData name="Bùi Minh Phụng - Khoa Công nghệ Thông tin - VLTECH" userId="31ee5542-8119-4308-8073-3356e750a326" providerId="ADAL" clId="{0307F563-1B17-4267-A377-A29D044C3A88}" dt="2025-10-08T04:29:23.098" v="198" actId="20577"/>
          <ac:spMkLst>
            <pc:docMk/>
            <pc:sldMk cId="0" sldId="259"/>
            <ac:spMk id="8" creationId="{00000000-0000-0000-0000-000000000000}"/>
          </ac:spMkLst>
        </pc:spChg>
        <pc:spChg chg="mod">
          <ac:chgData name="Bùi Minh Phụng - Khoa Công nghệ Thông tin - VLTECH" userId="31ee5542-8119-4308-8073-3356e750a326" providerId="ADAL" clId="{0307F563-1B17-4267-A377-A29D044C3A88}" dt="2025-10-08T04:29:10.038" v="196" actId="1035"/>
          <ac:spMkLst>
            <pc:docMk/>
            <pc:sldMk cId="0" sldId="259"/>
            <ac:spMk id="9"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1"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2"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3" creationId="{00000000-0000-0000-0000-000000000000}"/>
          </ac:spMkLst>
        </pc:spChg>
        <pc:spChg chg="del mod">
          <ac:chgData name="Bùi Minh Phụng - Khoa Công nghệ Thông tin - VLTECH" userId="31ee5542-8119-4308-8073-3356e750a326" providerId="ADAL" clId="{0307F563-1B17-4267-A377-A29D044C3A88}" dt="2025-10-08T03:51:52.874" v="193" actId="478"/>
          <ac:spMkLst>
            <pc:docMk/>
            <pc:sldMk cId="0" sldId="259"/>
            <ac:spMk id="14" creationId="{00000000-0000-0000-0000-000000000000}"/>
          </ac:spMkLst>
        </pc:spChg>
        <pc:spChg chg="mod">
          <ac:chgData name="Bùi Minh Phụng - Khoa Công nghệ Thông tin - VLTECH" userId="31ee5542-8119-4308-8073-3356e750a326" providerId="ADAL" clId="{0307F563-1B17-4267-A377-A29D044C3A88}" dt="2025-10-08T04:32:37.942" v="225" actId="14100"/>
          <ac:spMkLst>
            <pc:docMk/>
            <pc:sldMk cId="0" sldId="259"/>
            <ac:spMk id="15"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6"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7" creationId="{00000000-0000-0000-0000-000000000000}"/>
          </ac:spMkLst>
        </pc:spChg>
        <pc:spChg chg="mod">
          <ac:chgData name="Bùi Minh Phụng - Khoa Công nghệ Thông tin - VLTECH" userId="31ee5542-8119-4308-8073-3356e750a326" providerId="ADAL" clId="{0307F563-1B17-4267-A377-A29D044C3A88}" dt="2025-10-08T04:31:11.524" v="211" actId="1035"/>
          <ac:spMkLst>
            <pc:docMk/>
            <pc:sldMk cId="0" sldId="259"/>
            <ac:spMk id="18" creationId="{00000000-0000-0000-0000-000000000000}"/>
          </ac:spMkLst>
        </pc:spChg>
        <pc:spChg chg="mod">
          <ac:chgData name="Bùi Minh Phụng - Khoa Công nghệ Thông tin - VLTECH" userId="31ee5542-8119-4308-8073-3356e750a326" providerId="ADAL" clId="{0307F563-1B17-4267-A377-A29D044C3A88}" dt="2025-10-08T04:32:13.359" v="219" actId="14100"/>
          <ac:spMkLst>
            <pc:docMk/>
            <pc:sldMk cId="0" sldId="259"/>
            <ac:spMk id="20" creationId="{00000000-0000-0000-0000-000000000000}"/>
          </ac:spMkLst>
        </pc:spChg>
        <pc:spChg chg="mod">
          <ac:chgData name="Bùi Minh Phụng - Khoa Công nghệ Thông tin - VLTECH" userId="31ee5542-8119-4308-8073-3356e750a326" providerId="ADAL" clId="{0307F563-1B17-4267-A377-A29D044C3A88}" dt="2025-10-08T04:32:53.197" v="230" actId="14100"/>
          <ac:spMkLst>
            <pc:docMk/>
            <pc:sldMk cId="0" sldId="259"/>
            <ac:spMk id="21" creationId="{00000000-0000-0000-0000-000000000000}"/>
          </ac:spMkLst>
        </pc:spChg>
        <pc:spChg chg="mod">
          <ac:chgData name="Bùi Minh Phụng - Khoa Công nghệ Thông tin - VLTECH" userId="31ee5542-8119-4308-8073-3356e750a326" providerId="ADAL" clId="{0307F563-1B17-4267-A377-A29D044C3A88}" dt="2025-10-08T04:32:48.525" v="229" actId="404"/>
          <ac:spMkLst>
            <pc:docMk/>
            <pc:sldMk cId="0" sldId="259"/>
            <ac:spMk id="22" creationId="{00000000-0000-0000-0000-000000000000}"/>
          </ac:spMkLst>
        </pc:spChg>
      </pc:sldChg>
      <pc:sldChg chg="modSp mod">
        <pc:chgData name="Bùi Minh Phụng - Khoa Công nghệ Thông tin - VLTECH" userId="31ee5542-8119-4308-8073-3356e750a326" providerId="ADAL" clId="{0307F563-1B17-4267-A377-A29D044C3A88}" dt="2025-10-08T04:34:31.288" v="269" actId="403"/>
        <pc:sldMkLst>
          <pc:docMk/>
          <pc:sldMk cId="0" sldId="260"/>
        </pc:sldMkLst>
        <pc:spChg chg="mod">
          <ac:chgData name="Bùi Minh Phụng - Khoa Công nghệ Thông tin - VLTECH" userId="31ee5542-8119-4308-8073-3356e750a326" providerId="ADAL" clId="{0307F563-1B17-4267-A377-A29D044C3A88}" dt="2025-10-08T04:33:06.730" v="232" actId="403"/>
          <ac:spMkLst>
            <pc:docMk/>
            <pc:sldMk cId="0" sldId="260"/>
            <ac:spMk id="2" creationId="{00000000-0000-0000-0000-000000000000}"/>
          </ac:spMkLst>
        </pc:spChg>
        <pc:spChg chg="mod">
          <ac:chgData name="Bùi Minh Phụng - Khoa Công nghệ Thông tin - VLTECH" userId="31ee5542-8119-4308-8073-3356e750a326" providerId="ADAL" clId="{0307F563-1B17-4267-A377-A29D044C3A88}" dt="2025-10-08T04:34:26.775" v="268" actId="403"/>
          <ac:spMkLst>
            <pc:docMk/>
            <pc:sldMk cId="0" sldId="260"/>
            <ac:spMk id="4"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5"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6"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9"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12"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15"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18"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20"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21"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22"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25"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27"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28"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30" creationId="{00000000-0000-0000-0000-000000000000}"/>
          </ac:spMkLst>
        </pc:spChg>
        <pc:spChg chg="mod">
          <ac:chgData name="Bùi Minh Phụng - Khoa Công nghệ Thông tin - VLTECH" userId="31ee5542-8119-4308-8073-3356e750a326" providerId="ADAL" clId="{0307F563-1B17-4267-A377-A29D044C3A88}" dt="2025-10-08T04:33:13.148" v="233" actId="403"/>
          <ac:spMkLst>
            <pc:docMk/>
            <pc:sldMk cId="0" sldId="260"/>
            <ac:spMk id="32"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34" creationId="{00000000-0000-0000-0000-000000000000}"/>
          </ac:spMkLst>
        </pc:spChg>
        <pc:spChg chg="mod">
          <ac:chgData name="Bùi Minh Phụng - Khoa Công nghệ Thông tin - VLTECH" userId="31ee5542-8119-4308-8073-3356e750a326" providerId="ADAL" clId="{0307F563-1B17-4267-A377-A29D044C3A88}" dt="2025-10-08T04:34:31.288" v="269" actId="403"/>
          <ac:spMkLst>
            <pc:docMk/>
            <pc:sldMk cId="0" sldId="260"/>
            <ac:spMk id="35" creationId="{00000000-0000-0000-0000-000000000000}"/>
          </ac:spMkLst>
        </pc:spChg>
        <pc:spChg chg="mod">
          <ac:chgData name="Bùi Minh Phụng - Khoa Công nghệ Thông tin - VLTECH" userId="31ee5542-8119-4308-8073-3356e750a326" providerId="ADAL" clId="{0307F563-1B17-4267-A377-A29D044C3A88}" dt="2025-10-08T04:33:53.461" v="241" actId="403"/>
          <ac:spMkLst>
            <pc:docMk/>
            <pc:sldMk cId="0" sldId="260"/>
            <ac:spMk id="40" creationId="{00000000-0000-0000-0000-000000000000}"/>
          </ac:spMkLst>
        </pc:spChg>
        <pc:spChg chg="mod">
          <ac:chgData name="Bùi Minh Phụng - Khoa Công nghệ Thông tin - VLTECH" userId="31ee5542-8119-4308-8073-3356e750a326" providerId="ADAL" clId="{0307F563-1B17-4267-A377-A29D044C3A88}" dt="2025-10-08T04:34:14.943" v="267" actId="1036"/>
          <ac:spMkLst>
            <pc:docMk/>
            <pc:sldMk cId="0" sldId="260"/>
            <ac:spMk id="41" creationId="{00000000-0000-0000-0000-000000000000}"/>
          </ac:spMkLst>
        </pc:spChg>
        <pc:spChg chg="mod">
          <ac:chgData name="Bùi Minh Phụng - Khoa Công nghệ Thông tin - VLTECH" userId="31ee5542-8119-4308-8073-3356e750a326" providerId="ADAL" clId="{0307F563-1B17-4267-A377-A29D044C3A88}" dt="2025-10-08T04:34:14.943" v="267" actId="1036"/>
          <ac:spMkLst>
            <pc:docMk/>
            <pc:sldMk cId="0" sldId="260"/>
            <ac:spMk id="42" creationId="{00000000-0000-0000-0000-000000000000}"/>
          </ac:spMkLst>
        </pc:spChg>
        <pc:spChg chg="mod">
          <ac:chgData name="Bùi Minh Phụng - Khoa Công nghệ Thông tin - VLTECH" userId="31ee5542-8119-4308-8073-3356e750a326" providerId="ADAL" clId="{0307F563-1B17-4267-A377-A29D044C3A88}" dt="2025-10-08T04:34:14.943" v="267" actId="1036"/>
          <ac:spMkLst>
            <pc:docMk/>
            <pc:sldMk cId="0" sldId="260"/>
            <ac:spMk id="43" creationId="{00000000-0000-0000-0000-000000000000}"/>
          </ac:spMkLst>
        </pc:spChg>
        <pc:spChg chg="mod">
          <ac:chgData name="Bùi Minh Phụng - Khoa Công nghệ Thông tin - VLTECH" userId="31ee5542-8119-4308-8073-3356e750a326" providerId="ADAL" clId="{0307F563-1B17-4267-A377-A29D044C3A88}" dt="2025-10-08T04:34:10.291" v="260" actId="1076"/>
          <ac:spMkLst>
            <pc:docMk/>
            <pc:sldMk cId="0" sldId="260"/>
            <ac:spMk id="44" creationId="{00000000-0000-0000-0000-000000000000}"/>
          </ac:spMkLst>
        </pc:spChg>
        <pc:spChg chg="mod">
          <ac:chgData name="Bùi Minh Phụng - Khoa Công nghệ Thông tin - VLTECH" userId="31ee5542-8119-4308-8073-3356e750a326" providerId="ADAL" clId="{0307F563-1B17-4267-A377-A29D044C3A88}" dt="2025-10-08T04:34:04.225" v="259" actId="1036"/>
          <ac:spMkLst>
            <pc:docMk/>
            <pc:sldMk cId="0" sldId="260"/>
            <ac:spMk id="45" creationId="{00000000-0000-0000-0000-000000000000}"/>
          </ac:spMkLst>
        </pc:spChg>
        <pc:spChg chg="mod">
          <ac:chgData name="Bùi Minh Phụng - Khoa Công nghệ Thông tin - VLTECH" userId="31ee5542-8119-4308-8073-3356e750a326" providerId="ADAL" clId="{0307F563-1B17-4267-A377-A29D044C3A88}" dt="2025-10-08T04:34:04.225" v="259" actId="1036"/>
          <ac:spMkLst>
            <pc:docMk/>
            <pc:sldMk cId="0" sldId="260"/>
            <ac:spMk id="46" creationId="{00000000-0000-0000-0000-000000000000}"/>
          </ac:spMkLst>
        </pc:spChg>
        <pc:spChg chg="mod">
          <ac:chgData name="Bùi Minh Phụng - Khoa Công nghệ Thông tin - VLTECH" userId="31ee5542-8119-4308-8073-3356e750a326" providerId="ADAL" clId="{0307F563-1B17-4267-A377-A29D044C3A88}" dt="2025-10-08T04:34:04.225" v="259" actId="1036"/>
          <ac:spMkLst>
            <pc:docMk/>
            <pc:sldMk cId="0" sldId="260"/>
            <ac:spMk id="47" creationId="{00000000-0000-0000-0000-000000000000}"/>
          </ac:spMkLst>
        </pc:spChg>
        <pc:spChg chg="mod">
          <ac:chgData name="Bùi Minh Phụng - Khoa Công nghệ Thông tin - VLTECH" userId="31ee5542-8119-4308-8073-3356e750a326" providerId="ADAL" clId="{0307F563-1B17-4267-A377-A29D044C3A88}" dt="2025-10-08T04:34:04.225" v="259" actId="1036"/>
          <ac:spMkLst>
            <pc:docMk/>
            <pc:sldMk cId="0" sldId="260"/>
            <ac:spMk id="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767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086553" y="1774956"/>
            <a:ext cx="7556421" cy="1302544"/>
          </a:xfrm>
          <a:prstGeom prst="rect">
            <a:avLst/>
          </a:prstGeom>
          <a:noFill/>
          <a:ln/>
        </p:spPr>
        <p:txBody>
          <a:bodyPr wrap="square" lIns="0" tIns="0" rIns="0" bIns="0" rtlCol="0" anchor="t"/>
          <a:lstStyle/>
          <a:p>
            <a:pPr marL="0" indent="0" algn="ctr">
              <a:lnSpc>
                <a:spcPts val="5100"/>
              </a:lnSpc>
              <a:buNone/>
            </a:pPr>
            <a:r>
              <a:rPr lang="en-US" sz="4400" b="1">
                <a:solidFill>
                  <a:srgbClr val="0070C0"/>
                </a:solidFill>
                <a:latin typeface="Roboto Extra Bold" pitchFamily="34" charset="0"/>
                <a:ea typeface="Roboto Extra Bold" pitchFamily="34" charset="-122"/>
                <a:cs typeface="Roboto Extra Bold" pitchFamily="34" charset="-120"/>
              </a:rPr>
              <a:t>Chương </a:t>
            </a:r>
            <a:r>
              <a:rPr lang="en-US" sz="4400" b="1" dirty="0">
                <a:solidFill>
                  <a:srgbClr val="0070C0"/>
                </a:solidFill>
                <a:latin typeface="Roboto Extra Bold" pitchFamily="34" charset="0"/>
                <a:ea typeface="Roboto Extra Bold" pitchFamily="34" charset="-122"/>
                <a:cs typeface="Roboto Extra Bold" pitchFamily="34" charset="-120"/>
              </a:rPr>
              <a:t>Trình Java Đầu Tiên</a:t>
            </a:r>
            <a:endParaRPr lang="en-US" sz="4400" dirty="0"/>
          </a:p>
        </p:txBody>
      </p:sp>
      <p:sp>
        <p:nvSpPr>
          <p:cNvPr id="4" name="Text 1"/>
          <p:cNvSpPr/>
          <p:nvPr/>
        </p:nvSpPr>
        <p:spPr>
          <a:xfrm>
            <a:off x="6280190" y="3740916"/>
            <a:ext cx="7556421" cy="1519573"/>
          </a:xfrm>
          <a:prstGeom prst="rect">
            <a:avLst/>
          </a:prstGeom>
          <a:noFill/>
          <a:ln/>
        </p:spPr>
        <p:txBody>
          <a:bodyPr wrap="square" lIns="0" tIns="0" rIns="0" bIns="0" rtlCol="0" anchor="t"/>
          <a:lstStyle/>
          <a:p>
            <a:pPr marL="0" indent="0" algn="l">
              <a:lnSpc>
                <a:spcPct val="120000"/>
              </a:lnSpc>
              <a:buNone/>
            </a:pPr>
            <a:r>
              <a:rPr lang="en-US" sz="2800" dirty="0">
                <a:solidFill>
                  <a:srgbClr val="1E3063"/>
                </a:solidFill>
                <a:latin typeface="Roboto Slab Medium" pitchFamily="34" charset="0"/>
                <a:ea typeface="Roboto Slab Medium" pitchFamily="34" charset="-122"/>
                <a:cs typeface="Roboto Slab Medium" pitchFamily="34" charset="-120"/>
              </a:rPr>
              <a:t>Khám phá cấu trúc cơ bản của một chương trình Java và những khái niệm nền tảng quan trọng nhất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2581" y="348685"/>
            <a:ext cx="12111395" cy="651272"/>
          </a:xfrm>
          <a:prstGeom prst="rect">
            <a:avLst/>
          </a:prstGeom>
          <a:noFill/>
          <a:ln/>
        </p:spPr>
        <p:txBody>
          <a:bodyPr wrap="none" lIns="0" tIns="0" rIns="0" bIns="0" rtlCol="0" anchor="t"/>
          <a:lstStyle/>
          <a:p>
            <a:pPr marL="0" indent="0" algn="l">
              <a:lnSpc>
                <a:spcPts val="5100"/>
              </a:lnSpc>
              <a:buNone/>
            </a:pPr>
            <a:r>
              <a:rPr lang="en-US" sz="4100" b="1">
                <a:solidFill>
                  <a:srgbClr val="0070C0"/>
                </a:solidFill>
                <a:latin typeface="Roboto Extra Bold" pitchFamily="34" charset="0"/>
                <a:ea typeface="Roboto Extra Bold" pitchFamily="34" charset="-122"/>
                <a:cs typeface="Roboto Extra Bold" pitchFamily="34" charset="-120"/>
              </a:rPr>
              <a:t>CHƯƠNG </a:t>
            </a:r>
            <a:r>
              <a:rPr lang="en-US" sz="4100" b="1" dirty="0">
                <a:solidFill>
                  <a:srgbClr val="0070C0"/>
                </a:solidFill>
                <a:latin typeface="Roboto Extra Bold" pitchFamily="34" charset="0"/>
                <a:ea typeface="Roboto Extra Bold" pitchFamily="34" charset="-122"/>
                <a:cs typeface="Roboto Extra Bold" pitchFamily="34" charset="-120"/>
              </a:rPr>
              <a:t>TRÌNH JAVA ĐẦU TIÊN</a:t>
            </a:r>
            <a:endParaRPr lang="en-US" sz="4100" dirty="0"/>
          </a:p>
        </p:txBody>
      </p:sp>
      <p:sp>
        <p:nvSpPr>
          <p:cNvPr id="3" name="Shape 1"/>
          <p:cNvSpPr/>
          <p:nvPr/>
        </p:nvSpPr>
        <p:spPr>
          <a:xfrm>
            <a:off x="793790" y="1198315"/>
            <a:ext cx="9038650" cy="2093524"/>
          </a:xfrm>
          <a:prstGeom prst="roundRect">
            <a:avLst>
              <a:gd name="adj" fmla="val 7826"/>
            </a:avLst>
          </a:prstGeom>
          <a:solidFill>
            <a:srgbClr val="F2F2F2"/>
          </a:solidFill>
          <a:ln/>
        </p:spPr>
        <p:txBody>
          <a:bodyPr/>
          <a:lstStyle/>
          <a:p>
            <a:endParaRPr lang="en-US"/>
          </a:p>
        </p:txBody>
      </p:sp>
      <p:sp>
        <p:nvSpPr>
          <p:cNvPr id="4" name="Shape 2"/>
          <p:cNvSpPr/>
          <p:nvPr/>
        </p:nvSpPr>
        <p:spPr>
          <a:xfrm>
            <a:off x="783908" y="1198314"/>
            <a:ext cx="9049244" cy="2093525"/>
          </a:xfrm>
          <a:prstGeom prst="roundRect">
            <a:avLst>
              <a:gd name="adj" fmla="val 1304"/>
            </a:avLst>
          </a:prstGeom>
          <a:solidFill>
            <a:srgbClr val="F2F2F2"/>
          </a:solidFill>
          <a:ln/>
        </p:spPr>
        <p:txBody>
          <a:bodyPr/>
          <a:lstStyle/>
          <a:p>
            <a:endParaRPr lang="en-US"/>
          </a:p>
        </p:txBody>
      </p:sp>
      <p:sp>
        <p:nvSpPr>
          <p:cNvPr id="5" name="Text 3"/>
          <p:cNvSpPr/>
          <p:nvPr/>
        </p:nvSpPr>
        <p:spPr>
          <a:xfrm>
            <a:off x="972384" y="1260012"/>
            <a:ext cx="8847177" cy="1970127"/>
          </a:xfrm>
          <a:prstGeom prst="rect">
            <a:avLst/>
          </a:prstGeom>
          <a:noFill/>
          <a:ln/>
        </p:spPr>
        <p:txBody>
          <a:bodyPr wrap="square" lIns="0" tIns="0" rIns="0" bIns="0" rtlCol="0" anchor="t"/>
          <a:lstStyle/>
          <a:p>
            <a:pPr marL="0" indent="0" algn="l" defTabSz="461963">
              <a:spcBef>
                <a:spcPts val="600"/>
              </a:spcBef>
              <a:buNone/>
            </a:pP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public class HelloWorld </a:t>
            </a:r>
            <a:r>
              <a:rPr lang="en-US" sz="2000">
                <a:solidFill>
                  <a:srgbClr val="1E3063"/>
                </a:solidFill>
                <a:highlight>
                  <a:srgbClr val="F2F2F2"/>
                </a:highlight>
                <a:latin typeface="Consolas Medium" pitchFamily="34" charset="0"/>
                <a:ea typeface="Consolas Medium" pitchFamily="34" charset="-122"/>
                <a:cs typeface="Consolas Medium" pitchFamily="34" charset="-120"/>
              </a:rPr>
              <a:t>{ 						// &lt;-- </a:t>
            </a: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1. Lớp (Class</a:t>
            </a:r>
            <a:r>
              <a:rPr lang="en-US" sz="2000">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defTabSz="461963">
              <a:spcBef>
                <a:spcPts val="600"/>
              </a:spcBef>
              <a:buNone/>
            </a:pPr>
            <a:r>
              <a:rPr lang="en-US" sz="2000">
                <a:solidFill>
                  <a:srgbClr val="1E3063"/>
                </a:solidFill>
                <a:highlight>
                  <a:srgbClr val="F2F2F2"/>
                </a:highlight>
                <a:latin typeface="Consolas Medium" pitchFamily="34" charset="0"/>
                <a:ea typeface="Consolas Medium" pitchFamily="34" charset="-122"/>
                <a:cs typeface="Consolas Medium" pitchFamily="34" charset="-120"/>
              </a:rPr>
              <a:t>	public </a:t>
            </a: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static void main(String[] args</a:t>
            </a:r>
            <a:r>
              <a:rPr lang="en-US" sz="2000">
                <a:solidFill>
                  <a:srgbClr val="1E3063"/>
                </a:solidFill>
                <a:highlight>
                  <a:srgbClr val="F2F2F2"/>
                </a:highlight>
                <a:latin typeface="Consolas Medium" pitchFamily="34" charset="0"/>
                <a:ea typeface="Consolas Medium" pitchFamily="34" charset="-122"/>
                <a:cs typeface="Consolas Medium" pitchFamily="34" charset="-120"/>
              </a:rPr>
              <a:t>) { 		// </a:t>
            </a: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&lt;-- 2. Phương thức </a:t>
            </a:r>
            <a:r>
              <a:rPr lang="en-US" sz="2000">
                <a:solidFill>
                  <a:srgbClr val="1E3063"/>
                </a:solidFill>
                <a:highlight>
                  <a:srgbClr val="F2F2F2"/>
                </a:highlight>
                <a:latin typeface="Consolas Medium" pitchFamily="34" charset="0"/>
                <a:ea typeface="Consolas Medium" pitchFamily="34" charset="-122"/>
                <a:cs typeface="Consolas Medium" pitchFamily="34" charset="-120"/>
              </a:rPr>
              <a:t>main        </a:t>
            </a:r>
          </a:p>
          <a:p>
            <a:pPr marL="0" indent="0" algn="l" defTabSz="461963">
              <a:spcBef>
                <a:spcPts val="600"/>
              </a:spcBef>
              <a:buNone/>
            </a:pPr>
            <a:r>
              <a:rPr lang="en-US" sz="2000">
                <a:solidFill>
                  <a:srgbClr val="1E3063"/>
                </a:solidFill>
                <a:highlight>
                  <a:srgbClr val="F2F2F2"/>
                </a:highlight>
                <a:latin typeface="Consolas Medium" pitchFamily="34" charset="0"/>
                <a:ea typeface="Consolas Medium" pitchFamily="34" charset="-122"/>
                <a:cs typeface="Consolas Medium" pitchFamily="34" charset="-120"/>
              </a:rPr>
              <a:t>		System</a:t>
            </a: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.out.println("Hello, World</a:t>
            </a:r>
            <a:r>
              <a:rPr lang="en-US" sz="2000">
                <a:solidFill>
                  <a:srgbClr val="1E3063"/>
                </a:solidFill>
                <a:highlight>
                  <a:srgbClr val="F2F2F2"/>
                </a:highlight>
                <a:latin typeface="Consolas Medium" pitchFamily="34" charset="0"/>
                <a:ea typeface="Consolas Medium" pitchFamily="34" charset="-122"/>
                <a:cs typeface="Consolas Medium" pitchFamily="34" charset="-120"/>
              </a:rPr>
              <a:t>!"); 	// </a:t>
            </a: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&lt;-- 3. Câu </a:t>
            </a:r>
            <a:r>
              <a:rPr lang="en-US" sz="2000">
                <a:solidFill>
                  <a:srgbClr val="1E3063"/>
                </a:solidFill>
                <a:highlight>
                  <a:srgbClr val="F2F2F2"/>
                </a:highlight>
                <a:latin typeface="Consolas Medium" pitchFamily="34" charset="0"/>
                <a:ea typeface="Consolas Medium" pitchFamily="34" charset="-122"/>
                <a:cs typeface="Consolas Medium" pitchFamily="34" charset="-120"/>
              </a:rPr>
              <a:t>lệnh    </a:t>
            </a:r>
          </a:p>
          <a:p>
            <a:pPr marL="0" indent="0" algn="l" defTabSz="461963">
              <a:spcBef>
                <a:spcPts val="600"/>
              </a:spcBef>
              <a:buNone/>
            </a:pPr>
            <a:r>
              <a:rPr lang="en-US" sz="2000">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defTabSz="461963">
              <a:spcBef>
                <a:spcPts val="600"/>
              </a:spcBef>
              <a:buNone/>
            </a:pPr>
            <a:r>
              <a:rPr lang="en-US" sz="2000">
                <a:solidFill>
                  <a:srgbClr val="1E3063"/>
                </a:solidFill>
                <a:highlight>
                  <a:srgbClr val="F2F2F2"/>
                </a:highlight>
                <a:latin typeface="Consolas Medium" pitchFamily="34" charset="0"/>
                <a:ea typeface="Consolas Medium" pitchFamily="34" charset="-122"/>
                <a:cs typeface="Consolas Medium" pitchFamily="34" charset="-120"/>
              </a:rPr>
              <a:t>}</a:t>
            </a:r>
            <a:endParaRPr lang="en-US" sz="2000" dirty="0"/>
          </a:p>
        </p:txBody>
      </p:sp>
      <p:sp>
        <p:nvSpPr>
          <p:cNvPr id="6" name="Shape 4"/>
          <p:cNvSpPr/>
          <p:nvPr/>
        </p:nvSpPr>
        <p:spPr>
          <a:xfrm>
            <a:off x="783908" y="3660754"/>
            <a:ext cx="4215289" cy="2793833"/>
          </a:xfrm>
          <a:prstGeom prst="roundRect">
            <a:avLst>
              <a:gd name="adj" fmla="val 7353"/>
            </a:avLst>
          </a:prstGeom>
          <a:solidFill>
            <a:srgbClr val="84C1FA"/>
          </a:solidFill>
          <a:ln/>
        </p:spPr>
        <p:txBody>
          <a:bodyPr/>
          <a:lstStyle/>
          <a:p>
            <a:endParaRPr lang="en-US" sz="2400"/>
          </a:p>
        </p:txBody>
      </p:sp>
      <p:sp>
        <p:nvSpPr>
          <p:cNvPr id="7" name="Text 5"/>
          <p:cNvSpPr/>
          <p:nvPr/>
        </p:nvSpPr>
        <p:spPr>
          <a:xfrm>
            <a:off x="982266" y="3859113"/>
            <a:ext cx="2604968" cy="374510"/>
          </a:xfrm>
          <a:prstGeom prst="rect">
            <a:avLst/>
          </a:prstGeom>
          <a:noFill/>
          <a:ln/>
        </p:spPr>
        <p:txBody>
          <a:bodyPr wrap="none" lIns="0" tIns="0" rIns="0" bIns="0" rtlCol="0" anchor="t"/>
          <a:lstStyle/>
          <a:p>
            <a:pPr marL="0" indent="0" algn="l">
              <a:lnSpc>
                <a:spcPts val="2550"/>
              </a:lnSpc>
              <a:buNone/>
            </a:pPr>
            <a:r>
              <a:rPr lang="en-US" sz="2800" b="1" dirty="0">
                <a:solidFill>
                  <a:srgbClr val="000000"/>
                </a:solidFill>
                <a:latin typeface="Roboto Extra Bold" pitchFamily="34" charset="0"/>
                <a:ea typeface="Roboto Extra Bold" pitchFamily="34" charset="-122"/>
                <a:cs typeface="Roboto Extra Bold" pitchFamily="34" charset="-120"/>
              </a:rPr>
              <a:t>1. class</a:t>
            </a:r>
            <a:endParaRPr lang="en-US" sz="2800" dirty="0"/>
          </a:p>
        </p:txBody>
      </p:sp>
      <p:sp>
        <p:nvSpPr>
          <p:cNvPr id="8" name="Text 6"/>
          <p:cNvSpPr/>
          <p:nvPr/>
        </p:nvSpPr>
        <p:spPr>
          <a:xfrm>
            <a:off x="982266" y="4303812"/>
            <a:ext cx="3818573" cy="1826132"/>
          </a:xfrm>
          <a:prstGeom prst="rect">
            <a:avLst/>
          </a:prstGeom>
          <a:noFill/>
          <a:ln/>
        </p:spPr>
        <p:txBody>
          <a:bodyPr wrap="square" lIns="0" tIns="0" rIns="0" bIns="0" rtlCol="0" anchor="t"/>
          <a:lstStyle/>
          <a:p>
            <a:pPr marL="0" indent="0" algn="l">
              <a:lnSpc>
                <a:spcPts val="3100"/>
              </a:lnSpc>
              <a:buNone/>
            </a:pPr>
            <a:r>
              <a:rPr lang="en-US" dirty="0">
                <a:solidFill>
                  <a:srgbClr val="000000"/>
                </a:solidFill>
                <a:latin typeface="Roboto Slab Medium" pitchFamily="34" charset="0"/>
                <a:ea typeface="Roboto Slab Medium" pitchFamily="34" charset="-122"/>
                <a:cs typeface="Roboto Slab Medium" pitchFamily="34" charset="-120"/>
              </a:rPr>
              <a:t>Giống như bản thiết kế của một ngôi nhà. Mọi code Java đều phải nằm trong một class. Tên class (HelloWorld) phải trùng với tên file (HelloWorld.java).</a:t>
            </a:r>
            <a:endParaRPr lang="en-US" dirty="0"/>
          </a:p>
        </p:txBody>
      </p:sp>
      <p:sp>
        <p:nvSpPr>
          <p:cNvPr id="9" name="Shape 7"/>
          <p:cNvSpPr/>
          <p:nvPr/>
        </p:nvSpPr>
        <p:spPr>
          <a:xfrm>
            <a:off x="5197555" y="3660754"/>
            <a:ext cx="4215408" cy="2793833"/>
          </a:xfrm>
          <a:prstGeom prst="roundRect">
            <a:avLst>
              <a:gd name="adj" fmla="val 7353"/>
            </a:avLst>
          </a:prstGeom>
          <a:solidFill>
            <a:srgbClr val="F578DE"/>
          </a:solidFill>
          <a:ln/>
        </p:spPr>
        <p:txBody>
          <a:bodyPr/>
          <a:lstStyle/>
          <a:p>
            <a:endParaRPr lang="en-US" sz="2400"/>
          </a:p>
        </p:txBody>
      </p:sp>
      <p:sp>
        <p:nvSpPr>
          <p:cNvPr id="10" name="Text 8"/>
          <p:cNvSpPr/>
          <p:nvPr/>
        </p:nvSpPr>
        <p:spPr>
          <a:xfrm>
            <a:off x="5395913" y="3859113"/>
            <a:ext cx="2604968" cy="374510"/>
          </a:xfrm>
          <a:prstGeom prst="rect">
            <a:avLst/>
          </a:prstGeom>
          <a:noFill/>
          <a:ln/>
        </p:spPr>
        <p:txBody>
          <a:bodyPr wrap="none" lIns="0" tIns="0" rIns="0" bIns="0" rtlCol="0" anchor="t"/>
          <a:lstStyle/>
          <a:p>
            <a:pPr marL="0" indent="0" algn="l">
              <a:lnSpc>
                <a:spcPts val="2550"/>
              </a:lnSpc>
              <a:buNone/>
            </a:pPr>
            <a:r>
              <a:rPr lang="en-US" sz="2800" b="1" dirty="0">
                <a:solidFill>
                  <a:srgbClr val="000000"/>
                </a:solidFill>
                <a:latin typeface="Roboto Extra Bold" pitchFamily="34" charset="0"/>
                <a:ea typeface="Roboto Extra Bold" pitchFamily="34" charset="-122"/>
                <a:cs typeface="Roboto Extra Bold" pitchFamily="34" charset="-120"/>
              </a:rPr>
              <a:t>2. main</a:t>
            </a:r>
            <a:endParaRPr lang="en-US" sz="2800" dirty="0"/>
          </a:p>
        </p:txBody>
      </p:sp>
      <p:sp>
        <p:nvSpPr>
          <p:cNvPr id="11" name="Text 9"/>
          <p:cNvSpPr/>
          <p:nvPr/>
        </p:nvSpPr>
        <p:spPr>
          <a:xfrm>
            <a:off x="5395913" y="4303812"/>
            <a:ext cx="3818692" cy="1369598"/>
          </a:xfrm>
          <a:prstGeom prst="rect">
            <a:avLst/>
          </a:prstGeom>
          <a:noFill/>
          <a:ln/>
        </p:spPr>
        <p:txBody>
          <a:bodyPr wrap="square" lIns="0" tIns="0" rIns="0" bIns="0" rtlCol="0" anchor="t"/>
          <a:lstStyle/>
          <a:p>
            <a:pPr marL="0" indent="0" algn="l">
              <a:lnSpc>
                <a:spcPts val="3100"/>
              </a:lnSpc>
              <a:buNone/>
            </a:pPr>
            <a:r>
              <a:rPr lang="en-US" dirty="0">
                <a:solidFill>
                  <a:srgbClr val="000000"/>
                </a:solidFill>
                <a:latin typeface="Roboto Slab Medium" pitchFamily="34" charset="0"/>
                <a:ea typeface="Roboto Slab Medium" pitchFamily="34" charset="-122"/>
                <a:cs typeface="Roboto Slab Medium" pitchFamily="34" charset="-120"/>
              </a:rPr>
              <a:t>Cánh cửa chính của ngôi nhà. Chương trình Java luôn bắt đầu chạy từ phương thức main.</a:t>
            </a:r>
            <a:endParaRPr lang="en-US" dirty="0"/>
          </a:p>
        </p:txBody>
      </p:sp>
      <p:sp>
        <p:nvSpPr>
          <p:cNvPr id="12" name="Shape 10"/>
          <p:cNvSpPr/>
          <p:nvPr/>
        </p:nvSpPr>
        <p:spPr>
          <a:xfrm>
            <a:off x="9611321" y="3660754"/>
            <a:ext cx="4215289" cy="2793833"/>
          </a:xfrm>
          <a:prstGeom prst="roundRect">
            <a:avLst>
              <a:gd name="adj" fmla="val 7353"/>
            </a:avLst>
          </a:prstGeom>
          <a:solidFill>
            <a:srgbClr val="FF5000"/>
          </a:solidFill>
          <a:ln/>
        </p:spPr>
        <p:txBody>
          <a:bodyPr/>
          <a:lstStyle/>
          <a:p>
            <a:endParaRPr lang="en-US" sz="2400"/>
          </a:p>
        </p:txBody>
      </p:sp>
      <p:sp>
        <p:nvSpPr>
          <p:cNvPr id="13" name="Text 11"/>
          <p:cNvSpPr/>
          <p:nvPr/>
        </p:nvSpPr>
        <p:spPr>
          <a:xfrm>
            <a:off x="9809679" y="3859113"/>
            <a:ext cx="3214449" cy="374510"/>
          </a:xfrm>
          <a:prstGeom prst="rect">
            <a:avLst/>
          </a:prstGeom>
          <a:noFill/>
          <a:ln/>
        </p:spPr>
        <p:txBody>
          <a:bodyPr wrap="none" lIns="0" tIns="0" rIns="0" bIns="0" rtlCol="0" anchor="t"/>
          <a:lstStyle/>
          <a:p>
            <a:pPr marL="0" indent="0" algn="l">
              <a:lnSpc>
                <a:spcPts val="2550"/>
              </a:lnSpc>
              <a:buNone/>
            </a:pPr>
            <a:r>
              <a:rPr lang="en-US" sz="2800" b="1" dirty="0">
                <a:solidFill>
                  <a:srgbClr val="FFFFFF"/>
                </a:solidFill>
                <a:latin typeface="Roboto Extra Bold" pitchFamily="34" charset="0"/>
                <a:ea typeface="Roboto Extra Bold" pitchFamily="34" charset="-122"/>
                <a:cs typeface="Roboto Extra Bold" pitchFamily="34" charset="-120"/>
              </a:rPr>
              <a:t>3. System.out.println()</a:t>
            </a:r>
            <a:endParaRPr lang="en-US" sz="2800" dirty="0"/>
          </a:p>
        </p:txBody>
      </p:sp>
      <p:sp>
        <p:nvSpPr>
          <p:cNvPr id="14" name="Text 12"/>
          <p:cNvSpPr/>
          <p:nvPr/>
        </p:nvSpPr>
        <p:spPr>
          <a:xfrm>
            <a:off x="9809679" y="4303812"/>
            <a:ext cx="3818573" cy="1369598"/>
          </a:xfrm>
          <a:prstGeom prst="rect">
            <a:avLst/>
          </a:prstGeom>
          <a:noFill/>
          <a:ln/>
        </p:spPr>
        <p:txBody>
          <a:bodyPr wrap="square" lIns="0" tIns="0" rIns="0" bIns="0" rtlCol="0" anchor="t"/>
          <a:lstStyle/>
          <a:p>
            <a:pPr marL="0" indent="0" algn="l">
              <a:lnSpc>
                <a:spcPts val="3100"/>
              </a:lnSpc>
              <a:buNone/>
            </a:pPr>
            <a:r>
              <a:rPr lang="en-US" dirty="0">
                <a:solidFill>
                  <a:srgbClr val="FFFFFF"/>
                </a:solidFill>
                <a:latin typeface="Roboto Slab Medium" pitchFamily="34" charset="0"/>
                <a:ea typeface="Roboto Slab Medium" pitchFamily="34" charset="-122"/>
                <a:cs typeface="Roboto Slab Medium" pitchFamily="34" charset="-120"/>
              </a:rPr>
              <a:t>Lệnh để in một dòng văn bản ra màn hình. Nội dung cần in nằm trong cặp dấu ngoặc kép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88645" y="389691"/>
            <a:ext cx="11301532" cy="482918"/>
          </a:xfrm>
          <a:prstGeom prst="rect">
            <a:avLst/>
          </a:prstGeom>
          <a:noFill/>
          <a:ln/>
        </p:spPr>
        <p:txBody>
          <a:bodyPr wrap="none" lIns="0" tIns="0" rIns="0" bIns="0" rtlCol="0" anchor="t"/>
          <a:lstStyle/>
          <a:p>
            <a:pPr marL="0" indent="0" algn="l">
              <a:lnSpc>
                <a:spcPts val="3800"/>
              </a:lnSpc>
              <a:buNone/>
            </a:pPr>
            <a:r>
              <a:rPr lang="en-US" sz="3600" b="1">
                <a:solidFill>
                  <a:srgbClr val="0070C0"/>
                </a:solidFill>
                <a:latin typeface="Roboto Extra Bold" pitchFamily="34" charset="0"/>
                <a:ea typeface="Roboto Extra Bold" pitchFamily="34" charset="-122"/>
                <a:cs typeface="Roboto Extra Bold" pitchFamily="34" charset="-120"/>
              </a:rPr>
              <a:t>BIẾN </a:t>
            </a:r>
            <a:r>
              <a:rPr lang="en-US" sz="3600" b="1" dirty="0">
                <a:solidFill>
                  <a:srgbClr val="0070C0"/>
                </a:solidFill>
                <a:latin typeface="Roboto Extra Bold" pitchFamily="34" charset="0"/>
                <a:ea typeface="Roboto Extra Bold" pitchFamily="34" charset="-122"/>
                <a:cs typeface="Roboto Extra Bold" pitchFamily="34" charset="-120"/>
              </a:rPr>
              <a:t>&amp; KIỂU DỮ LIỆU - "CHIẾC HỘP" CHỨA THÔNG TIN</a:t>
            </a:r>
            <a:endParaRPr lang="en-US" sz="3600" dirty="0"/>
          </a:p>
        </p:txBody>
      </p:sp>
      <p:sp>
        <p:nvSpPr>
          <p:cNvPr id="3" name="Text 1"/>
          <p:cNvSpPr/>
          <p:nvPr/>
        </p:nvSpPr>
        <p:spPr>
          <a:xfrm>
            <a:off x="588645" y="1125855"/>
            <a:ext cx="13453110" cy="799386"/>
          </a:xfrm>
          <a:prstGeom prst="rect">
            <a:avLst/>
          </a:prstGeom>
          <a:noFill/>
          <a:ln/>
        </p:spPr>
        <p:txBody>
          <a:bodyPr wrap="square" lIns="0" tIns="0" rIns="0" bIns="0" rtlCol="0" anchor="t"/>
          <a:lstStyle/>
          <a:p>
            <a:pPr marL="0" indent="0" algn="l">
              <a:lnSpc>
                <a:spcPts val="2850"/>
              </a:lnSpc>
              <a:buNone/>
            </a:pPr>
            <a:r>
              <a:rPr lang="en-US" sz="1600" b="1" dirty="0">
                <a:solidFill>
                  <a:srgbClr val="1E3063"/>
                </a:solidFill>
                <a:latin typeface="Roboto Slab Medium" pitchFamily="34" charset="0"/>
                <a:ea typeface="Roboto Slab Medium" pitchFamily="34" charset="-122"/>
                <a:cs typeface="Roboto Slab Medium" pitchFamily="34" charset="-120"/>
              </a:rPr>
              <a:t>Biến (Variable)</a:t>
            </a:r>
            <a:r>
              <a:rPr lang="en-US" sz="1600" dirty="0">
                <a:solidFill>
                  <a:srgbClr val="1E3063"/>
                </a:solidFill>
                <a:latin typeface="Roboto Slab Medium" pitchFamily="34" charset="0"/>
                <a:ea typeface="Roboto Slab Medium" pitchFamily="34" charset="-122"/>
                <a:cs typeface="Roboto Slab Medium" pitchFamily="34" charset="-120"/>
              </a:rPr>
              <a:t> là một "chiếc hộp" trong bộ nhớ máy tính dùng để lưu trữ dữ liệu. Mỗi chiếc hộp có một cái tên và chỉ chứa được một loại đồ vật nhất định.</a:t>
            </a:r>
            <a:endParaRPr lang="en-US" sz="1600" dirty="0"/>
          </a:p>
        </p:txBody>
      </p:sp>
      <p:sp>
        <p:nvSpPr>
          <p:cNvPr id="4" name="Shape 2"/>
          <p:cNvSpPr/>
          <p:nvPr/>
        </p:nvSpPr>
        <p:spPr>
          <a:xfrm>
            <a:off x="588645" y="2131219"/>
            <a:ext cx="13453110" cy="699492"/>
          </a:xfrm>
          <a:prstGeom prst="roundRect">
            <a:avLst>
              <a:gd name="adj" fmla="val 18936"/>
            </a:avLst>
          </a:prstGeom>
          <a:solidFill>
            <a:srgbClr val="B5DAFC"/>
          </a:solidFill>
          <a:ln/>
        </p:spPr>
        <p:txBody>
          <a:bodyPr/>
          <a:lstStyle/>
          <a:p>
            <a:endParaRPr lang="en-US" sz="2400"/>
          </a:p>
        </p:txBody>
      </p:sp>
      <p:pic>
        <p:nvPicPr>
          <p:cNvPr id="5" name="Image 0" descr="preencoded.png"/>
          <p:cNvPicPr>
            <a:picLocks noChangeAspect="1"/>
          </p:cNvPicPr>
          <p:nvPr/>
        </p:nvPicPr>
        <p:blipFill>
          <a:blip r:embed="rId3"/>
          <a:stretch>
            <a:fillRect/>
          </a:stretch>
        </p:blipFill>
        <p:spPr>
          <a:xfrm>
            <a:off x="735806" y="2384465"/>
            <a:ext cx="183952" cy="147161"/>
          </a:xfrm>
          <a:prstGeom prst="rect">
            <a:avLst/>
          </a:prstGeom>
        </p:spPr>
      </p:pic>
      <p:sp>
        <p:nvSpPr>
          <p:cNvPr id="6" name="Text 3"/>
          <p:cNvSpPr/>
          <p:nvPr/>
        </p:nvSpPr>
        <p:spPr>
          <a:xfrm>
            <a:off x="1066919" y="2315170"/>
            <a:ext cx="12827675" cy="309563"/>
          </a:xfrm>
          <a:prstGeom prst="rect">
            <a:avLst/>
          </a:prstGeom>
          <a:noFill/>
          <a:ln/>
        </p:spPr>
        <p:txBody>
          <a:bodyPr wrap="none" lIns="0" tIns="0" rIns="0" bIns="0" rtlCol="0" anchor="t"/>
          <a:lstStyle/>
          <a:p>
            <a:pPr marL="0" indent="0" algn="l">
              <a:lnSpc>
                <a:spcPts val="2300"/>
              </a:lnSpc>
              <a:buNone/>
            </a:pPr>
            <a:r>
              <a:rPr lang="en-US" b="1" dirty="0">
                <a:solidFill>
                  <a:srgbClr val="000000"/>
                </a:solidFill>
                <a:latin typeface="Roboto Slab Medium" pitchFamily="34" charset="0"/>
                <a:ea typeface="Roboto Slab Medium" pitchFamily="34" charset="-122"/>
                <a:cs typeface="Roboto Slab Medium" pitchFamily="34" charset="-120"/>
              </a:rPr>
              <a:t>Cú pháp:</a:t>
            </a:r>
            <a:r>
              <a:rPr lang="en-US" dirty="0">
                <a:solidFill>
                  <a:srgbClr val="000000"/>
                </a:solidFill>
                <a:latin typeface="Roboto Slab Medium" pitchFamily="34" charset="0"/>
                <a:ea typeface="Roboto Slab Medium" pitchFamily="34" charset="-122"/>
                <a:cs typeface="Roboto Slab Medium" pitchFamily="34" charset="-120"/>
              </a:rPr>
              <a:t> </a:t>
            </a:r>
            <a:r>
              <a:rPr lang="en-US" dirty="0">
                <a:solidFill>
                  <a:srgbClr val="000000"/>
                </a:solidFill>
                <a:highlight>
                  <a:srgbClr val="F2F2F2"/>
                </a:highlight>
                <a:latin typeface="Consolas" pitchFamily="34" charset="0"/>
                <a:ea typeface="Consolas" pitchFamily="34" charset="-122"/>
                <a:cs typeface="Consolas" pitchFamily="34" charset="-120"/>
              </a:rPr>
              <a:t>Kiểu_dữ_liệu Tên_biến = Giá_trị;</a:t>
            </a:r>
            <a:endParaRPr lang="en-US" dirty="0"/>
          </a:p>
        </p:txBody>
      </p:sp>
      <p:sp>
        <p:nvSpPr>
          <p:cNvPr id="7" name="Text 4"/>
          <p:cNvSpPr/>
          <p:nvPr/>
        </p:nvSpPr>
        <p:spPr>
          <a:xfrm>
            <a:off x="588645" y="3153467"/>
            <a:ext cx="2892266" cy="289679"/>
          </a:xfrm>
          <a:prstGeom prst="rect">
            <a:avLst/>
          </a:prstGeom>
          <a:noFill/>
          <a:ln/>
        </p:spPr>
        <p:txBody>
          <a:bodyPr wrap="none" lIns="0" tIns="0" rIns="0" bIns="0" rtlCol="0" anchor="t"/>
          <a:lstStyle/>
          <a:p>
            <a:pPr marL="0" indent="0" algn="l">
              <a:lnSpc>
                <a:spcPts val="2250"/>
              </a:lnSpc>
              <a:buNone/>
            </a:pPr>
            <a:r>
              <a:rPr lang="en-US" sz="2400" b="1" dirty="0">
                <a:solidFill>
                  <a:srgbClr val="00B0F0"/>
                </a:solidFill>
                <a:latin typeface="Roboto Extra Bold" pitchFamily="34" charset="0"/>
                <a:ea typeface="Roboto Extra Bold" pitchFamily="34" charset="-122"/>
                <a:cs typeface="Roboto Extra Bold" pitchFamily="34" charset="-120"/>
              </a:rPr>
              <a:t>Các kiểu dữ liệu cơ bản:</a:t>
            </a:r>
            <a:endParaRPr lang="en-US" sz="2400" dirty="0">
              <a:solidFill>
                <a:srgbClr val="00B0F0"/>
              </a:solidFill>
            </a:endParaRPr>
          </a:p>
        </p:txBody>
      </p:sp>
      <p:sp>
        <p:nvSpPr>
          <p:cNvPr id="8" name="Shape 5"/>
          <p:cNvSpPr/>
          <p:nvPr/>
        </p:nvSpPr>
        <p:spPr>
          <a:xfrm>
            <a:off x="588645" y="3561874"/>
            <a:ext cx="6652974" cy="1790039"/>
          </a:xfrm>
          <a:prstGeom prst="roundRect">
            <a:avLst>
              <a:gd name="adj" fmla="val 6396"/>
            </a:avLst>
          </a:prstGeom>
          <a:solidFill>
            <a:srgbClr val="FFFFFF"/>
          </a:solidFill>
          <a:ln w="15240">
            <a:solidFill>
              <a:srgbClr val="B4CCE3"/>
            </a:solidFill>
            <a:prstDash val="solid"/>
          </a:ln>
        </p:spPr>
        <p:txBody>
          <a:bodyPr/>
          <a:lstStyle/>
          <a:p>
            <a:endParaRPr lang="en-US" sz="2400"/>
          </a:p>
        </p:txBody>
      </p:sp>
      <p:sp>
        <p:nvSpPr>
          <p:cNvPr id="9" name="Shape 6"/>
          <p:cNvSpPr/>
          <p:nvPr/>
        </p:nvSpPr>
        <p:spPr>
          <a:xfrm>
            <a:off x="603885" y="3577114"/>
            <a:ext cx="6622494" cy="441484"/>
          </a:xfrm>
          <a:prstGeom prst="roundRect">
            <a:avLst>
              <a:gd name="adj" fmla="val 25860"/>
            </a:avLst>
          </a:prstGeom>
          <a:solidFill>
            <a:srgbClr val="CEE6FD"/>
          </a:solidFill>
          <a:ln/>
        </p:spPr>
        <p:txBody>
          <a:bodyPr/>
          <a:lstStyle/>
          <a:p>
            <a:endParaRPr lang="en-US" sz="2400"/>
          </a:p>
        </p:txBody>
      </p:sp>
      <p:sp>
        <p:nvSpPr>
          <p:cNvPr id="11" name="Text 7"/>
          <p:cNvSpPr/>
          <p:nvPr/>
        </p:nvSpPr>
        <p:spPr>
          <a:xfrm>
            <a:off x="919758" y="3700701"/>
            <a:ext cx="1931551" cy="241340"/>
          </a:xfrm>
          <a:prstGeom prst="rect">
            <a:avLst/>
          </a:prstGeom>
          <a:noFill/>
          <a:ln/>
        </p:spPr>
        <p:txBody>
          <a:bodyPr wrap="none" lIns="0" tIns="0" rIns="0" bIns="0" rtlCol="0" anchor="t"/>
          <a:lstStyle/>
          <a:p>
            <a:pPr marL="0" indent="0" algn="l">
              <a:lnSpc>
                <a:spcPts val="1900"/>
              </a:lnSpc>
              <a:buNone/>
            </a:pPr>
            <a:r>
              <a:rPr lang="en-US" b="1" dirty="0">
                <a:solidFill>
                  <a:srgbClr val="1E3063"/>
                </a:solidFill>
                <a:latin typeface="Roboto Extra Bold" pitchFamily="34" charset="0"/>
                <a:ea typeface="Roboto Extra Bold" pitchFamily="34" charset="-122"/>
                <a:cs typeface="Roboto Extra Bold" pitchFamily="34" charset="-120"/>
              </a:rPr>
              <a:t>int</a:t>
            </a:r>
            <a:endParaRPr lang="en-US" dirty="0"/>
          </a:p>
        </p:txBody>
      </p:sp>
      <p:sp>
        <p:nvSpPr>
          <p:cNvPr id="12" name="Text 8"/>
          <p:cNvSpPr/>
          <p:nvPr/>
        </p:nvSpPr>
        <p:spPr>
          <a:xfrm>
            <a:off x="751046" y="4180999"/>
            <a:ext cx="6328172"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latin typeface="Roboto Slab Medium" pitchFamily="34" charset="0"/>
                <a:ea typeface="Roboto Slab Medium" pitchFamily="34" charset="-122"/>
                <a:cs typeface="Roboto Slab Medium" pitchFamily="34" charset="-120"/>
              </a:rPr>
              <a:t>Lưu số nguyên (VD: 18, -50)</a:t>
            </a:r>
            <a:endParaRPr lang="en-US" sz="2000" dirty="0"/>
          </a:p>
        </p:txBody>
      </p:sp>
      <p:sp>
        <p:nvSpPr>
          <p:cNvPr id="13" name="Shape 9"/>
          <p:cNvSpPr/>
          <p:nvPr/>
        </p:nvSpPr>
        <p:spPr>
          <a:xfrm>
            <a:off x="751046" y="4640818"/>
            <a:ext cx="6328172" cy="515064"/>
          </a:xfrm>
          <a:prstGeom prst="roundRect">
            <a:avLst>
              <a:gd name="adj" fmla="val 25716"/>
            </a:avLst>
          </a:prstGeom>
          <a:solidFill>
            <a:srgbClr val="F2F2F2"/>
          </a:solidFill>
          <a:ln/>
        </p:spPr>
        <p:txBody>
          <a:bodyPr/>
          <a:lstStyle/>
          <a:p>
            <a:endParaRPr lang="en-US" sz="3200"/>
          </a:p>
        </p:txBody>
      </p:sp>
      <p:sp>
        <p:nvSpPr>
          <p:cNvPr id="14" name="Shape 10"/>
          <p:cNvSpPr/>
          <p:nvPr/>
        </p:nvSpPr>
        <p:spPr>
          <a:xfrm>
            <a:off x="743783" y="4640818"/>
            <a:ext cx="6342698" cy="515064"/>
          </a:xfrm>
          <a:prstGeom prst="roundRect">
            <a:avLst>
              <a:gd name="adj" fmla="val 4286"/>
            </a:avLst>
          </a:prstGeom>
          <a:solidFill>
            <a:srgbClr val="F2F2F2"/>
          </a:solidFill>
          <a:ln/>
        </p:spPr>
        <p:txBody>
          <a:bodyPr/>
          <a:lstStyle/>
          <a:p>
            <a:endParaRPr lang="en-US" sz="3200"/>
          </a:p>
        </p:txBody>
      </p:sp>
      <p:sp>
        <p:nvSpPr>
          <p:cNvPr id="15" name="Text 11"/>
          <p:cNvSpPr/>
          <p:nvPr/>
        </p:nvSpPr>
        <p:spPr>
          <a:xfrm>
            <a:off x="890945" y="4751189"/>
            <a:ext cx="6048375"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int tuoi = 18;</a:t>
            </a:r>
            <a:endParaRPr lang="en-US" sz="2000" dirty="0"/>
          </a:p>
        </p:txBody>
      </p:sp>
      <p:sp>
        <p:nvSpPr>
          <p:cNvPr id="16" name="Shape 12"/>
          <p:cNvSpPr/>
          <p:nvPr/>
        </p:nvSpPr>
        <p:spPr>
          <a:xfrm>
            <a:off x="7388781" y="3561874"/>
            <a:ext cx="6652974" cy="1790039"/>
          </a:xfrm>
          <a:prstGeom prst="roundRect">
            <a:avLst>
              <a:gd name="adj" fmla="val 6396"/>
            </a:avLst>
          </a:prstGeom>
          <a:solidFill>
            <a:srgbClr val="FFFFFF"/>
          </a:solidFill>
          <a:ln w="15240">
            <a:solidFill>
              <a:srgbClr val="B4CCE3"/>
            </a:solidFill>
            <a:prstDash val="solid"/>
          </a:ln>
        </p:spPr>
        <p:txBody>
          <a:bodyPr/>
          <a:lstStyle/>
          <a:p>
            <a:endParaRPr lang="en-US" sz="2400"/>
          </a:p>
        </p:txBody>
      </p:sp>
      <p:sp>
        <p:nvSpPr>
          <p:cNvPr id="17" name="Shape 13"/>
          <p:cNvSpPr/>
          <p:nvPr/>
        </p:nvSpPr>
        <p:spPr>
          <a:xfrm>
            <a:off x="7404021" y="3577114"/>
            <a:ext cx="6622494" cy="441484"/>
          </a:xfrm>
          <a:prstGeom prst="roundRect">
            <a:avLst>
              <a:gd name="adj" fmla="val 25860"/>
            </a:avLst>
          </a:prstGeom>
          <a:solidFill>
            <a:srgbClr val="CEE6FD"/>
          </a:solidFill>
          <a:ln/>
        </p:spPr>
        <p:txBody>
          <a:bodyPr/>
          <a:lstStyle/>
          <a:p>
            <a:endParaRPr lang="en-US" sz="2400"/>
          </a:p>
        </p:txBody>
      </p:sp>
      <p:sp>
        <p:nvSpPr>
          <p:cNvPr id="19" name="Text 14"/>
          <p:cNvSpPr/>
          <p:nvPr/>
        </p:nvSpPr>
        <p:spPr>
          <a:xfrm>
            <a:off x="7691080" y="3711773"/>
            <a:ext cx="1931551" cy="241340"/>
          </a:xfrm>
          <a:prstGeom prst="rect">
            <a:avLst/>
          </a:prstGeom>
          <a:noFill/>
          <a:ln/>
        </p:spPr>
        <p:txBody>
          <a:bodyPr wrap="none" lIns="0" tIns="0" rIns="0" bIns="0" rtlCol="0" anchor="t"/>
          <a:lstStyle/>
          <a:p>
            <a:pPr marL="0" indent="0" algn="l">
              <a:lnSpc>
                <a:spcPts val="1900"/>
              </a:lnSpc>
              <a:buNone/>
            </a:pPr>
            <a:r>
              <a:rPr lang="en-US" b="1" dirty="0">
                <a:solidFill>
                  <a:srgbClr val="1E3063"/>
                </a:solidFill>
                <a:latin typeface="Roboto Extra Bold" pitchFamily="34" charset="0"/>
                <a:ea typeface="Roboto Extra Bold" pitchFamily="34" charset="-122"/>
                <a:cs typeface="Roboto Extra Bold" pitchFamily="34" charset="-120"/>
              </a:rPr>
              <a:t>double</a:t>
            </a:r>
            <a:endParaRPr lang="en-US" dirty="0"/>
          </a:p>
        </p:txBody>
      </p:sp>
      <p:sp>
        <p:nvSpPr>
          <p:cNvPr id="20" name="Text 15"/>
          <p:cNvSpPr/>
          <p:nvPr/>
        </p:nvSpPr>
        <p:spPr>
          <a:xfrm>
            <a:off x="7551182" y="4180999"/>
            <a:ext cx="6328172"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latin typeface="Roboto Slab Medium" pitchFamily="34" charset="0"/>
                <a:ea typeface="Roboto Slab Medium" pitchFamily="34" charset="-122"/>
                <a:cs typeface="Roboto Slab Medium" pitchFamily="34" charset="-120"/>
              </a:rPr>
              <a:t>Lưu số thực (VD: 8.5, 3.14)</a:t>
            </a:r>
            <a:endParaRPr lang="en-US" sz="2000" dirty="0"/>
          </a:p>
        </p:txBody>
      </p:sp>
      <p:sp>
        <p:nvSpPr>
          <p:cNvPr id="21" name="Shape 16"/>
          <p:cNvSpPr/>
          <p:nvPr/>
        </p:nvSpPr>
        <p:spPr>
          <a:xfrm>
            <a:off x="7551182" y="4640818"/>
            <a:ext cx="6328172" cy="515064"/>
          </a:xfrm>
          <a:prstGeom prst="roundRect">
            <a:avLst>
              <a:gd name="adj" fmla="val 25716"/>
            </a:avLst>
          </a:prstGeom>
          <a:solidFill>
            <a:srgbClr val="F2F2F2"/>
          </a:solidFill>
          <a:ln/>
        </p:spPr>
        <p:txBody>
          <a:bodyPr/>
          <a:lstStyle/>
          <a:p>
            <a:endParaRPr lang="en-US" sz="3200"/>
          </a:p>
        </p:txBody>
      </p:sp>
      <p:sp>
        <p:nvSpPr>
          <p:cNvPr id="22" name="Shape 17"/>
          <p:cNvSpPr/>
          <p:nvPr/>
        </p:nvSpPr>
        <p:spPr>
          <a:xfrm>
            <a:off x="7543919" y="4640818"/>
            <a:ext cx="6342698" cy="515064"/>
          </a:xfrm>
          <a:prstGeom prst="roundRect">
            <a:avLst>
              <a:gd name="adj" fmla="val 4286"/>
            </a:avLst>
          </a:prstGeom>
          <a:solidFill>
            <a:srgbClr val="F2F2F2"/>
          </a:solidFill>
          <a:ln/>
        </p:spPr>
        <p:txBody>
          <a:bodyPr/>
          <a:lstStyle/>
          <a:p>
            <a:endParaRPr lang="en-US" sz="3200"/>
          </a:p>
        </p:txBody>
      </p:sp>
      <p:sp>
        <p:nvSpPr>
          <p:cNvPr id="23" name="Text 18"/>
          <p:cNvSpPr/>
          <p:nvPr/>
        </p:nvSpPr>
        <p:spPr>
          <a:xfrm>
            <a:off x="7691080" y="4751189"/>
            <a:ext cx="6048375"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double diemTB = 8.5;</a:t>
            </a:r>
            <a:endParaRPr lang="en-US" sz="2000" dirty="0"/>
          </a:p>
        </p:txBody>
      </p:sp>
      <p:sp>
        <p:nvSpPr>
          <p:cNvPr id="24" name="Shape 19"/>
          <p:cNvSpPr/>
          <p:nvPr/>
        </p:nvSpPr>
        <p:spPr>
          <a:xfrm>
            <a:off x="588645" y="5595787"/>
            <a:ext cx="6652974" cy="1790039"/>
          </a:xfrm>
          <a:prstGeom prst="roundRect">
            <a:avLst>
              <a:gd name="adj" fmla="val 6396"/>
            </a:avLst>
          </a:prstGeom>
          <a:solidFill>
            <a:srgbClr val="FFFFFF"/>
          </a:solidFill>
          <a:ln w="15240">
            <a:solidFill>
              <a:srgbClr val="B4CCE3"/>
            </a:solidFill>
            <a:prstDash val="solid"/>
          </a:ln>
        </p:spPr>
        <p:txBody>
          <a:bodyPr/>
          <a:lstStyle/>
          <a:p>
            <a:endParaRPr lang="en-US" sz="2400"/>
          </a:p>
        </p:txBody>
      </p:sp>
      <p:sp>
        <p:nvSpPr>
          <p:cNvPr id="25" name="Shape 20"/>
          <p:cNvSpPr/>
          <p:nvPr/>
        </p:nvSpPr>
        <p:spPr>
          <a:xfrm>
            <a:off x="603885" y="5611027"/>
            <a:ext cx="6622494" cy="441484"/>
          </a:xfrm>
          <a:prstGeom prst="roundRect">
            <a:avLst>
              <a:gd name="adj" fmla="val 25860"/>
            </a:avLst>
          </a:prstGeom>
          <a:solidFill>
            <a:srgbClr val="CEE6FD"/>
          </a:solidFill>
          <a:ln/>
        </p:spPr>
        <p:txBody>
          <a:bodyPr/>
          <a:lstStyle/>
          <a:p>
            <a:endParaRPr lang="en-US" sz="2400"/>
          </a:p>
        </p:txBody>
      </p:sp>
      <p:sp>
        <p:nvSpPr>
          <p:cNvPr id="27" name="Text 21"/>
          <p:cNvSpPr/>
          <p:nvPr/>
        </p:nvSpPr>
        <p:spPr>
          <a:xfrm>
            <a:off x="890945" y="5745687"/>
            <a:ext cx="1931551" cy="241340"/>
          </a:xfrm>
          <a:prstGeom prst="rect">
            <a:avLst/>
          </a:prstGeom>
          <a:noFill/>
          <a:ln/>
        </p:spPr>
        <p:txBody>
          <a:bodyPr wrap="none" lIns="0" tIns="0" rIns="0" bIns="0" rtlCol="0" anchor="t"/>
          <a:lstStyle/>
          <a:p>
            <a:pPr marL="0" indent="0" algn="l">
              <a:lnSpc>
                <a:spcPts val="1900"/>
              </a:lnSpc>
              <a:buNone/>
            </a:pPr>
            <a:r>
              <a:rPr lang="en-US" b="1" dirty="0">
                <a:solidFill>
                  <a:srgbClr val="1E3063"/>
                </a:solidFill>
                <a:latin typeface="Roboto Extra Bold" pitchFamily="34" charset="0"/>
                <a:ea typeface="Roboto Extra Bold" pitchFamily="34" charset="-122"/>
                <a:cs typeface="Roboto Extra Bold" pitchFamily="34" charset="-120"/>
              </a:rPr>
              <a:t>String</a:t>
            </a:r>
            <a:endParaRPr lang="en-US" dirty="0"/>
          </a:p>
        </p:txBody>
      </p:sp>
      <p:sp>
        <p:nvSpPr>
          <p:cNvPr id="28" name="Text 22"/>
          <p:cNvSpPr/>
          <p:nvPr/>
        </p:nvSpPr>
        <p:spPr>
          <a:xfrm>
            <a:off x="766286" y="6224912"/>
            <a:ext cx="6328172"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latin typeface="Roboto Slab Medium" pitchFamily="34" charset="0"/>
                <a:ea typeface="Roboto Slab Medium" pitchFamily="34" charset="-122"/>
                <a:cs typeface="Roboto Slab Medium" pitchFamily="34" charset="-120"/>
              </a:rPr>
              <a:t>Lưu chuỗi ký tự, văn bản (đặt trong "")</a:t>
            </a:r>
            <a:endParaRPr lang="en-US" sz="2000" dirty="0"/>
          </a:p>
        </p:txBody>
      </p:sp>
      <p:sp>
        <p:nvSpPr>
          <p:cNvPr id="29" name="Shape 23"/>
          <p:cNvSpPr/>
          <p:nvPr/>
        </p:nvSpPr>
        <p:spPr>
          <a:xfrm>
            <a:off x="766286" y="6684732"/>
            <a:ext cx="6328172" cy="515064"/>
          </a:xfrm>
          <a:prstGeom prst="roundRect">
            <a:avLst>
              <a:gd name="adj" fmla="val 25716"/>
            </a:avLst>
          </a:prstGeom>
          <a:solidFill>
            <a:srgbClr val="F2F2F2"/>
          </a:solidFill>
          <a:ln/>
        </p:spPr>
        <p:txBody>
          <a:bodyPr/>
          <a:lstStyle/>
          <a:p>
            <a:endParaRPr lang="en-US" sz="3200"/>
          </a:p>
        </p:txBody>
      </p:sp>
      <p:sp>
        <p:nvSpPr>
          <p:cNvPr id="30" name="Shape 24"/>
          <p:cNvSpPr/>
          <p:nvPr/>
        </p:nvSpPr>
        <p:spPr>
          <a:xfrm>
            <a:off x="759023" y="6684732"/>
            <a:ext cx="6342698" cy="515064"/>
          </a:xfrm>
          <a:prstGeom prst="roundRect">
            <a:avLst>
              <a:gd name="adj" fmla="val 4286"/>
            </a:avLst>
          </a:prstGeom>
          <a:solidFill>
            <a:srgbClr val="F2F2F2"/>
          </a:solidFill>
          <a:ln/>
        </p:spPr>
        <p:txBody>
          <a:bodyPr/>
          <a:lstStyle/>
          <a:p>
            <a:endParaRPr lang="en-US" sz="3200"/>
          </a:p>
        </p:txBody>
      </p:sp>
      <p:sp>
        <p:nvSpPr>
          <p:cNvPr id="31" name="Text 25"/>
          <p:cNvSpPr/>
          <p:nvPr/>
        </p:nvSpPr>
        <p:spPr>
          <a:xfrm>
            <a:off x="906185" y="6795102"/>
            <a:ext cx="6048375"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String hoTen = "Nguyen Van A";</a:t>
            </a:r>
            <a:endParaRPr lang="en-US" sz="2000" dirty="0"/>
          </a:p>
        </p:txBody>
      </p:sp>
      <p:sp>
        <p:nvSpPr>
          <p:cNvPr id="32" name="Shape 26"/>
          <p:cNvSpPr/>
          <p:nvPr/>
        </p:nvSpPr>
        <p:spPr>
          <a:xfrm>
            <a:off x="7388781" y="5595787"/>
            <a:ext cx="6652974" cy="1790039"/>
          </a:xfrm>
          <a:prstGeom prst="roundRect">
            <a:avLst>
              <a:gd name="adj" fmla="val 6396"/>
            </a:avLst>
          </a:prstGeom>
          <a:solidFill>
            <a:srgbClr val="FFFFFF"/>
          </a:solidFill>
          <a:ln w="15240">
            <a:solidFill>
              <a:srgbClr val="B4CCE3"/>
            </a:solidFill>
            <a:prstDash val="solid"/>
          </a:ln>
        </p:spPr>
        <p:txBody>
          <a:bodyPr/>
          <a:lstStyle/>
          <a:p>
            <a:endParaRPr lang="en-US" sz="2400"/>
          </a:p>
        </p:txBody>
      </p:sp>
      <p:sp>
        <p:nvSpPr>
          <p:cNvPr id="33" name="Shape 27"/>
          <p:cNvSpPr/>
          <p:nvPr/>
        </p:nvSpPr>
        <p:spPr>
          <a:xfrm>
            <a:off x="7404021" y="5611027"/>
            <a:ext cx="6622494" cy="441484"/>
          </a:xfrm>
          <a:prstGeom prst="roundRect">
            <a:avLst>
              <a:gd name="adj" fmla="val 25860"/>
            </a:avLst>
          </a:prstGeom>
          <a:solidFill>
            <a:srgbClr val="CEE6FD"/>
          </a:solidFill>
          <a:ln/>
        </p:spPr>
        <p:txBody>
          <a:bodyPr/>
          <a:lstStyle/>
          <a:p>
            <a:endParaRPr lang="en-US" sz="2400"/>
          </a:p>
        </p:txBody>
      </p:sp>
      <p:sp>
        <p:nvSpPr>
          <p:cNvPr id="35" name="Text 28"/>
          <p:cNvSpPr/>
          <p:nvPr/>
        </p:nvSpPr>
        <p:spPr>
          <a:xfrm>
            <a:off x="7691079" y="5762950"/>
            <a:ext cx="1931551" cy="241340"/>
          </a:xfrm>
          <a:prstGeom prst="rect">
            <a:avLst/>
          </a:prstGeom>
          <a:noFill/>
          <a:ln/>
        </p:spPr>
        <p:txBody>
          <a:bodyPr wrap="none" lIns="0" tIns="0" rIns="0" bIns="0" rtlCol="0" anchor="t"/>
          <a:lstStyle/>
          <a:p>
            <a:pPr marL="0" indent="0" algn="l">
              <a:lnSpc>
                <a:spcPts val="1900"/>
              </a:lnSpc>
              <a:buNone/>
            </a:pPr>
            <a:r>
              <a:rPr lang="en-US" b="1" dirty="0">
                <a:solidFill>
                  <a:srgbClr val="1E3063"/>
                </a:solidFill>
                <a:latin typeface="Roboto Extra Bold" pitchFamily="34" charset="0"/>
                <a:ea typeface="Roboto Extra Bold" pitchFamily="34" charset="-122"/>
                <a:cs typeface="Roboto Extra Bold" pitchFamily="34" charset="-120"/>
              </a:rPr>
              <a:t>boolean</a:t>
            </a:r>
            <a:endParaRPr lang="en-US" dirty="0"/>
          </a:p>
        </p:txBody>
      </p:sp>
      <p:sp>
        <p:nvSpPr>
          <p:cNvPr id="36" name="Text 29"/>
          <p:cNvSpPr/>
          <p:nvPr/>
        </p:nvSpPr>
        <p:spPr>
          <a:xfrm>
            <a:off x="7566422" y="6224912"/>
            <a:ext cx="6328172"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latin typeface="Roboto Slab Medium" pitchFamily="34" charset="0"/>
                <a:ea typeface="Roboto Slab Medium" pitchFamily="34" charset="-122"/>
                <a:cs typeface="Roboto Slab Medium" pitchFamily="34" charset="-120"/>
              </a:rPr>
              <a:t>Lưu giá trị logic đúng/sai (true hoặc false)</a:t>
            </a:r>
            <a:endParaRPr lang="en-US" sz="2000" dirty="0"/>
          </a:p>
        </p:txBody>
      </p:sp>
      <p:sp>
        <p:nvSpPr>
          <p:cNvPr id="37" name="Shape 30"/>
          <p:cNvSpPr/>
          <p:nvPr/>
        </p:nvSpPr>
        <p:spPr>
          <a:xfrm>
            <a:off x="7566422" y="6684732"/>
            <a:ext cx="6328172" cy="515064"/>
          </a:xfrm>
          <a:prstGeom prst="roundRect">
            <a:avLst>
              <a:gd name="adj" fmla="val 25716"/>
            </a:avLst>
          </a:prstGeom>
          <a:solidFill>
            <a:srgbClr val="F2F2F2"/>
          </a:solidFill>
          <a:ln/>
        </p:spPr>
        <p:txBody>
          <a:bodyPr/>
          <a:lstStyle/>
          <a:p>
            <a:endParaRPr lang="en-US" sz="3200"/>
          </a:p>
        </p:txBody>
      </p:sp>
      <p:sp>
        <p:nvSpPr>
          <p:cNvPr id="38" name="Shape 31"/>
          <p:cNvSpPr/>
          <p:nvPr/>
        </p:nvSpPr>
        <p:spPr>
          <a:xfrm>
            <a:off x="7559159" y="6684732"/>
            <a:ext cx="6342698" cy="515064"/>
          </a:xfrm>
          <a:prstGeom prst="roundRect">
            <a:avLst>
              <a:gd name="adj" fmla="val 4286"/>
            </a:avLst>
          </a:prstGeom>
          <a:solidFill>
            <a:srgbClr val="F2F2F2"/>
          </a:solidFill>
          <a:ln/>
        </p:spPr>
        <p:txBody>
          <a:bodyPr/>
          <a:lstStyle/>
          <a:p>
            <a:endParaRPr lang="en-US" sz="3200"/>
          </a:p>
        </p:txBody>
      </p:sp>
      <p:sp>
        <p:nvSpPr>
          <p:cNvPr id="39" name="Text 32"/>
          <p:cNvSpPr/>
          <p:nvPr/>
        </p:nvSpPr>
        <p:spPr>
          <a:xfrm>
            <a:off x="7706320" y="6795102"/>
            <a:ext cx="6048375" cy="294323"/>
          </a:xfrm>
          <a:prstGeom prst="rect">
            <a:avLst/>
          </a:prstGeom>
          <a:noFill/>
          <a:ln/>
        </p:spPr>
        <p:txBody>
          <a:bodyPr wrap="none" lIns="0" tIns="0" rIns="0" bIns="0" rtlCol="0" anchor="t"/>
          <a:lstStyle/>
          <a:p>
            <a:pPr marL="0" indent="0" algn="l">
              <a:lnSpc>
                <a:spcPts val="2300"/>
              </a:lnSpc>
              <a:buNone/>
            </a:pPr>
            <a:r>
              <a:rPr lang="en-US" sz="2000" dirty="0">
                <a:solidFill>
                  <a:srgbClr val="1E3063"/>
                </a:solidFill>
                <a:highlight>
                  <a:srgbClr val="F2F2F2"/>
                </a:highlight>
                <a:latin typeface="Consolas Medium" pitchFamily="34" charset="0"/>
                <a:ea typeface="Consolas Medium" pitchFamily="34" charset="-122"/>
                <a:cs typeface="Consolas Medium" pitchFamily="34" charset="-120"/>
              </a:rPr>
              <a:t>boolean daTotNghiep = false;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4138" y="485440"/>
            <a:ext cx="12324755" cy="593884"/>
          </a:xfrm>
          <a:prstGeom prst="rect">
            <a:avLst/>
          </a:prstGeom>
          <a:noFill/>
          <a:ln/>
        </p:spPr>
        <p:txBody>
          <a:bodyPr wrap="none" lIns="0" tIns="0" rIns="0" bIns="0" rtlCol="0" anchor="t"/>
          <a:lstStyle/>
          <a:p>
            <a:pPr marL="0" indent="0" algn="l">
              <a:lnSpc>
                <a:spcPts val="4650"/>
              </a:lnSpc>
              <a:buNone/>
            </a:pPr>
            <a:r>
              <a:rPr lang="en-US" sz="3700" b="1">
                <a:solidFill>
                  <a:srgbClr val="0070C0"/>
                </a:solidFill>
                <a:latin typeface="Roboto Extra Bold" pitchFamily="34" charset="0"/>
                <a:ea typeface="Roboto Extra Bold" pitchFamily="34" charset="-122"/>
                <a:cs typeface="Roboto Extra Bold" pitchFamily="34" charset="-120"/>
              </a:rPr>
              <a:t>TƯƠNG </a:t>
            </a:r>
            <a:r>
              <a:rPr lang="en-US" sz="3700" b="1" dirty="0">
                <a:solidFill>
                  <a:srgbClr val="0070C0"/>
                </a:solidFill>
                <a:latin typeface="Roboto Extra Bold" pitchFamily="34" charset="0"/>
                <a:ea typeface="Roboto Extra Bold" pitchFamily="34" charset="-122"/>
                <a:cs typeface="Roboto Extra Bold" pitchFamily="34" charset="-120"/>
              </a:rPr>
              <a:t>TÁC VỚI NGƯỜI DÙNG - LỚP Scanner</a:t>
            </a:r>
            <a:endParaRPr lang="en-US" sz="3700" dirty="0"/>
          </a:p>
        </p:txBody>
      </p:sp>
      <p:sp>
        <p:nvSpPr>
          <p:cNvPr id="3" name="Text 1"/>
          <p:cNvSpPr/>
          <p:nvPr/>
        </p:nvSpPr>
        <p:spPr>
          <a:xfrm>
            <a:off x="724138" y="1598316"/>
            <a:ext cx="13182124" cy="927973"/>
          </a:xfrm>
          <a:prstGeom prst="rect">
            <a:avLst/>
          </a:prstGeom>
          <a:noFill/>
          <a:ln/>
        </p:spPr>
        <p:txBody>
          <a:bodyPr wrap="none" lIns="0" tIns="0" rIns="0" bIns="0" rtlCol="0" anchor="t"/>
          <a:lstStyle/>
          <a:p>
            <a:pPr marL="0" indent="0" algn="l">
              <a:lnSpc>
                <a:spcPts val="3550"/>
              </a:lnSpc>
              <a:buNone/>
            </a:pPr>
            <a:r>
              <a:rPr lang="en-US" sz="2000" dirty="0">
                <a:solidFill>
                  <a:srgbClr val="1E3063"/>
                </a:solidFill>
                <a:latin typeface="Roboto Slab Medium" pitchFamily="34" charset="0"/>
                <a:ea typeface="Roboto Slab Medium" pitchFamily="34" charset="-122"/>
                <a:cs typeface="Roboto Slab Medium" pitchFamily="34" charset="-120"/>
              </a:rPr>
              <a:t>Để chương trình có thể nhận dữ liệu nhập vào từ bàn phím, chúng ta sử dụng lớp </a:t>
            </a:r>
            <a:r>
              <a:rPr lang="en-US" sz="2000" b="1">
                <a:solidFill>
                  <a:srgbClr val="00B0F0"/>
                </a:solidFill>
                <a:latin typeface="Roboto Slab Medium" pitchFamily="34" charset="0"/>
                <a:ea typeface="Roboto Slab Medium" pitchFamily="34" charset="-122"/>
                <a:cs typeface="Roboto Slab Medium" pitchFamily="34" charset="-120"/>
              </a:rPr>
              <a:t>Scanner</a:t>
            </a:r>
            <a:r>
              <a:rPr lang="en-US" sz="2000">
                <a:solidFill>
                  <a:srgbClr val="1E3063"/>
                </a:solidFill>
                <a:latin typeface="Roboto Slab Medium" pitchFamily="34" charset="0"/>
                <a:ea typeface="Roboto Slab Medium" pitchFamily="34" charset="-122"/>
                <a:cs typeface="Roboto Slab Medium" pitchFamily="34" charset="-120"/>
              </a:rPr>
              <a:t>.</a:t>
            </a:r>
          </a:p>
          <a:p>
            <a:pPr marL="0" indent="0" algn="l">
              <a:lnSpc>
                <a:spcPts val="3550"/>
              </a:lnSpc>
              <a:buNone/>
            </a:pPr>
            <a:r>
              <a:rPr lang="en-US" sz="2000" i="1">
                <a:solidFill>
                  <a:schemeClr val="accent2">
                    <a:lumMod val="75000"/>
                  </a:schemeClr>
                </a:solidFill>
                <a:latin typeface="Roboto" panose="02000000000000000000" pitchFamily="2" charset="0"/>
                <a:ea typeface="Roboto" panose="02000000000000000000" pitchFamily="2" charset="0"/>
                <a:cs typeface="Roboto" panose="02000000000000000000" pitchFamily="2" charset="0"/>
              </a:rPr>
              <a:t>Tương tự như hàm input() của Python</a:t>
            </a:r>
            <a:endParaRPr lang="en-US" sz="2000" i="1" dirty="0">
              <a:solidFill>
                <a:schemeClr val="accent2">
                  <a:lumMod val="75000"/>
                </a:schemeClr>
              </a:solidFill>
              <a:latin typeface="Roboto" panose="02000000000000000000" pitchFamily="2" charset="0"/>
              <a:ea typeface="Roboto" panose="02000000000000000000" pitchFamily="2" charset="0"/>
              <a:cs typeface="Roboto" panose="02000000000000000000" pitchFamily="2" charset="0"/>
            </a:endParaRPr>
          </a:p>
        </p:txBody>
      </p:sp>
      <p:sp>
        <p:nvSpPr>
          <p:cNvPr id="4" name="Text 2"/>
          <p:cNvSpPr/>
          <p:nvPr/>
        </p:nvSpPr>
        <p:spPr>
          <a:xfrm>
            <a:off x="724138" y="2770374"/>
            <a:ext cx="3043357" cy="356354"/>
          </a:xfrm>
          <a:prstGeom prst="rect">
            <a:avLst/>
          </a:prstGeom>
          <a:noFill/>
          <a:ln/>
        </p:spPr>
        <p:txBody>
          <a:bodyPr wrap="none" lIns="0" tIns="0" rIns="0" bIns="0" rtlCol="0" anchor="t"/>
          <a:lstStyle/>
          <a:p>
            <a:pPr marL="0" indent="0" algn="l">
              <a:lnSpc>
                <a:spcPts val="2800"/>
              </a:lnSpc>
              <a:buNone/>
            </a:pPr>
            <a:r>
              <a:rPr lang="en-US" sz="2200" b="1" dirty="0">
                <a:solidFill>
                  <a:srgbClr val="0070C0"/>
                </a:solidFill>
                <a:latin typeface="Roboto Extra Bold" pitchFamily="34" charset="0"/>
                <a:ea typeface="Roboto Extra Bold" pitchFamily="34" charset="-122"/>
                <a:cs typeface="Roboto Extra Bold" pitchFamily="34" charset="-120"/>
              </a:rPr>
              <a:t>Các bước thực hiện:</a:t>
            </a:r>
            <a:endParaRPr lang="en-US" sz="2200" dirty="0"/>
          </a:p>
        </p:txBody>
      </p:sp>
      <p:sp>
        <p:nvSpPr>
          <p:cNvPr id="5" name="Text 3"/>
          <p:cNvSpPr/>
          <p:nvPr/>
        </p:nvSpPr>
        <p:spPr>
          <a:xfrm>
            <a:off x="724138" y="3259737"/>
            <a:ext cx="180975" cy="226219"/>
          </a:xfrm>
          <a:prstGeom prst="rect">
            <a:avLst/>
          </a:prstGeom>
          <a:noFill/>
          <a:ln/>
        </p:spPr>
        <p:txBody>
          <a:bodyPr wrap="none" lIns="0" tIns="0" rIns="0" bIns="0" rtlCol="0" anchor="t"/>
          <a:lstStyle/>
          <a:p>
            <a:pPr marL="0" indent="0" algn="l">
              <a:lnSpc>
                <a:spcPts val="2850"/>
              </a:lnSpc>
              <a:buNone/>
            </a:pPr>
            <a:r>
              <a:rPr lang="en-US" sz="2400" b="1" dirty="0">
                <a:solidFill>
                  <a:schemeClr val="accent2"/>
                </a:solidFill>
                <a:latin typeface="Roboto Black" panose="02000000000000000000" pitchFamily="2" charset="0"/>
                <a:ea typeface="Roboto Black" panose="02000000000000000000" pitchFamily="2" charset="0"/>
                <a:cs typeface="Roboto Black" panose="02000000000000000000" pitchFamily="2" charset="0"/>
              </a:rPr>
              <a:t>01</a:t>
            </a:r>
          </a:p>
        </p:txBody>
      </p:sp>
      <p:sp>
        <p:nvSpPr>
          <p:cNvPr id="6" name="Shape 4"/>
          <p:cNvSpPr/>
          <p:nvPr/>
        </p:nvSpPr>
        <p:spPr>
          <a:xfrm>
            <a:off x="724138" y="3567112"/>
            <a:ext cx="3373729" cy="45719"/>
          </a:xfrm>
          <a:prstGeom prst="rect">
            <a:avLst/>
          </a:prstGeom>
          <a:solidFill>
            <a:srgbClr val="84C1FA"/>
          </a:solidFill>
          <a:ln/>
        </p:spPr>
        <p:txBody>
          <a:bodyPr/>
          <a:lstStyle/>
          <a:p>
            <a:endParaRPr lang="en-US"/>
          </a:p>
        </p:txBody>
      </p:sp>
      <p:sp>
        <p:nvSpPr>
          <p:cNvPr id="7" name="Text 5"/>
          <p:cNvSpPr/>
          <p:nvPr/>
        </p:nvSpPr>
        <p:spPr>
          <a:xfrm>
            <a:off x="724138" y="3703320"/>
            <a:ext cx="2376130" cy="297061"/>
          </a:xfrm>
          <a:prstGeom prst="rect">
            <a:avLst/>
          </a:prstGeom>
          <a:noFill/>
          <a:ln/>
        </p:spPr>
        <p:txBody>
          <a:bodyPr wrap="square" lIns="0" tIns="0" rIns="0" bIns="0" rtlCol="0" anchor="t"/>
          <a:lstStyle/>
          <a:p>
            <a:pPr marL="0" indent="0" algn="l">
              <a:lnSpc>
                <a:spcPts val="2300"/>
              </a:lnSpc>
              <a:buNone/>
            </a:pPr>
            <a:r>
              <a:rPr lang="en-US" sz="2400" b="1" dirty="0">
                <a:solidFill>
                  <a:srgbClr val="1E3063"/>
                </a:solidFill>
                <a:latin typeface="Roboto Extra Bold" pitchFamily="34" charset="0"/>
                <a:ea typeface="Roboto Extra Bold" pitchFamily="34" charset="-122"/>
                <a:cs typeface="Roboto Extra Bold" pitchFamily="34" charset="-120"/>
              </a:rPr>
              <a:t>Import thư viện</a:t>
            </a:r>
            <a:endParaRPr lang="en-US" sz="2400" dirty="0"/>
          </a:p>
        </p:txBody>
      </p:sp>
      <p:sp>
        <p:nvSpPr>
          <p:cNvPr id="8" name="Text 6"/>
          <p:cNvSpPr/>
          <p:nvPr/>
        </p:nvSpPr>
        <p:spPr>
          <a:xfrm>
            <a:off x="724138" y="4108966"/>
            <a:ext cx="4273391" cy="1637078"/>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Roboto Slab Medium" pitchFamily="34" charset="0"/>
                <a:ea typeface="Roboto Slab Medium" pitchFamily="34" charset="-122"/>
                <a:cs typeface="Roboto Slab Medium" pitchFamily="34" charset="-120"/>
              </a:rPr>
              <a:t>Thêm </a:t>
            </a:r>
            <a:r>
              <a:rPr lang="en-US">
                <a:solidFill>
                  <a:srgbClr val="1E3063"/>
                </a:solidFill>
                <a:latin typeface="Roboto Slab Medium" pitchFamily="34" charset="0"/>
                <a:ea typeface="Roboto Slab Medium" pitchFamily="34" charset="-122"/>
                <a:cs typeface="Roboto Slab Medium" pitchFamily="34" charset="-120"/>
              </a:rPr>
              <a:t>dòng </a:t>
            </a:r>
          </a:p>
          <a:p>
            <a:pPr marL="0" indent="0" algn="l">
              <a:lnSpc>
                <a:spcPts val="2850"/>
              </a:lnSpc>
              <a:buNone/>
            </a:pPr>
            <a:r>
              <a:rPr lang="en-US">
                <a:solidFill>
                  <a:srgbClr val="1E3063"/>
                </a:solidFill>
                <a:highlight>
                  <a:srgbClr val="F2F2F2"/>
                </a:highlight>
                <a:latin typeface="Consolas" pitchFamily="34" charset="0"/>
                <a:ea typeface="Consolas" pitchFamily="34" charset="-122"/>
                <a:cs typeface="Consolas" pitchFamily="34" charset="-120"/>
              </a:rPr>
              <a:t>import </a:t>
            </a:r>
            <a:r>
              <a:rPr lang="en-US" dirty="0">
                <a:solidFill>
                  <a:srgbClr val="1E3063"/>
                </a:solidFill>
                <a:highlight>
                  <a:srgbClr val="F2F2F2"/>
                </a:highlight>
                <a:latin typeface="Consolas" pitchFamily="34" charset="0"/>
                <a:ea typeface="Consolas" pitchFamily="34" charset="-122"/>
                <a:cs typeface="Consolas" pitchFamily="34" charset="-120"/>
              </a:rPr>
              <a:t>java.util.Scanner</a:t>
            </a:r>
            <a:r>
              <a:rPr lang="en-US">
                <a:solidFill>
                  <a:srgbClr val="1E3063"/>
                </a:solidFill>
                <a:highlight>
                  <a:srgbClr val="F2F2F2"/>
                </a:highlight>
                <a:latin typeface="Consolas" pitchFamily="34" charset="0"/>
                <a:ea typeface="Consolas" pitchFamily="34" charset="-122"/>
                <a:cs typeface="Consolas" pitchFamily="34" charset="-120"/>
              </a:rPr>
              <a:t>;</a:t>
            </a:r>
            <a:r>
              <a:rPr lang="en-US">
                <a:solidFill>
                  <a:srgbClr val="1E3063"/>
                </a:solidFill>
                <a:latin typeface="Roboto Slab Medium" pitchFamily="34" charset="0"/>
                <a:ea typeface="Roboto Slab Medium" pitchFamily="34" charset="-122"/>
                <a:cs typeface="Roboto Slab Medium" pitchFamily="34" charset="-120"/>
              </a:rPr>
              <a:t> </a:t>
            </a:r>
          </a:p>
          <a:p>
            <a:pPr marL="0" indent="0" algn="l">
              <a:lnSpc>
                <a:spcPts val="2850"/>
              </a:lnSpc>
              <a:buNone/>
            </a:pPr>
            <a:r>
              <a:rPr lang="en-US">
                <a:solidFill>
                  <a:srgbClr val="1E3063"/>
                </a:solidFill>
                <a:latin typeface="Roboto Slab Medium" pitchFamily="34" charset="0"/>
                <a:ea typeface="Roboto Slab Medium" pitchFamily="34" charset="-122"/>
                <a:cs typeface="Roboto Slab Medium" pitchFamily="34" charset="-120"/>
              </a:rPr>
              <a:t>ở </a:t>
            </a:r>
            <a:r>
              <a:rPr lang="en-US" dirty="0">
                <a:solidFill>
                  <a:srgbClr val="1E3063"/>
                </a:solidFill>
                <a:latin typeface="Roboto Slab Medium" pitchFamily="34" charset="0"/>
                <a:ea typeface="Roboto Slab Medium" pitchFamily="34" charset="-122"/>
                <a:cs typeface="Roboto Slab Medium" pitchFamily="34" charset="-120"/>
              </a:rPr>
              <a:t>đầu file.</a:t>
            </a:r>
            <a:endParaRPr lang="en-US" dirty="0"/>
          </a:p>
        </p:txBody>
      </p:sp>
      <p:sp>
        <p:nvSpPr>
          <p:cNvPr id="9" name="Text 7"/>
          <p:cNvSpPr/>
          <p:nvPr/>
        </p:nvSpPr>
        <p:spPr>
          <a:xfrm>
            <a:off x="4321135" y="3271306"/>
            <a:ext cx="180975" cy="226219"/>
          </a:xfrm>
          <a:prstGeom prst="rect">
            <a:avLst/>
          </a:prstGeom>
          <a:noFill/>
          <a:ln/>
        </p:spPr>
        <p:txBody>
          <a:bodyPr wrap="none" lIns="0" tIns="0" rIns="0" bIns="0" rtlCol="0" anchor="t"/>
          <a:lstStyle/>
          <a:p>
            <a:pPr marL="0" indent="0" algn="l">
              <a:lnSpc>
                <a:spcPts val="2850"/>
              </a:lnSpc>
              <a:buNone/>
            </a:pPr>
            <a:r>
              <a:rPr lang="en-US" sz="2400" b="1" dirty="0">
                <a:solidFill>
                  <a:schemeClr val="accent2"/>
                </a:solidFill>
                <a:latin typeface="Roboto Black" panose="02000000000000000000" pitchFamily="2" charset="0"/>
                <a:ea typeface="Roboto Black" panose="02000000000000000000" pitchFamily="2" charset="0"/>
                <a:cs typeface="Roboto Black" panose="02000000000000000000" pitchFamily="2" charset="0"/>
              </a:rPr>
              <a:t>02</a:t>
            </a:r>
          </a:p>
        </p:txBody>
      </p:sp>
      <p:sp>
        <p:nvSpPr>
          <p:cNvPr id="10" name="Shape 8"/>
          <p:cNvSpPr/>
          <p:nvPr/>
        </p:nvSpPr>
        <p:spPr>
          <a:xfrm>
            <a:off x="4321135" y="3578682"/>
            <a:ext cx="4273391" cy="22860"/>
          </a:xfrm>
          <a:prstGeom prst="rect">
            <a:avLst/>
          </a:prstGeom>
          <a:solidFill>
            <a:srgbClr val="84C1FA"/>
          </a:solidFill>
          <a:ln/>
        </p:spPr>
        <p:txBody>
          <a:bodyPr/>
          <a:lstStyle/>
          <a:p>
            <a:endParaRPr lang="en-US"/>
          </a:p>
        </p:txBody>
      </p:sp>
      <p:sp>
        <p:nvSpPr>
          <p:cNvPr id="11" name="Text 9"/>
          <p:cNvSpPr/>
          <p:nvPr/>
        </p:nvSpPr>
        <p:spPr>
          <a:xfrm>
            <a:off x="4321135" y="3714889"/>
            <a:ext cx="3965496" cy="297061"/>
          </a:xfrm>
          <a:prstGeom prst="rect">
            <a:avLst/>
          </a:prstGeom>
          <a:noFill/>
          <a:ln/>
        </p:spPr>
        <p:txBody>
          <a:bodyPr wrap="square" lIns="0" tIns="0" rIns="0" bIns="0" rtlCol="0" anchor="t"/>
          <a:lstStyle/>
          <a:p>
            <a:pPr marL="0" indent="0" algn="l">
              <a:lnSpc>
                <a:spcPts val="2300"/>
              </a:lnSpc>
              <a:buNone/>
            </a:pPr>
            <a:r>
              <a:rPr lang="en-US" sz="2400" b="1" dirty="0">
                <a:solidFill>
                  <a:srgbClr val="1E3063"/>
                </a:solidFill>
                <a:latin typeface="Roboto Extra Bold" pitchFamily="34" charset="0"/>
                <a:ea typeface="Roboto Extra Bold" pitchFamily="34" charset="-122"/>
                <a:cs typeface="Roboto Extra Bold" pitchFamily="34" charset="-120"/>
              </a:rPr>
              <a:t>Tạo đối tượng Scanner</a:t>
            </a:r>
            <a:endParaRPr lang="en-US" sz="2400" dirty="0"/>
          </a:p>
        </p:txBody>
      </p:sp>
      <p:sp>
        <p:nvSpPr>
          <p:cNvPr id="12" name="Text 10"/>
          <p:cNvSpPr/>
          <p:nvPr/>
        </p:nvSpPr>
        <p:spPr>
          <a:xfrm>
            <a:off x="4321135" y="4120535"/>
            <a:ext cx="4273391" cy="362188"/>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Roboto Slab Medium" pitchFamily="34" charset="0"/>
                <a:ea typeface="Roboto Slab Medium" pitchFamily="34" charset="-122"/>
                <a:cs typeface="Roboto Slab Medium" pitchFamily="34" charset="-120"/>
              </a:rPr>
              <a:t>Trong hàm </a:t>
            </a:r>
            <a:r>
              <a:rPr lang="en-US" dirty="0">
                <a:solidFill>
                  <a:srgbClr val="00B0F0"/>
                </a:solidFill>
                <a:latin typeface="Roboto Slab Medium" pitchFamily="34" charset="0"/>
                <a:ea typeface="Roboto Slab Medium" pitchFamily="34" charset="-122"/>
                <a:cs typeface="Roboto Slab Medium" pitchFamily="34" charset="-120"/>
              </a:rPr>
              <a:t>main</a:t>
            </a:r>
            <a:r>
              <a:rPr lang="en-US" dirty="0">
                <a:solidFill>
                  <a:srgbClr val="1E3063"/>
                </a:solidFill>
                <a:latin typeface="Roboto Slab Medium" pitchFamily="34" charset="0"/>
                <a:ea typeface="Roboto Slab Medium" pitchFamily="34" charset="-122"/>
                <a:cs typeface="Roboto Slab Medium" pitchFamily="34" charset="-120"/>
              </a:rPr>
              <a:t>, tạo một đối tượng Scanner.</a:t>
            </a:r>
            <a:endParaRPr lang="en-US" dirty="0"/>
          </a:p>
        </p:txBody>
      </p:sp>
      <p:sp>
        <p:nvSpPr>
          <p:cNvPr id="13" name="Shape 11"/>
          <p:cNvSpPr/>
          <p:nvPr/>
        </p:nvSpPr>
        <p:spPr>
          <a:xfrm>
            <a:off x="4300775" y="5010130"/>
            <a:ext cx="4273391" cy="513457"/>
          </a:xfrm>
          <a:prstGeom prst="roundRect">
            <a:avLst>
              <a:gd name="adj" fmla="val 25714"/>
            </a:avLst>
          </a:prstGeom>
          <a:solidFill>
            <a:srgbClr val="F2F2F2"/>
          </a:solidFill>
          <a:ln/>
        </p:spPr>
        <p:txBody>
          <a:bodyPr wrap="square"/>
          <a:lstStyle/>
          <a:p>
            <a:endParaRPr lang="en-US" sz="2400"/>
          </a:p>
        </p:txBody>
      </p:sp>
      <p:sp>
        <p:nvSpPr>
          <p:cNvPr id="15" name="Text 13"/>
          <p:cNvSpPr/>
          <p:nvPr/>
        </p:nvSpPr>
        <p:spPr>
          <a:xfrm>
            <a:off x="4472700" y="5065378"/>
            <a:ext cx="3929539" cy="318509"/>
          </a:xfrm>
          <a:prstGeom prst="rect">
            <a:avLst/>
          </a:prstGeom>
          <a:noFill/>
          <a:ln/>
        </p:spPr>
        <p:txBody>
          <a:bodyPr wrap="square" lIns="0" tIns="0" rIns="0" bIns="0" rtlCol="0" anchor="t"/>
          <a:lstStyle/>
          <a:p>
            <a:pPr marL="0" indent="0" algn="l">
              <a:lnSpc>
                <a:spcPts val="2850"/>
              </a:lnSpc>
              <a:buNone/>
            </a:pPr>
            <a:r>
              <a:rPr lang="en-US" dirty="0">
                <a:solidFill>
                  <a:srgbClr val="1E3063"/>
                </a:solidFill>
                <a:highlight>
                  <a:srgbClr val="F2F2F2"/>
                </a:highlight>
                <a:latin typeface="Consolas Medium" pitchFamily="34" charset="0"/>
                <a:ea typeface="Consolas Medium" pitchFamily="34" charset="-122"/>
                <a:cs typeface="Consolas Medium" pitchFamily="34" charset="-120"/>
              </a:rPr>
              <a:t>Scanner sc = new Scanner(System.in);</a:t>
            </a:r>
            <a:endParaRPr lang="en-US" dirty="0"/>
          </a:p>
        </p:txBody>
      </p:sp>
      <p:sp>
        <p:nvSpPr>
          <p:cNvPr id="16" name="Text 14"/>
          <p:cNvSpPr/>
          <p:nvPr/>
        </p:nvSpPr>
        <p:spPr>
          <a:xfrm>
            <a:off x="8775502" y="3271306"/>
            <a:ext cx="180975" cy="226219"/>
          </a:xfrm>
          <a:prstGeom prst="rect">
            <a:avLst/>
          </a:prstGeom>
          <a:noFill/>
          <a:ln/>
        </p:spPr>
        <p:txBody>
          <a:bodyPr wrap="none" lIns="0" tIns="0" rIns="0" bIns="0" rtlCol="0" anchor="t"/>
          <a:lstStyle/>
          <a:p>
            <a:pPr marL="0" indent="0" algn="l">
              <a:lnSpc>
                <a:spcPts val="2850"/>
              </a:lnSpc>
              <a:buNone/>
            </a:pPr>
            <a:r>
              <a:rPr lang="en-US" sz="2400" b="1" dirty="0">
                <a:solidFill>
                  <a:schemeClr val="accent2"/>
                </a:solidFill>
                <a:latin typeface="Roboto Black" panose="02000000000000000000" pitchFamily="2" charset="0"/>
                <a:ea typeface="Roboto Black" panose="02000000000000000000" pitchFamily="2" charset="0"/>
                <a:cs typeface="Roboto Black" panose="02000000000000000000" pitchFamily="2" charset="0"/>
              </a:rPr>
              <a:t>03</a:t>
            </a:r>
          </a:p>
        </p:txBody>
      </p:sp>
      <p:sp>
        <p:nvSpPr>
          <p:cNvPr id="17" name="Shape 15"/>
          <p:cNvSpPr/>
          <p:nvPr/>
        </p:nvSpPr>
        <p:spPr>
          <a:xfrm>
            <a:off x="8775502" y="3578682"/>
            <a:ext cx="4273391" cy="22860"/>
          </a:xfrm>
          <a:prstGeom prst="rect">
            <a:avLst/>
          </a:prstGeom>
          <a:solidFill>
            <a:srgbClr val="84C1FA"/>
          </a:solidFill>
          <a:ln/>
        </p:spPr>
        <p:txBody>
          <a:bodyPr/>
          <a:lstStyle/>
          <a:p>
            <a:endParaRPr lang="en-US"/>
          </a:p>
        </p:txBody>
      </p:sp>
      <p:sp>
        <p:nvSpPr>
          <p:cNvPr id="18" name="Text 16"/>
          <p:cNvSpPr/>
          <p:nvPr/>
        </p:nvSpPr>
        <p:spPr>
          <a:xfrm>
            <a:off x="8775502" y="3714889"/>
            <a:ext cx="2376130" cy="297061"/>
          </a:xfrm>
          <a:prstGeom prst="rect">
            <a:avLst/>
          </a:prstGeom>
          <a:noFill/>
          <a:ln/>
        </p:spPr>
        <p:txBody>
          <a:bodyPr wrap="square" lIns="0" tIns="0" rIns="0" bIns="0" rtlCol="0" anchor="t"/>
          <a:lstStyle/>
          <a:p>
            <a:pPr marL="0" indent="0" algn="l">
              <a:lnSpc>
                <a:spcPts val="2300"/>
              </a:lnSpc>
              <a:buNone/>
            </a:pPr>
            <a:r>
              <a:rPr lang="en-US" sz="2400" b="1" dirty="0">
                <a:solidFill>
                  <a:srgbClr val="1E3063"/>
                </a:solidFill>
                <a:latin typeface="Roboto Extra Bold" pitchFamily="34" charset="0"/>
                <a:ea typeface="Roboto Extra Bold" pitchFamily="34" charset="-122"/>
                <a:cs typeface="Roboto Extra Bold" pitchFamily="34" charset="-120"/>
              </a:rPr>
              <a:t>Đọc dữ liệu</a:t>
            </a:r>
            <a:endParaRPr lang="en-US" sz="2400" dirty="0"/>
          </a:p>
        </p:txBody>
      </p:sp>
      <p:sp>
        <p:nvSpPr>
          <p:cNvPr id="19" name="Text 17"/>
          <p:cNvSpPr/>
          <p:nvPr/>
        </p:nvSpPr>
        <p:spPr>
          <a:xfrm>
            <a:off x="8775502" y="4120535"/>
            <a:ext cx="4273391" cy="724376"/>
          </a:xfrm>
          <a:prstGeom prst="rect">
            <a:avLst/>
          </a:prstGeom>
          <a:noFill/>
          <a:ln/>
        </p:spPr>
        <p:txBody>
          <a:bodyPr wrap="square" lIns="0" tIns="0" rIns="0" bIns="0" rtlCol="0" anchor="t"/>
          <a:lstStyle/>
          <a:p>
            <a:pPr marL="0" indent="0" algn="l">
              <a:lnSpc>
                <a:spcPts val="2850"/>
              </a:lnSpc>
              <a:buNone/>
            </a:pPr>
            <a:r>
              <a:rPr lang="en-US" dirty="0">
                <a:solidFill>
                  <a:srgbClr val="1E3063"/>
                </a:solidFill>
                <a:latin typeface="Roboto Slab Medium" pitchFamily="34" charset="0"/>
                <a:ea typeface="Roboto Slab Medium" pitchFamily="34" charset="-122"/>
                <a:cs typeface="Roboto Slab Medium" pitchFamily="34" charset="-120"/>
              </a:rPr>
              <a:t>Dùng các phương thức tương ứng với kiểu dữ liệu cần đọc.</a:t>
            </a:r>
            <a:endParaRPr lang="en-US" dirty="0"/>
          </a:p>
        </p:txBody>
      </p:sp>
      <p:sp>
        <p:nvSpPr>
          <p:cNvPr id="20" name="Shape 18"/>
          <p:cNvSpPr/>
          <p:nvPr/>
        </p:nvSpPr>
        <p:spPr>
          <a:xfrm>
            <a:off x="8775502" y="5048508"/>
            <a:ext cx="5146094" cy="1582341"/>
          </a:xfrm>
          <a:prstGeom prst="roundRect">
            <a:avLst>
              <a:gd name="adj" fmla="val 7824"/>
            </a:avLst>
          </a:prstGeom>
          <a:solidFill>
            <a:srgbClr val="F2F2F2"/>
          </a:solidFill>
          <a:ln/>
        </p:spPr>
        <p:txBody>
          <a:bodyPr wrap="square"/>
          <a:lstStyle/>
          <a:p>
            <a:endParaRPr lang="en-US" sz="2400"/>
          </a:p>
        </p:txBody>
      </p:sp>
      <p:sp>
        <p:nvSpPr>
          <p:cNvPr id="21" name="Shape 19"/>
          <p:cNvSpPr/>
          <p:nvPr/>
        </p:nvSpPr>
        <p:spPr>
          <a:xfrm>
            <a:off x="8766453" y="5048508"/>
            <a:ext cx="5167888" cy="1536623"/>
          </a:xfrm>
          <a:prstGeom prst="roundRect">
            <a:avLst>
              <a:gd name="adj" fmla="val 1304"/>
            </a:avLst>
          </a:prstGeom>
          <a:solidFill>
            <a:srgbClr val="F2F2F2"/>
          </a:solidFill>
          <a:ln/>
        </p:spPr>
        <p:txBody>
          <a:bodyPr wrap="square"/>
          <a:lstStyle/>
          <a:p>
            <a:endParaRPr lang="en-US" sz="2400"/>
          </a:p>
        </p:txBody>
      </p:sp>
      <p:sp>
        <p:nvSpPr>
          <p:cNvPr id="22" name="Text 20"/>
          <p:cNvSpPr/>
          <p:nvPr/>
        </p:nvSpPr>
        <p:spPr>
          <a:xfrm>
            <a:off x="8947428" y="5184240"/>
            <a:ext cx="4958834" cy="1446610"/>
          </a:xfrm>
          <a:prstGeom prst="rect">
            <a:avLst/>
          </a:prstGeom>
          <a:noFill/>
          <a:ln/>
        </p:spPr>
        <p:txBody>
          <a:bodyPr wrap="square" lIns="0" tIns="0" rIns="0" bIns="0" rtlCol="0" anchor="t"/>
          <a:lstStyle/>
          <a:p>
            <a:pPr marL="0" indent="0" algn="l">
              <a:buNone/>
            </a:pPr>
            <a:r>
              <a:rPr lang="en-US" dirty="0">
                <a:solidFill>
                  <a:srgbClr val="1E3063"/>
                </a:solidFill>
                <a:highlight>
                  <a:srgbClr val="F2F2F2"/>
                </a:highlight>
                <a:latin typeface="Consolas Medium" pitchFamily="34" charset="0"/>
                <a:ea typeface="Consolas Medium" pitchFamily="34" charset="-122"/>
                <a:cs typeface="Consolas Medium" pitchFamily="34" charset="-120"/>
              </a:rPr>
              <a:t>System.out.print("Moi ban nhap ten</a:t>
            </a:r>
            <a:r>
              <a:rPr lang="en-US">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a:buNone/>
            </a:pPr>
            <a:r>
              <a:rPr lang="en-US">
                <a:solidFill>
                  <a:srgbClr val="1E3063"/>
                </a:solidFill>
                <a:highlight>
                  <a:srgbClr val="F2F2F2"/>
                </a:highlight>
                <a:latin typeface="Consolas Medium" pitchFamily="34" charset="0"/>
                <a:ea typeface="Consolas Medium" pitchFamily="34" charset="-122"/>
                <a:cs typeface="Consolas Medium" pitchFamily="34" charset="-120"/>
              </a:rPr>
              <a:t>String </a:t>
            </a:r>
            <a:r>
              <a:rPr lang="en-US" dirty="0">
                <a:solidFill>
                  <a:srgbClr val="1E3063"/>
                </a:solidFill>
                <a:highlight>
                  <a:srgbClr val="F2F2F2"/>
                </a:highlight>
                <a:latin typeface="Consolas Medium" pitchFamily="34" charset="0"/>
                <a:ea typeface="Consolas Medium" pitchFamily="34" charset="-122"/>
                <a:cs typeface="Consolas Medium" pitchFamily="34" charset="-120"/>
              </a:rPr>
              <a:t>ten = sc.nextLine(); // Đọc một dòng </a:t>
            </a:r>
            <a:r>
              <a:rPr lang="en-US">
                <a:solidFill>
                  <a:srgbClr val="1E3063"/>
                </a:solidFill>
                <a:highlight>
                  <a:srgbClr val="F2F2F2"/>
                </a:highlight>
                <a:latin typeface="Consolas Medium" pitchFamily="34" charset="0"/>
                <a:ea typeface="Consolas Medium" pitchFamily="34" charset="-122"/>
                <a:cs typeface="Consolas Medium" pitchFamily="34" charset="-120"/>
              </a:rPr>
              <a:t>văn bản</a:t>
            </a:r>
          </a:p>
          <a:p>
            <a:pPr marL="0" indent="0" algn="l">
              <a:buNone/>
            </a:pPr>
            <a:endParaRPr lang="en-US" sz="1100">
              <a:solidFill>
                <a:srgbClr val="1E3063"/>
              </a:solidFill>
              <a:highlight>
                <a:srgbClr val="F2F2F2"/>
              </a:highlight>
              <a:latin typeface="Consolas Medium" pitchFamily="34" charset="0"/>
              <a:ea typeface="Consolas Medium" pitchFamily="34" charset="-122"/>
              <a:cs typeface="Consolas Medium" pitchFamily="34" charset="-120"/>
            </a:endParaRPr>
          </a:p>
          <a:p>
            <a:pPr marL="0" indent="0" algn="l">
              <a:buNone/>
            </a:pPr>
            <a:r>
              <a:rPr lang="en-US">
                <a:solidFill>
                  <a:srgbClr val="1E3063"/>
                </a:solidFill>
                <a:highlight>
                  <a:srgbClr val="F2F2F2"/>
                </a:highlight>
                <a:latin typeface="Consolas Medium" pitchFamily="34" charset="0"/>
                <a:ea typeface="Consolas Medium" pitchFamily="34" charset="-122"/>
                <a:cs typeface="Consolas Medium" pitchFamily="34" charset="-120"/>
              </a:rPr>
              <a:t>System</a:t>
            </a:r>
            <a:r>
              <a:rPr lang="en-US" dirty="0">
                <a:solidFill>
                  <a:srgbClr val="1E3063"/>
                </a:solidFill>
                <a:highlight>
                  <a:srgbClr val="F2F2F2"/>
                </a:highlight>
                <a:latin typeface="Consolas Medium" pitchFamily="34" charset="0"/>
                <a:ea typeface="Consolas Medium" pitchFamily="34" charset="-122"/>
                <a:cs typeface="Consolas Medium" pitchFamily="34" charset="-120"/>
              </a:rPr>
              <a:t>.out.print("Moi ban nhap tuoi</a:t>
            </a:r>
            <a:r>
              <a:rPr lang="en-US">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a:buNone/>
            </a:pPr>
            <a:r>
              <a:rPr lang="en-US">
                <a:solidFill>
                  <a:srgbClr val="1E3063"/>
                </a:solidFill>
                <a:highlight>
                  <a:srgbClr val="F2F2F2"/>
                </a:highlight>
                <a:latin typeface="Consolas Medium" pitchFamily="34" charset="0"/>
                <a:ea typeface="Consolas Medium" pitchFamily="34" charset="-122"/>
                <a:cs typeface="Consolas Medium" pitchFamily="34" charset="-120"/>
              </a:rPr>
              <a:t>int </a:t>
            </a:r>
            <a:r>
              <a:rPr lang="en-US" dirty="0">
                <a:solidFill>
                  <a:srgbClr val="1E3063"/>
                </a:solidFill>
                <a:highlight>
                  <a:srgbClr val="F2F2F2"/>
                </a:highlight>
                <a:latin typeface="Consolas Medium" pitchFamily="34" charset="0"/>
                <a:ea typeface="Consolas Medium" pitchFamily="34" charset="-122"/>
                <a:cs typeface="Consolas Medium" pitchFamily="34" charset="-120"/>
              </a:rPr>
              <a:t>tuoi = sc.nextInt(); // Đọc một số nguyên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3537" y="463034"/>
            <a:ext cx="9283184" cy="552569"/>
          </a:xfrm>
          <a:prstGeom prst="rect">
            <a:avLst/>
          </a:prstGeom>
          <a:noFill/>
          <a:ln/>
        </p:spPr>
        <p:txBody>
          <a:bodyPr wrap="none" lIns="0" tIns="0" rIns="0" bIns="0" rtlCol="0" anchor="t"/>
          <a:lstStyle/>
          <a:p>
            <a:pPr marL="0" indent="0" algn="l">
              <a:lnSpc>
                <a:spcPts val="4350"/>
              </a:lnSpc>
              <a:buNone/>
            </a:pPr>
            <a:r>
              <a:rPr lang="en-US" sz="3600" b="1">
                <a:solidFill>
                  <a:srgbClr val="0070C0"/>
                </a:solidFill>
                <a:latin typeface="Roboto Extra Bold" pitchFamily="34" charset="0"/>
                <a:ea typeface="Roboto Extra Bold" pitchFamily="34" charset="-122"/>
                <a:cs typeface="Roboto Extra Bold" pitchFamily="34" charset="-120"/>
              </a:rPr>
              <a:t>CÁC </a:t>
            </a:r>
            <a:r>
              <a:rPr lang="en-US" sz="3600" b="1" dirty="0">
                <a:solidFill>
                  <a:srgbClr val="0070C0"/>
                </a:solidFill>
                <a:latin typeface="Roboto Extra Bold" pitchFamily="34" charset="0"/>
                <a:ea typeface="Roboto Extra Bold" pitchFamily="34" charset="-122"/>
                <a:cs typeface="Roboto Extra Bold" pitchFamily="34" charset="-120"/>
              </a:rPr>
              <a:t>PHÉP TOÁN &amp; CHÚ THÍCH</a:t>
            </a:r>
            <a:endParaRPr lang="en-US" sz="3600" dirty="0"/>
          </a:p>
        </p:txBody>
      </p:sp>
      <p:sp>
        <p:nvSpPr>
          <p:cNvPr id="3" name="Text 1"/>
          <p:cNvSpPr/>
          <p:nvPr/>
        </p:nvSpPr>
        <p:spPr>
          <a:xfrm>
            <a:off x="673537" y="1436489"/>
            <a:ext cx="3066098" cy="331589"/>
          </a:xfrm>
          <a:prstGeom prst="rect">
            <a:avLst/>
          </a:prstGeom>
          <a:noFill/>
          <a:ln/>
        </p:spPr>
        <p:txBody>
          <a:bodyPr wrap="none" lIns="0" tIns="0" rIns="0" bIns="0" rtlCol="0" anchor="t"/>
          <a:lstStyle/>
          <a:p>
            <a:pPr marL="0" indent="0" algn="l">
              <a:lnSpc>
                <a:spcPts val="2600"/>
              </a:lnSpc>
              <a:buNone/>
            </a:pPr>
            <a:r>
              <a:rPr lang="en-US" sz="2400" b="1" dirty="0">
                <a:solidFill>
                  <a:srgbClr val="84C1FA"/>
                </a:solidFill>
                <a:latin typeface="Roboto Extra Bold" pitchFamily="34" charset="0"/>
                <a:ea typeface="Roboto Extra Bold" pitchFamily="34" charset="-122"/>
                <a:cs typeface="Roboto Extra Bold" pitchFamily="34" charset="-120"/>
              </a:rPr>
              <a:t>Các phép toán cơ bản</a:t>
            </a:r>
            <a:endParaRPr lang="en-US" sz="2400" dirty="0"/>
          </a:p>
        </p:txBody>
      </p:sp>
      <p:sp>
        <p:nvSpPr>
          <p:cNvPr id="4" name="Text 2"/>
          <p:cNvSpPr/>
          <p:nvPr/>
        </p:nvSpPr>
        <p:spPr>
          <a:xfrm>
            <a:off x="673537" y="1936433"/>
            <a:ext cx="6436281"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Java hỗ trợ các phép toán số học như một máy tính bỏ túi.</a:t>
            </a:r>
            <a:endParaRPr lang="en-US" sz="1600" dirty="0"/>
          </a:p>
        </p:txBody>
      </p:sp>
      <p:sp>
        <p:nvSpPr>
          <p:cNvPr id="5" name="Shape 3"/>
          <p:cNvSpPr/>
          <p:nvPr/>
        </p:nvSpPr>
        <p:spPr>
          <a:xfrm>
            <a:off x="673537" y="2462570"/>
            <a:ext cx="6436281" cy="3789521"/>
          </a:xfrm>
          <a:prstGeom prst="roundRect">
            <a:avLst>
              <a:gd name="adj" fmla="val 3999"/>
            </a:avLst>
          </a:prstGeom>
          <a:noFill/>
          <a:ln w="7620">
            <a:solidFill>
              <a:srgbClr val="000000">
                <a:alpha val="8000"/>
              </a:srgbClr>
            </a:solidFill>
            <a:prstDash val="solid"/>
          </a:ln>
        </p:spPr>
        <p:txBody>
          <a:bodyPr/>
          <a:lstStyle/>
          <a:p>
            <a:endParaRPr lang="en-US" sz="2400"/>
          </a:p>
        </p:txBody>
      </p:sp>
      <p:sp>
        <p:nvSpPr>
          <p:cNvPr id="6" name="Shape 4"/>
          <p:cNvSpPr/>
          <p:nvPr/>
        </p:nvSpPr>
        <p:spPr>
          <a:xfrm>
            <a:off x="681157" y="2470190"/>
            <a:ext cx="6421041" cy="890588"/>
          </a:xfrm>
          <a:prstGeom prst="rect">
            <a:avLst/>
          </a:prstGeom>
          <a:solidFill>
            <a:srgbClr val="FFFFFF">
              <a:alpha val="4000"/>
            </a:srgbClr>
          </a:solidFill>
          <a:ln/>
        </p:spPr>
        <p:txBody>
          <a:bodyPr/>
          <a:lstStyle/>
          <a:p>
            <a:endParaRPr lang="en-US" sz="2400"/>
          </a:p>
        </p:txBody>
      </p:sp>
      <p:sp>
        <p:nvSpPr>
          <p:cNvPr id="7" name="Text 5"/>
          <p:cNvSpPr/>
          <p:nvPr/>
        </p:nvSpPr>
        <p:spPr>
          <a:xfrm>
            <a:off x="849511" y="2578775"/>
            <a:ext cx="943689" cy="336709"/>
          </a:xfrm>
          <a:prstGeom prst="rect">
            <a:avLst/>
          </a:prstGeom>
          <a:noFill/>
          <a:ln/>
        </p:spPr>
        <p:txBody>
          <a:bodyPr wrap="none" lIns="0" tIns="0" rIns="0" bIns="0" rtlCol="0" anchor="t"/>
          <a:lstStyle/>
          <a:p>
            <a:pPr marL="0" indent="0" algn="l">
              <a:lnSpc>
                <a:spcPts val="2650"/>
              </a:lnSpc>
              <a:buNone/>
            </a:pPr>
            <a:r>
              <a:rPr lang="en-US" sz="1600" b="1" dirty="0">
                <a:solidFill>
                  <a:srgbClr val="1E3063"/>
                </a:solidFill>
                <a:latin typeface="Roboto Slab Medium" pitchFamily="34" charset="0"/>
                <a:ea typeface="Roboto Slab Medium" pitchFamily="34" charset="-122"/>
                <a:cs typeface="Roboto Slab Medium" pitchFamily="34" charset="-120"/>
              </a:rPr>
              <a:t>Phép toán</a:t>
            </a:r>
            <a:endParaRPr lang="en-US" sz="1600" dirty="0"/>
          </a:p>
        </p:txBody>
      </p:sp>
      <p:sp>
        <p:nvSpPr>
          <p:cNvPr id="8" name="Text 6"/>
          <p:cNvSpPr/>
          <p:nvPr/>
        </p:nvSpPr>
        <p:spPr>
          <a:xfrm>
            <a:off x="2137529" y="2578775"/>
            <a:ext cx="1581983" cy="336709"/>
          </a:xfrm>
          <a:prstGeom prst="rect">
            <a:avLst/>
          </a:prstGeom>
          <a:noFill/>
          <a:ln/>
        </p:spPr>
        <p:txBody>
          <a:bodyPr wrap="none" lIns="0" tIns="0" rIns="0" bIns="0" rtlCol="0" anchor="t"/>
          <a:lstStyle/>
          <a:p>
            <a:pPr marL="0" indent="0" algn="l">
              <a:lnSpc>
                <a:spcPts val="2650"/>
              </a:lnSpc>
              <a:buNone/>
            </a:pPr>
            <a:r>
              <a:rPr lang="en-US" sz="1600" b="1" dirty="0">
                <a:solidFill>
                  <a:srgbClr val="1E3063"/>
                </a:solidFill>
                <a:latin typeface="Roboto Slab Medium" pitchFamily="34" charset="0"/>
                <a:ea typeface="Roboto Slab Medium" pitchFamily="34" charset="-122"/>
                <a:cs typeface="Roboto Slab Medium" pitchFamily="34" charset="-120"/>
              </a:rPr>
              <a:t>Ý nghĩa</a:t>
            </a:r>
            <a:endParaRPr lang="en-US" sz="1600" dirty="0"/>
          </a:p>
        </p:txBody>
      </p:sp>
      <p:sp>
        <p:nvSpPr>
          <p:cNvPr id="9" name="Text 7"/>
          <p:cNvSpPr/>
          <p:nvPr/>
        </p:nvSpPr>
        <p:spPr>
          <a:xfrm>
            <a:off x="4063841" y="2578775"/>
            <a:ext cx="1581983" cy="673418"/>
          </a:xfrm>
          <a:prstGeom prst="rect">
            <a:avLst/>
          </a:prstGeom>
          <a:noFill/>
          <a:ln/>
        </p:spPr>
        <p:txBody>
          <a:bodyPr wrap="square" lIns="0" tIns="0" rIns="0" bIns="0" rtlCol="0" anchor="t"/>
          <a:lstStyle/>
          <a:p>
            <a:pPr marL="0" indent="0" algn="l">
              <a:lnSpc>
                <a:spcPts val="2650"/>
              </a:lnSpc>
              <a:buNone/>
            </a:pPr>
            <a:r>
              <a:rPr lang="en-US" sz="1600" b="1" dirty="0">
                <a:solidFill>
                  <a:srgbClr val="1E3063"/>
                </a:solidFill>
                <a:latin typeface="Roboto Slab Medium" pitchFamily="34" charset="0"/>
                <a:ea typeface="Roboto Slab Medium" pitchFamily="34" charset="-122"/>
                <a:cs typeface="Roboto Slab Medium" pitchFamily="34" charset="-120"/>
              </a:rPr>
              <a:t>Ví dụ</a:t>
            </a:r>
            <a:r>
              <a:rPr lang="en-US" sz="1600" dirty="0">
                <a:solidFill>
                  <a:srgbClr val="1E3063"/>
                </a:solidFill>
                <a:latin typeface="Roboto Slab Medium" pitchFamily="34" charset="0"/>
                <a:ea typeface="Roboto Slab Medium" pitchFamily="34" charset="-122"/>
                <a:cs typeface="Roboto Slab Medium" pitchFamily="34" charset="-120"/>
              </a:rPr>
              <a:t>(int a = 10, b = 3;)</a:t>
            </a:r>
            <a:endParaRPr lang="en-US" sz="1600" dirty="0"/>
          </a:p>
        </p:txBody>
      </p:sp>
      <p:sp>
        <p:nvSpPr>
          <p:cNvPr id="10" name="Text 8"/>
          <p:cNvSpPr/>
          <p:nvPr/>
        </p:nvSpPr>
        <p:spPr>
          <a:xfrm>
            <a:off x="5990153" y="2578775"/>
            <a:ext cx="943689" cy="336709"/>
          </a:xfrm>
          <a:prstGeom prst="rect">
            <a:avLst/>
          </a:prstGeom>
          <a:noFill/>
          <a:ln/>
        </p:spPr>
        <p:txBody>
          <a:bodyPr wrap="none" lIns="0" tIns="0" rIns="0" bIns="0" rtlCol="0" anchor="t"/>
          <a:lstStyle/>
          <a:p>
            <a:pPr marL="0" indent="0" algn="l">
              <a:lnSpc>
                <a:spcPts val="2650"/>
              </a:lnSpc>
              <a:buNone/>
            </a:pPr>
            <a:r>
              <a:rPr lang="en-US" sz="1600" b="1" dirty="0">
                <a:solidFill>
                  <a:srgbClr val="1E3063"/>
                </a:solidFill>
                <a:latin typeface="Roboto Slab Medium" pitchFamily="34" charset="0"/>
                <a:ea typeface="Roboto Slab Medium" pitchFamily="34" charset="-122"/>
                <a:cs typeface="Roboto Slab Medium" pitchFamily="34" charset="-120"/>
              </a:rPr>
              <a:t>Kết quả</a:t>
            </a:r>
            <a:endParaRPr lang="en-US" sz="1600" dirty="0"/>
          </a:p>
        </p:txBody>
      </p:sp>
      <p:sp>
        <p:nvSpPr>
          <p:cNvPr id="11" name="Shape 9"/>
          <p:cNvSpPr/>
          <p:nvPr/>
        </p:nvSpPr>
        <p:spPr>
          <a:xfrm>
            <a:off x="681157" y="3360777"/>
            <a:ext cx="6421041" cy="576739"/>
          </a:xfrm>
          <a:prstGeom prst="rect">
            <a:avLst/>
          </a:prstGeom>
          <a:solidFill>
            <a:srgbClr val="000000">
              <a:alpha val="4000"/>
            </a:srgbClr>
          </a:solidFill>
          <a:ln/>
        </p:spPr>
        <p:txBody>
          <a:bodyPr/>
          <a:lstStyle/>
          <a:p>
            <a:endParaRPr lang="en-US" sz="2400"/>
          </a:p>
        </p:txBody>
      </p:sp>
      <p:sp>
        <p:nvSpPr>
          <p:cNvPr id="12" name="Text 10"/>
          <p:cNvSpPr/>
          <p:nvPr/>
        </p:nvSpPr>
        <p:spPr>
          <a:xfrm>
            <a:off x="849511" y="3469362"/>
            <a:ext cx="943689"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t>
            </a:r>
            <a:endParaRPr lang="en-US" sz="1600" dirty="0"/>
          </a:p>
        </p:txBody>
      </p:sp>
      <p:sp>
        <p:nvSpPr>
          <p:cNvPr id="13" name="Text 11"/>
          <p:cNvSpPr/>
          <p:nvPr/>
        </p:nvSpPr>
        <p:spPr>
          <a:xfrm>
            <a:off x="2137529" y="3469362"/>
            <a:ext cx="1581983"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Cộng</a:t>
            </a:r>
            <a:endParaRPr lang="en-US" sz="1600" dirty="0"/>
          </a:p>
        </p:txBody>
      </p:sp>
      <p:sp>
        <p:nvSpPr>
          <p:cNvPr id="14" name="Text 12"/>
          <p:cNvSpPr/>
          <p:nvPr/>
        </p:nvSpPr>
        <p:spPr>
          <a:xfrm>
            <a:off x="4063841" y="3469362"/>
            <a:ext cx="1581983"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 + b</a:t>
            </a:r>
            <a:endParaRPr lang="en-US" sz="1600" dirty="0"/>
          </a:p>
        </p:txBody>
      </p:sp>
      <p:sp>
        <p:nvSpPr>
          <p:cNvPr id="15" name="Text 13"/>
          <p:cNvSpPr/>
          <p:nvPr/>
        </p:nvSpPr>
        <p:spPr>
          <a:xfrm>
            <a:off x="5990153" y="3469362"/>
            <a:ext cx="943689"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13</a:t>
            </a:r>
            <a:endParaRPr lang="en-US" sz="1600" dirty="0"/>
          </a:p>
        </p:txBody>
      </p:sp>
      <p:sp>
        <p:nvSpPr>
          <p:cNvPr id="16" name="Shape 14"/>
          <p:cNvSpPr/>
          <p:nvPr/>
        </p:nvSpPr>
        <p:spPr>
          <a:xfrm>
            <a:off x="681157" y="3937516"/>
            <a:ext cx="6421041" cy="576739"/>
          </a:xfrm>
          <a:prstGeom prst="rect">
            <a:avLst/>
          </a:prstGeom>
          <a:solidFill>
            <a:srgbClr val="FFFFFF">
              <a:alpha val="4000"/>
            </a:srgbClr>
          </a:solidFill>
          <a:ln/>
        </p:spPr>
        <p:txBody>
          <a:bodyPr/>
          <a:lstStyle/>
          <a:p>
            <a:endParaRPr lang="en-US" sz="2400"/>
          </a:p>
        </p:txBody>
      </p:sp>
      <p:sp>
        <p:nvSpPr>
          <p:cNvPr id="17" name="Text 15"/>
          <p:cNvSpPr/>
          <p:nvPr/>
        </p:nvSpPr>
        <p:spPr>
          <a:xfrm>
            <a:off x="849511" y="4046101"/>
            <a:ext cx="943689"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t>
            </a:r>
            <a:endParaRPr lang="en-US" sz="1600" dirty="0"/>
          </a:p>
        </p:txBody>
      </p:sp>
      <p:sp>
        <p:nvSpPr>
          <p:cNvPr id="18" name="Text 16"/>
          <p:cNvSpPr/>
          <p:nvPr/>
        </p:nvSpPr>
        <p:spPr>
          <a:xfrm>
            <a:off x="2137529" y="4046101"/>
            <a:ext cx="1581983"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Trừ</a:t>
            </a:r>
            <a:endParaRPr lang="en-US" sz="1600" dirty="0"/>
          </a:p>
        </p:txBody>
      </p:sp>
      <p:sp>
        <p:nvSpPr>
          <p:cNvPr id="19" name="Text 17"/>
          <p:cNvSpPr/>
          <p:nvPr/>
        </p:nvSpPr>
        <p:spPr>
          <a:xfrm>
            <a:off x="4063841" y="4046101"/>
            <a:ext cx="1581983"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 - b</a:t>
            </a:r>
            <a:endParaRPr lang="en-US" sz="1600" dirty="0"/>
          </a:p>
        </p:txBody>
      </p:sp>
      <p:sp>
        <p:nvSpPr>
          <p:cNvPr id="20" name="Text 18"/>
          <p:cNvSpPr/>
          <p:nvPr/>
        </p:nvSpPr>
        <p:spPr>
          <a:xfrm>
            <a:off x="5990153" y="4046101"/>
            <a:ext cx="943689"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7</a:t>
            </a:r>
            <a:endParaRPr lang="en-US" sz="1600" dirty="0"/>
          </a:p>
        </p:txBody>
      </p:sp>
      <p:sp>
        <p:nvSpPr>
          <p:cNvPr id="21" name="Shape 19"/>
          <p:cNvSpPr/>
          <p:nvPr/>
        </p:nvSpPr>
        <p:spPr>
          <a:xfrm>
            <a:off x="681157" y="4514255"/>
            <a:ext cx="6421041" cy="576739"/>
          </a:xfrm>
          <a:prstGeom prst="rect">
            <a:avLst/>
          </a:prstGeom>
          <a:solidFill>
            <a:srgbClr val="000000">
              <a:alpha val="4000"/>
            </a:srgbClr>
          </a:solidFill>
          <a:ln/>
        </p:spPr>
        <p:txBody>
          <a:bodyPr/>
          <a:lstStyle/>
          <a:p>
            <a:endParaRPr lang="en-US" sz="2400"/>
          </a:p>
        </p:txBody>
      </p:sp>
      <p:sp>
        <p:nvSpPr>
          <p:cNvPr id="22" name="Text 20"/>
          <p:cNvSpPr/>
          <p:nvPr/>
        </p:nvSpPr>
        <p:spPr>
          <a:xfrm>
            <a:off x="849511" y="4622840"/>
            <a:ext cx="943689"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t>
            </a:r>
            <a:endParaRPr lang="en-US" sz="1600" dirty="0"/>
          </a:p>
        </p:txBody>
      </p:sp>
      <p:sp>
        <p:nvSpPr>
          <p:cNvPr id="23" name="Text 21"/>
          <p:cNvSpPr/>
          <p:nvPr/>
        </p:nvSpPr>
        <p:spPr>
          <a:xfrm>
            <a:off x="2137529" y="4622840"/>
            <a:ext cx="1581983"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Nhân</a:t>
            </a:r>
            <a:endParaRPr lang="en-US" sz="1600" dirty="0"/>
          </a:p>
        </p:txBody>
      </p:sp>
      <p:sp>
        <p:nvSpPr>
          <p:cNvPr id="24" name="Text 22"/>
          <p:cNvSpPr/>
          <p:nvPr/>
        </p:nvSpPr>
        <p:spPr>
          <a:xfrm>
            <a:off x="4063841" y="4622840"/>
            <a:ext cx="1581983"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 * b</a:t>
            </a:r>
            <a:endParaRPr lang="en-US" sz="1600" dirty="0"/>
          </a:p>
        </p:txBody>
      </p:sp>
      <p:sp>
        <p:nvSpPr>
          <p:cNvPr id="25" name="Text 23"/>
          <p:cNvSpPr/>
          <p:nvPr/>
        </p:nvSpPr>
        <p:spPr>
          <a:xfrm>
            <a:off x="5990153" y="4622840"/>
            <a:ext cx="943689"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30</a:t>
            </a:r>
            <a:endParaRPr lang="en-US" sz="1600" dirty="0"/>
          </a:p>
        </p:txBody>
      </p:sp>
      <p:sp>
        <p:nvSpPr>
          <p:cNvPr id="26" name="Shape 24"/>
          <p:cNvSpPr/>
          <p:nvPr/>
        </p:nvSpPr>
        <p:spPr>
          <a:xfrm>
            <a:off x="681157" y="5090993"/>
            <a:ext cx="6421041" cy="576739"/>
          </a:xfrm>
          <a:prstGeom prst="rect">
            <a:avLst/>
          </a:prstGeom>
          <a:solidFill>
            <a:srgbClr val="FFFFFF">
              <a:alpha val="4000"/>
            </a:srgbClr>
          </a:solidFill>
          <a:ln/>
        </p:spPr>
        <p:txBody>
          <a:bodyPr/>
          <a:lstStyle/>
          <a:p>
            <a:endParaRPr lang="en-US" sz="2400"/>
          </a:p>
        </p:txBody>
      </p:sp>
      <p:sp>
        <p:nvSpPr>
          <p:cNvPr id="27" name="Text 25"/>
          <p:cNvSpPr/>
          <p:nvPr/>
        </p:nvSpPr>
        <p:spPr>
          <a:xfrm>
            <a:off x="849511" y="5199578"/>
            <a:ext cx="943689"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t>
            </a:r>
            <a:endParaRPr lang="en-US" sz="1600" dirty="0"/>
          </a:p>
        </p:txBody>
      </p:sp>
      <p:sp>
        <p:nvSpPr>
          <p:cNvPr id="28" name="Text 26"/>
          <p:cNvSpPr/>
          <p:nvPr/>
        </p:nvSpPr>
        <p:spPr>
          <a:xfrm>
            <a:off x="2137529" y="5199578"/>
            <a:ext cx="1581983"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Chia (nguyên)</a:t>
            </a:r>
            <a:endParaRPr lang="en-US" sz="1600" dirty="0"/>
          </a:p>
        </p:txBody>
      </p:sp>
      <p:sp>
        <p:nvSpPr>
          <p:cNvPr id="29" name="Text 27"/>
          <p:cNvSpPr/>
          <p:nvPr/>
        </p:nvSpPr>
        <p:spPr>
          <a:xfrm>
            <a:off x="4063841" y="5199578"/>
            <a:ext cx="1581983"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 / b</a:t>
            </a:r>
            <a:endParaRPr lang="en-US" sz="1600" dirty="0"/>
          </a:p>
        </p:txBody>
      </p:sp>
      <p:sp>
        <p:nvSpPr>
          <p:cNvPr id="30" name="Text 28"/>
          <p:cNvSpPr/>
          <p:nvPr/>
        </p:nvSpPr>
        <p:spPr>
          <a:xfrm>
            <a:off x="5990153" y="5199578"/>
            <a:ext cx="943689"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3</a:t>
            </a:r>
            <a:endParaRPr lang="en-US" sz="1600" dirty="0"/>
          </a:p>
        </p:txBody>
      </p:sp>
      <p:sp>
        <p:nvSpPr>
          <p:cNvPr id="31" name="Shape 29"/>
          <p:cNvSpPr/>
          <p:nvPr/>
        </p:nvSpPr>
        <p:spPr>
          <a:xfrm>
            <a:off x="681157" y="5667732"/>
            <a:ext cx="6421041" cy="576739"/>
          </a:xfrm>
          <a:prstGeom prst="rect">
            <a:avLst/>
          </a:prstGeom>
          <a:solidFill>
            <a:srgbClr val="000000">
              <a:alpha val="4000"/>
            </a:srgbClr>
          </a:solidFill>
          <a:ln/>
        </p:spPr>
        <p:txBody>
          <a:bodyPr/>
          <a:lstStyle/>
          <a:p>
            <a:endParaRPr lang="en-US" sz="2400"/>
          </a:p>
        </p:txBody>
      </p:sp>
      <p:sp>
        <p:nvSpPr>
          <p:cNvPr id="32" name="Text 30"/>
          <p:cNvSpPr/>
          <p:nvPr/>
        </p:nvSpPr>
        <p:spPr>
          <a:xfrm>
            <a:off x="849511" y="5776317"/>
            <a:ext cx="943689"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t>
            </a:r>
            <a:endParaRPr lang="en-US" sz="1600" dirty="0"/>
          </a:p>
        </p:txBody>
      </p:sp>
      <p:sp>
        <p:nvSpPr>
          <p:cNvPr id="33" name="Text 31"/>
          <p:cNvSpPr/>
          <p:nvPr/>
        </p:nvSpPr>
        <p:spPr>
          <a:xfrm>
            <a:off x="2137529" y="5776317"/>
            <a:ext cx="1581983"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Chia lấy dư</a:t>
            </a:r>
            <a:endParaRPr lang="en-US" sz="1600" dirty="0"/>
          </a:p>
        </p:txBody>
      </p:sp>
      <p:sp>
        <p:nvSpPr>
          <p:cNvPr id="34" name="Text 32"/>
          <p:cNvSpPr/>
          <p:nvPr/>
        </p:nvSpPr>
        <p:spPr>
          <a:xfrm>
            <a:off x="4063841" y="5776317"/>
            <a:ext cx="1581983" cy="35956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highlight>
                  <a:srgbClr val="F2F2F2"/>
                </a:highlight>
                <a:latin typeface="Consolas" pitchFamily="34" charset="0"/>
                <a:ea typeface="Consolas" pitchFamily="34" charset="-122"/>
                <a:cs typeface="Consolas" pitchFamily="34" charset="-120"/>
              </a:rPr>
              <a:t>a % b</a:t>
            </a:r>
            <a:endParaRPr lang="en-US" sz="1600" dirty="0"/>
          </a:p>
        </p:txBody>
      </p:sp>
      <p:sp>
        <p:nvSpPr>
          <p:cNvPr id="35" name="Text 33"/>
          <p:cNvSpPr/>
          <p:nvPr/>
        </p:nvSpPr>
        <p:spPr>
          <a:xfrm>
            <a:off x="5990153" y="5776317"/>
            <a:ext cx="943689" cy="33670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1</a:t>
            </a:r>
            <a:endParaRPr lang="en-US" sz="1600" dirty="0"/>
          </a:p>
        </p:txBody>
      </p:sp>
      <p:sp>
        <p:nvSpPr>
          <p:cNvPr id="36" name="Shape 34"/>
          <p:cNvSpPr/>
          <p:nvPr/>
        </p:nvSpPr>
        <p:spPr>
          <a:xfrm>
            <a:off x="673537" y="6441519"/>
            <a:ext cx="6436281" cy="1142286"/>
          </a:xfrm>
          <a:prstGeom prst="roundRect">
            <a:avLst>
              <a:gd name="adj" fmla="val 13267"/>
            </a:avLst>
          </a:prstGeom>
          <a:solidFill>
            <a:srgbClr val="B5DAFC"/>
          </a:solidFill>
          <a:ln/>
        </p:spPr>
        <p:txBody>
          <a:bodyPr/>
          <a:lstStyle/>
          <a:p>
            <a:endParaRPr lang="en-US" sz="2000"/>
          </a:p>
        </p:txBody>
      </p:sp>
      <p:pic>
        <p:nvPicPr>
          <p:cNvPr id="37" name="Image 0" descr="preencoded.png"/>
          <p:cNvPicPr>
            <a:picLocks noChangeAspect="1"/>
          </p:cNvPicPr>
          <p:nvPr/>
        </p:nvPicPr>
        <p:blipFill>
          <a:blip r:embed="rId3"/>
          <a:stretch>
            <a:fillRect/>
          </a:stretch>
        </p:blipFill>
        <p:spPr>
          <a:xfrm>
            <a:off x="841891" y="6733103"/>
            <a:ext cx="210383" cy="168354"/>
          </a:xfrm>
          <a:prstGeom prst="rect">
            <a:avLst/>
          </a:prstGeom>
        </p:spPr>
      </p:pic>
      <p:sp>
        <p:nvSpPr>
          <p:cNvPr id="38" name="Text 35"/>
          <p:cNvSpPr/>
          <p:nvPr/>
        </p:nvSpPr>
        <p:spPr>
          <a:xfrm>
            <a:off x="1220629" y="6651903"/>
            <a:ext cx="5720834" cy="696278"/>
          </a:xfrm>
          <a:prstGeom prst="rect">
            <a:avLst/>
          </a:prstGeom>
          <a:noFill/>
          <a:ln/>
        </p:spPr>
        <p:txBody>
          <a:bodyPr wrap="square" lIns="0" tIns="0" rIns="0" bIns="0" rtlCol="0" anchor="t"/>
          <a:lstStyle/>
          <a:p>
            <a:pPr marL="0" indent="0" algn="l">
              <a:lnSpc>
                <a:spcPts val="2650"/>
              </a:lnSpc>
              <a:buNone/>
            </a:pPr>
            <a:r>
              <a:rPr lang="en-US" sz="1400" b="1" dirty="0">
                <a:solidFill>
                  <a:srgbClr val="000000"/>
                </a:solidFill>
                <a:latin typeface="Roboto Slab Medium" pitchFamily="34" charset="0"/>
                <a:ea typeface="Roboto Slab Medium" pitchFamily="34" charset="-122"/>
                <a:cs typeface="Roboto Slab Medium" pitchFamily="34" charset="-120"/>
              </a:rPr>
              <a:t>Ứng dụng:</a:t>
            </a:r>
            <a:r>
              <a:rPr lang="en-US" sz="1400" dirty="0">
                <a:solidFill>
                  <a:srgbClr val="000000"/>
                </a:solidFill>
                <a:latin typeface="Roboto Slab Medium" pitchFamily="34" charset="0"/>
                <a:ea typeface="Roboto Slab Medium" pitchFamily="34" charset="-122"/>
                <a:cs typeface="Roboto Slab Medium" pitchFamily="34" charset="-120"/>
              </a:rPr>
              <a:t> Toán tử % rất hữu ích để kiểm tra một số là chẵn hay lẻ. Nếu </a:t>
            </a:r>
            <a:r>
              <a:rPr lang="en-US" sz="1400" dirty="0">
                <a:solidFill>
                  <a:srgbClr val="000000"/>
                </a:solidFill>
                <a:highlight>
                  <a:srgbClr val="F2F2F2"/>
                </a:highlight>
                <a:latin typeface="Consolas" pitchFamily="34" charset="0"/>
                <a:ea typeface="Consolas" pitchFamily="34" charset="-122"/>
                <a:cs typeface="Consolas" pitchFamily="34" charset="-120"/>
              </a:rPr>
              <a:t>so % 2 == 0</a:t>
            </a:r>
            <a:r>
              <a:rPr lang="en-US" sz="1400" dirty="0">
                <a:solidFill>
                  <a:srgbClr val="000000"/>
                </a:solidFill>
                <a:latin typeface="Roboto Slab Medium" pitchFamily="34" charset="0"/>
                <a:ea typeface="Roboto Slab Medium" pitchFamily="34" charset="-122"/>
                <a:cs typeface="Roboto Slab Medium" pitchFamily="34" charset="-120"/>
              </a:rPr>
              <a:t> thì đó là số chẵn.</a:t>
            </a:r>
            <a:endParaRPr lang="en-US" sz="1400" dirty="0"/>
          </a:p>
        </p:txBody>
      </p:sp>
      <p:sp>
        <p:nvSpPr>
          <p:cNvPr id="39" name="Text 36"/>
          <p:cNvSpPr/>
          <p:nvPr/>
        </p:nvSpPr>
        <p:spPr>
          <a:xfrm>
            <a:off x="7528203" y="1436489"/>
            <a:ext cx="3120628" cy="331589"/>
          </a:xfrm>
          <a:prstGeom prst="rect">
            <a:avLst/>
          </a:prstGeom>
          <a:noFill/>
          <a:ln/>
        </p:spPr>
        <p:txBody>
          <a:bodyPr wrap="none" lIns="0" tIns="0" rIns="0" bIns="0" rtlCol="0" anchor="t"/>
          <a:lstStyle/>
          <a:p>
            <a:pPr marL="0" indent="0" algn="l">
              <a:lnSpc>
                <a:spcPts val="2600"/>
              </a:lnSpc>
              <a:buNone/>
            </a:pPr>
            <a:r>
              <a:rPr lang="en-US" sz="2400" b="1" dirty="0">
                <a:solidFill>
                  <a:srgbClr val="F578DE"/>
                </a:solidFill>
                <a:latin typeface="Roboto Extra Bold" pitchFamily="34" charset="0"/>
                <a:ea typeface="Roboto Extra Bold" pitchFamily="34" charset="-122"/>
                <a:cs typeface="Roboto Extra Bold" pitchFamily="34" charset="-120"/>
              </a:rPr>
              <a:t>Chú thích (Comments)</a:t>
            </a:r>
            <a:endParaRPr lang="en-US" sz="2400" dirty="0"/>
          </a:p>
        </p:txBody>
      </p:sp>
      <p:sp>
        <p:nvSpPr>
          <p:cNvPr id="40" name="Text 37"/>
          <p:cNvSpPr/>
          <p:nvPr/>
        </p:nvSpPr>
        <p:spPr>
          <a:xfrm>
            <a:off x="7528203" y="1936433"/>
            <a:ext cx="6436281" cy="673418"/>
          </a:xfrm>
          <a:prstGeom prst="rect">
            <a:avLst/>
          </a:prstGeom>
          <a:noFill/>
          <a:ln/>
        </p:spPr>
        <p:txBody>
          <a:bodyPr wrap="squar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Chú thích là những dòng ghi chú trong code mà trình biên dịch sẽ bỏ qua. Chúng không ảnh hưởng đến chương trình, nhưng cực kỳ quan trọng để:</a:t>
            </a:r>
            <a:endParaRPr lang="en-US" sz="1600" dirty="0"/>
          </a:p>
        </p:txBody>
      </p:sp>
      <p:sp>
        <p:nvSpPr>
          <p:cNvPr id="41" name="Text 38"/>
          <p:cNvSpPr/>
          <p:nvPr/>
        </p:nvSpPr>
        <p:spPr>
          <a:xfrm>
            <a:off x="7528203" y="3043523"/>
            <a:ext cx="6436281" cy="336709"/>
          </a:xfrm>
          <a:prstGeom prst="rect">
            <a:avLst/>
          </a:prstGeom>
          <a:noFill/>
          <a:ln/>
        </p:spPr>
        <p:txBody>
          <a:bodyPr wrap="none" lIns="0" tIns="0" rIns="0" bIns="0" rtlCol="0" anchor="t"/>
          <a:lstStyle/>
          <a:p>
            <a:pPr marL="342900" indent="-342900" algn="l">
              <a:lnSpc>
                <a:spcPts val="2650"/>
              </a:lnSpc>
              <a:buSzPct val="100000"/>
              <a:buChar char="•"/>
            </a:pPr>
            <a:r>
              <a:rPr lang="en-US" sz="1600" dirty="0">
                <a:solidFill>
                  <a:srgbClr val="1E3063"/>
                </a:solidFill>
                <a:latin typeface="Roboto Slab Medium" pitchFamily="34" charset="0"/>
                <a:ea typeface="Roboto Slab Medium" pitchFamily="34" charset="-122"/>
                <a:cs typeface="Roboto Slab Medium" pitchFamily="34" charset="-120"/>
              </a:rPr>
              <a:t>Giải thích những đoạn code phức tạp.</a:t>
            </a:r>
            <a:endParaRPr lang="en-US" sz="1600" dirty="0"/>
          </a:p>
        </p:txBody>
      </p:sp>
      <p:sp>
        <p:nvSpPr>
          <p:cNvPr id="42" name="Text 39"/>
          <p:cNvSpPr/>
          <p:nvPr/>
        </p:nvSpPr>
        <p:spPr>
          <a:xfrm>
            <a:off x="7528203" y="3439167"/>
            <a:ext cx="6436281" cy="336709"/>
          </a:xfrm>
          <a:prstGeom prst="rect">
            <a:avLst/>
          </a:prstGeom>
          <a:noFill/>
          <a:ln/>
        </p:spPr>
        <p:txBody>
          <a:bodyPr wrap="none" lIns="0" tIns="0" rIns="0" bIns="0" rtlCol="0" anchor="t"/>
          <a:lstStyle/>
          <a:p>
            <a:pPr marL="342900" indent="-342900" algn="l">
              <a:lnSpc>
                <a:spcPts val="2650"/>
              </a:lnSpc>
              <a:buSzPct val="100000"/>
              <a:buChar char="•"/>
            </a:pPr>
            <a:r>
              <a:rPr lang="en-US" sz="1600" dirty="0">
                <a:solidFill>
                  <a:srgbClr val="1E3063"/>
                </a:solidFill>
                <a:latin typeface="Roboto Slab Medium" pitchFamily="34" charset="0"/>
                <a:ea typeface="Roboto Slab Medium" pitchFamily="34" charset="-122"/>
                <a:cs typeface="Roboto Slab Medium" pitchFamily="34" charset="-120"/>
              </a:rPr>
              <a:t>Ghi nhớ logic cho bản thân sau này.</a:t>
            </a:r>
            <a:endParaRPr lang="en-US" sz="1600" dirty="0"/>
          </a:p>
        </p:txBody>
      </p:sp>
      <p:sp>
        <p:nvSpPr>
          <p:cNvPr id="43" name="Text 40"/>
          <p:cNvSpPr/>
          <p:nvPr/>
        </p:nvSpPr>
        <p:spPr>
          <a:xfrm>
            <a:off x="7528203" y="3834812"/>
            <a:ext cx="6436281" cy="336709"/>
          </a:xfrm>
          <a:prstGeom prst="rect">
            <a:avLst/>
          </a:prstGeom>
          <a:noFill/>
          <a:ln/>
        </p:spPr>
        <p:txBody>
          <a:bodyPr wrap="none" lIns="0" tIns="0" rIns="0" bIns="0" rtlCol="0" anchor="t"/>
          <a:lstStyle/>
          <a:p>
            <a:pPr marL="342900" indent="-342900" algn="l">
              <a:lnSpc>
                <a:spcPts val="2650"/>
              </a:lnSpc>
              <a:buSzPct val="100000"/>
              <a:buChar char="•"/>
            </a:pPr>
            <a:r>
              <a:rPr lang="en-US" sz="1600" dirty="0">
                <a:solidFill>
                  <a:srgbClr val="1E3063"/>
                </a:solidFill>
                <a:latin typeface="Roboto Slab Medium" pitchFamily="34" charset="0"/>
                <a:ea typeface="Roboto Slab Medium" pitchFamily="34" charset="-122"/>
                <a:cs typeface="Roboto Slab Medium" pitchFamily="34" charset="-120"/>
              </a:rPr>
              <a:t>Giúp đồng đội hiểu code của bạn.</a:t>
            </a:r>
            <a:endParaRPr lang="en-US" sz="1600" dirty="0"/>
          </a:p>
        </p:txBody>
      </p:sp>
      <p:sp>
        <p:nvSpPr>
          <p:cNvPr id="44" name="Text 41"/>
          <p:cNvSpPr/>
          <p:nvPr/>
        </p:nvSpPr>
        <p:spPr>
          <a:xfrm>
            <a:off x="7528203" y="4410611"/>
            <a:ext cx="3638074" cy="276225"/>
          </a:xfrm>
          <a:prstGeom prst="rect">
            <a:avLst/>
          </a:prstGeom>
          <a:noFill/>
          <a:ln/>
        </p:spPr>
        <p:txBody>
          <a:bodyPr wrap="none" lIns="0" tIns="0" rIns="0" bIns="0" rtlCol="0" anchor="t"/>
          <a:lstStyle/>
          <a:p>
            <a:pPr marL="0" indent="0" algn="l">
              <a:lnSpc>
                <a:spcPts val="2150"/>
              </a:lnSpc>
              <a:buNone/>
            </a:pPr>
            <a:r>
              <a:rPr lang="en-US" b="1" dirty="0">
                <a:solidFill>
                  <a:srgbClr val="0070C0"/>
                </a:solidFill>
                <a:latin typeface="Roboto Extra Bold" pitchFamily="34" charset="0"/>
                <a:ea typeface="Roboto Extra Bold" pitchFamily="34" charset="-122"/>
                <a:cs typeface="Roboto Extra Bold" pitchFamily="34" charset="-120"/>
              </a:rPr>
              <a:t>Các loại chú thích trong Java:</a:t>
            </a:r>
            <a:endParaRPr lang="en-US" dirty="0"/>
          </a:p>
        </p:txBody>
      </p:sp>
      <p:sp>
        <p:nvSpPr>
          <p:cNvPr id="45" name="Shape 42"/>
          <p:cNvSpPr/>
          <p:nvPr/>
        </p:nvSpPr>
        <p:spPr>
          <a:xfrm>
            <a:off x="7528203" y="4726505"/>
            <a:ext cx="6436281" cy="2272665"/>
          </a:xfrm>
          <a:prstGeom prst="roundRect">
            <a:avLst>
              <a:gd name="adj" fmla="val 6668"/>
            </a:avLst>
          </a:prstGeom>
          <a:solidFill>
            <a:srgbClr val="F2F2F2"/>
          </a:solidFill>
          <a:ln/>
        </p:spPr>
        <p:txBody>
          <a:bodyPr/>
          <a:lstStyle/>
          <a:p>
            <a:endParaRPr lang="en-US" sz="2000"/>
          </a:p>
        </p:txBody>
      </p:sp>
      <p:sp>
        <p:nvSpPr>
          <p:cNvPr id="46" name="Shape 43"/>
          <p:cNvSpPr/>
          <p:nvPr/>
        </p:nvSpPr>
        <p:spPr>
          <a:xfrm>
            <a:off x="7519868" y="4726505"/>
            <a:ext cx="6452949" cy="2272665"/>
          </a:xfrm>
          <a:prstGeom prst="roundRect">
            <a:avLst>
              <a:gd name="adj" fmla="val 1111"/>
            </a:avLst>
          </a:prstGeom>
          <a:solidFill>
            <a:srgbClr val="F2F2F2"/>
          </a:solidFill>
          <a:ln/>
        </p:spPr>
        <p:txBody>
          <a:bodyPr/>
          <a:lstStyle/>
          <a:p>
            <a:endParaRPr lang="en-US" sz="2000"/>
          </a:p>
        </p:txBody>
      </p:sp>
      <p:sp>
        <p:nvSpPr>
          <p:cNvPr id="47" name="Text 44"/>
          <p:cNvSpPr/>
          <p:nvPr/>
        </p:nvSpPr>
        <p:spPr>
          <a:xfrm>
            <a:off x="7688223" y="4852712"/>
            <a:ext cx="6116241" cy="2020253"/>
          </a:xfrm>
          <a:prstGeom prst="rect">
            <a:avLst/>
          </a:prstGeom>
          <a:noFill/>
          <a:ln/>
        </p:spPr>
        <p:txBody>
          <a:bodyPr wrap="square" lIns="0" tIns="0" rIns="0" bIns="0" rtlCol="0" anchor="t"/>
          <a:lstStyle/>
          <a:p>
            <a:pPr marL="0" indent="0" algn="l">
              <a:lnSpc>
                <a:spcPts val="2650"/>
              </a:lnSpc>
              <a:buNone/>
            </a:pPr>
            <a:r>
              <a:rPr lang="en-US" sz="1600" dirty="0">
                <a:solidFill>
                  <a:srgbClr val="1E3063"/>
                </a:solidFill>
                <a:highlight>
                  <a:srgbClr val="F2F2F2"/>
                </a:highlight>
                <a:latin typeface="Consolas Medium" pitchFamily="34" charset="0"/>
                <a:ea typeface="Consolas Medium" pitchFamily="34" charset="-122"/>
                <a:cs typeface="Consolas Medium" pitchFamily="34" charset="-120"/>
              </a:rPr>
              <a:t>// Đây là chú thích trên một dòng</a:t>
            </a:r>
            <a:r>
              <a:rPr lang="en-US" sz="1600">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a:lnSpc>
                <a:spcPts val="2650"/>
              </a:lnSpc>
              <a:buNone/>
            </a:pPr>
            <a:r>
              <a:rPr lang="en-US" sz="1600">
                <a:solidFill>
                  <a:srgbClr val="1E3063"/>
                </a:solidFill>
                <a:highlight>
                  <a:srgbClr val="F2F2F2"/>
                </a:highlight>
                <a:latin typeface="Consolas Medium" pitchFamily="34" charset="0"/>
                <a:ea typeface="Consolas Medium" pitchFamily="34" charset="-122"/>
                <a:cs typeface="Consolas Medium" pitchFamily="34" charset="-120"/>
              </a:rPr>
              <a:t>// </a:t>
            </a:r>
            <a:r>
              <a:rPr lang="en-US" sz="1600" dirty="0">
                <a:solidFill>
                  <a:srgbClr val="1E3063"/>
                </a:solidFill>
                <a:highlight>
                  <a:srgbClr val="F2F2F2"/>
                </a:highlight>
                <a:latin typeface="Consolas Medium" pitchFamily="34" charset="0"/>
                <a:ea typeface="Consolas Medium" pitchFamily="34" charset="-122"/>
                <a:cs typeface="Consolas Medium" pitchFamily="34" charset="-120"/>
              </a:rPr>
              <a:t>Mọi thứ từ đây đến cuối dòng sẽ bị bỏ </a:t>
            </a:r>
            <a:r>
              <a:rPr lang="en-US" sz="1600">
                <a:solidFill>
                  <a:srgbClr val="1E3063"/>
                </a:solidFill>
                <a:highlight>
                  <a:srgbClr val="F2F2F2"/>
                </a:highlight>
                <a:latin typeface="Consolas Medium" pitchFamily="34" charset="0"/>
                <a:ea typeface="Consolas Medium" pitchFamily="34" charset="-122"/>
                <a:cs typeface="Consolas Medium" pitchFamily="34" charset="-120"/>
              </a:rPr>
              <a:t>qua.</a:t>
            </a:r>
          </a:p>
          <a:p>
            <a:pPr marL="0" indent="0" algn="l">
              <a:lnSpc>
                <a:spcPts val="2650"/>
              </a:lnSpc>
              <a:buNone/>
            </a:pPr>
            <a:r>
              <a:rPr lang="en-US" sz="1600">
                <a:solidFill>
                  <a:srgbClr val="1E3063"/>
                </a:solidFill>
                <a:highlight>
                  <a:srgbClr val="F2F2F2"/>
                </a:highlight>
                <a:latin typeface="Consolas Medium" pitchFamily="34" charset="0"/>
                <a:ea typeface="Consolas Medium" pitchFamily="34" charset="-122"/>
                <a:cs typeface="Consolas Medium" pitchFamily="34" charset="-120"/>
              </a:rPr>
              <a:t>/* </a:t>
            </a:r>
            <a:r>
              <a:rPr lang="en-US" sz="1600" dirty="0">
                <a:solidFill>
                  <a:srgbClr val="1E3063"/>
                </a:solidFill>
                <a:highlight>
                  <a:srgbClr val="F2F2F2"/>
                </a:highlight>
                <a:latin typeface="Consolas Medium" pitchFamily="34" charset="0"/>
                <a:ea typeface="Consolas Medium" pitchFamily="34" charset="-122"/>
                <a:cs typeface="Consolas Medium" pitchFamily="34" charset="-120"/>
              </a:rPr>
              <a:t>Đây là chú thích trên nhiều dòng</a:t>
            </a:r>
            <a:r>
              <a:rPr lang="en-US" sz="1600">
                <a:solidFill>
                  <a:srgbClr val="1E3063"/>
                </a:solidFill>
                <a:highlight>
                  <a:srgbClr val="F2F2F2"/>
                </a:highlight>
                <a:latin typeface="Consolas Medium" pitchFamily="34" charset="0"/>
                <a:ea typeface="Consolas Medium" pitchFamily="34" charset="-122"/>
                <a:cs typeface="Consolas Medium" pitchFamily="34" charset="-120"/>
              </a:rPr>
              <a:t>.   </a:t>
            </a:r>
          </a:p>
          <a:p>
            <a:pPr marL="0" indent="0" algn="l">
              <a:lnSpc>
                <a:spcPts val="2650"/>
              </a:lnSpc>
              <a:buNone/>
            </a:pPr>
            <a:r>
              <a:rPr lang="en-US" sz="1600">
                <a:solidFill>
                  <a:srgbClr val="1E3063"/>
                </a:solidFill>
                <a:highlight>
                  <a:srgbClr val="F2F2F2"/>
                </a:highlight>
                <a:latin typeface="Consolas Medium" pitchFamily="34" charset="0"/>
                <a:ea typeface="Consolas Medium" pitchFamily="34" charset="-122"/>
                <a:cs typeface="Consolas Medium" pitchFamily="34" charset="-120"/>
              </a:rPr>
              <a:t>Nó </a:t>
            </a:r>
            <a:r>
              <a:rPr lang="en-US" sz="1600" dirty="0">
                <a:solidFill>
                  <a:srgbClr val="1E3063"/>
                </a:solidFill>
                <a:highlight>
                  <a:srgbClr val="F2F2F2"/>
                </a:highlight>
                <a:latin typeface="Consolas Medium" pitchFamily="34" charset="0"/>
                <a:ea typeface="Consolas Medium" pitchFamily="34" charset="-122"/>
                <a:cs typeface="Consolas Medium" pitchFamily="34" charset="-120"/>
              </a:rPr>
              <a:t>rất hữu ích để giải </a:t>
            </a:r>
            <a:r>
              <a:rPr lang="en-US" sz="1600">
                <a:solidFill>
                  <a:srgbClr val="1E3063"/>
                </a:solidFill>
                <a:highlight>
                  <a:srgbClr val="F2F2F2"/>
                </a:highlight>
                <a:latin typeface="Consolas Medium" pitchFamily="34" charset="0"/>
                <a:ea typeface="Consolas Medium" pitchFamily="34" charset="-122"/>
                <a:cs typeface="Consolas Medium" pitchFamily="34" charset="-120"/>
              </a:rPr>
              <a:t>thích    </a:t>
            </a:r>
          </a:p>
          <a:p>
            <a:pPr marL="0" indent="0" algn="l">
              <a:lnSpc>
                <a:spcPts val="2650"/>
              </a:lnSpc>
              <a:buNone/>
            </a:pPr>
            <a:r>
              <a:rPr lang="en-US" sz="1600">
                <a:solidFill>
                  <a:srgbClr val="1E3063"/>
                </a:solidFill>
                <a:highlight>
                  <a:srgbClr val="F2F2F2"/>
                </a:highlight>
                <a:latin typeface="Consolas Medium" pitchFamily="34" charset="0"/>
                <a:ea typeface="Consolas Medium" pitchFamily="34" charset="-122"/>
                <a:cs typeface="Consolas Medium" pitchFamily="34" charset="-120"/>
              </a:rPr>
              <a:t>một </a:t>
            </a:r>
            <a:r>
              <a:rPr lang="en-US" sz="1600" dirty="0">
                <a:solidFill>
                  <a:srgbClr val="1E3063"/>
                </a:solidFill>
                <a:highlight>
                  <a:srgbClr val="F2F2F2"/>
                </a:highlight>
                <a:latin typeface="Consolas Medium" pitchFamily="34" charset="0"/>
                <a:ea typeface="Consolas Medium" pitchFamily="34" charset="-122"/>
                <a:cs typeface="Consolas Medium" pitchFamily="34" charset="-120"/>
              </a:rPr>
              <a:t>khối code dài. */</a:t>
            </a:r>
            <a:endParaRPr lang="en-US" sz="1600" dirty="0"/>
          </a:p>
        </p:txBody>
      </p:sp>
      <p:sp>
        <p:nvSpPr>
          <p:cNvPr id="48" name="Text 45"/>
          <p:cNvSpPr/>
          <p:nvPr/>
        </p:nvSpPr>
        <p:spPr>
          <a:xfrm>
            <a:off x="7528203" y="7104659"/>
            <a:ext cx="6436281" cy="420649"/>
          </a:xfrm>
          <a:prstGeom prst="rect">
            <a:avLst/>
          </a:prstGeom>
          <a:noFill/>
          <a:ln/>
        </p:spPr>
        <p:txBody>
          <a:bodyPr wrap="none" lIns="0" tIns="0" rIns="0" bIns="0" rtlCol="0" anchor="t"/>
          <a:lstStyle/>
          <a:p>
            <a:pPr marL="0" indent="0" algn="l">
              <a:lnSpc>
                <a:spcPts val="2650"/>
              </a:lnSpc>
              <a:buNone/>
            </a:pPr>
            <a:r>
              <a:rPr lang="en-US" sz="1600" dirty="0">
                <a:solidFill>
                  <a:srgbClr val="1E3063"/>
                </a:solidFill>
                <a:latin typeface="Roboto Slab Medium" pitchFamily="34" charset="0"/>
                <a:ea typeface="Roboto Slab Medium" pitchFamily="34" charset="-122"/>
                <a:cs typeface="Roboto Slab Medium" pitchFamily="34" charset="-120"/>
              </a:rPr>
              <a:t>Tập thói quen viết chú thích ngay từ bây giờ!</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011a54b-0a5d-4929-bf02-a00787877c6a}" enabled="0" method="" siteId="{3011a54b-0a5d-4929-bf02-a00787877c6a}" removed="1"/>
</clbl:labelList>
</file>

<file path=docProps/app.xml><?xml version="1.0" encoding="utf-8"?>
<Properties xmlns="http://schemas.openxmlformats.org/officeDocument/2006/extended-properties" xmlns:vt="http://schemas.openxmlformats.org/officeDocument/2006/docPropsVTypes">
  <TotalTime>55</TotalTime>
  <Words>716</Words>
  <Application>Microsoft Office PowerPoint</Application>
  <PresentationFormat>Custom</PresentationFormat>
  <Paragraphs>96</Paragraphs>
  <Slides>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Roboto</vt:lpstr>
      <vt:lpstr>Roboto Slab Medium</vt:lpstr>
      <vt:lpstr>Consolas Medium</vt:lpstr>
      <vt:lpstr>Roboto Black</vt:lpstr>
      <vt:lpstr>Consolas</vt:lpstr>
      <vt:lpstr>Roboto Extra Bold</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Bùi Minh Phụng - Khoa Công nghệ Thông tin - VLTECH</cp:lastModifiedBy>
  <cp:revision>1</cp:revision>
  <dcterms:created xsi:type="dcterms:W3CDTF">2025-10-08T03:39:06Z</dcterms:created>
  <dcterms:modified xsi:type="dcterms:W3CDTF">2025-10-08T04:34:32Z</dcterms:modified>
</cp:coreProperties>
</file>