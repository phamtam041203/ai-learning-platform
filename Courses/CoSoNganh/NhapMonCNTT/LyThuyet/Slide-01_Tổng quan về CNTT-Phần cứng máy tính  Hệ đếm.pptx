
<file path=[Content_Types].xml><?xml version="1.0" encoding="utf-8"?>
<Types xmlns="http://schemas.openxmlformats.org/package/2006/content-types">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61.jpg" ContentType="image/jpg"/>
  <Override PartName="/ppt/media/image62.jpg" ContentType="image/jpg"/>
  <Override PartName="/ppt/media/image63.jpg" ContentType="image/jpg"/>
  <Override PartName="/ppt/notesSlides/notesSlide22.xml" ContentType="application/vnd.openxmlformats-officedocument.presentationml.notesSlide+xml"/>
  <Override PartName="/ppt/media/image66.jpg" ContentType="image/jpg"/>
  <Override PartName="/ppt/media/image67.jpg" ContentType="image/jpg"/>
  <Override PartName="/ppt/media/image69.jpg" ContentType="image/jpg"/>
  <Override PartName="/ppt/media/image70.jpg" ContentType="image/jpg"/>
  <Override PartName="/ppt/media/image71.jpg" ContentType="image/jpg"/>
  <Override PartName="/ppt/media/image74.jpg" ContentType="image/jpg"/>
  <Override PartName="/ppt/media/image75.jpg" ContentType="image/jpg"/>
  <Override PartName="/ppt/media/image76.jpg" ContentType="image/jpg"/>
  <Override PartName="/ppt/media/image77.jpg" ContentType="image/jpg"/>
  <Override PartName="/ppt/media/image78.jpg" ContentType="image/jpg"/>
  <Override PartName="/ppt/media/image79.jpg" ContentType="image/jpg"/>
  <Override PartName="/ppt/media/image80.jpg" ContentType="image/jpg"/>
  <Override PartName="/ppt/media/image81.jpg" ContentType="image/jpg"/>
  <Override PartName="/ppt/media/image82.jpg" ContentType="image/jpg"/>
  <Override PartName="/ppt/media/image83.jpg" ContentType="image/jpg"/>
  <Override PartName="/ppt/media/image84.jpg" ContentType="image/jpg"/>
  <Override PartName="/ppt/media/image85.jpg" ContentType="image/jpg"/>
  <Override PartName="/ppt/media/image86.jpg" ContentType="image/jpg"/>
  <Override PartName="/ppt/media/image87.jpg" ContentType="image/jpg"/>
  <Override PartName="/ppt/media/image88.jpg" ContentType="image/jpg"/>
  <Override PartName="/ppt/media/image89.jpg" ContentType="image/jpg"/>
  <Override PartName="/ppt/media/image90.jpg" ContentType="image/jpg"/>
  <Override PartName="/ppt/media/image91.jpg" ContentType="image/jpg"/>
  <Override PartName="/ppt/media/image92.jpg" ContentType="image/jpg"/>
  <Override PartName="/ppt/media/image93.jpg" ContentType="image/jpg"/>
  <Override PartName="/ppt/media/image94.jpg" ContentType="image/jpg"/>
  <Override PartName="/ppt/media/image95.jpg" ContentType="image/jpg"/>
  <Override PartName="/ppt/media/image96.jpg" ContentType="image/jpg"/>
  <Override PartName="/ppt/media/image97.jpg" ContentType="image/jpg"/>
  <Override PartName="/ppt/media/image99.jpg" ContentType="image/jpg"/>
  <Override PartName="/ppt/media/image100.jpg" ContentType="image/jpg"/>
  <Override PartName="/ppt/media/image101.jpg" ContentType="image/jpg"/>
  <Override PartName="/ppt/media/image102.jpg" ContentType="image/jpg"/>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2"/>
  </p:notesMasterIdLst>
  <p:sldIdLst>
    <p:sldId id="285" r:id="rId5"/>
    <p:sldId id="2613" r:id="rId6"/>
    <p:sldId id="2615" r:id="rId7"/>
    <p:sldId id="287" r:id="rId8"/>
    <p:sldId id="2614" r:id="rId9"/>
    <p:sldId id="2616" r:id="rId10"/>
    <p:sldId id="276" r:id="rId11"/>
    <p:sldId id="282" r:id="rId12"/>
    <p:sldId id="283" r:id="rId13"/>
    <p:sldId id="284" r:id="rId14"/>
    <p:sldId id="316" r:id="rId15"/>
    <p:sldId id="317" r:id="rId16"/>
    <p:sldId id="510" r:id="rId17"/>
    <p:sldId id="511" r:id="rId18"/>
    <p:sldId id="318" r:id="rId19"/>
    <p:sldId id="312" r:id="rId20"/>
    <p:sldId id="320" r:id="rId21"/>
    <p:sldId id="2617" r:id="rId22"/>
    <p:sldId id="2608" r:id="rId23"/>
    <p:sldId id="517" r:id="rId24"/>
    <p:sldId id="538" r:id="rId25"/>
    <p:sldId id="539" r:id="rId26"/>
    <p:sldId id="540" r:id="rId27"/>
    <p:sldId id="515" r:id="rId28"/>
    <p:sldId id="543" r:id="rId29"/>
    <p:sldId id="518" r:id="rId30"/>
    <p:sldId id="519" r:id="rId31"/>
    <p:sldId id="544" r:id="rId32"/>
    <p:sldId id="537" r:id="rId33"/>
    <p:sldId id="450" r:id="rId34"/>
    <p:sldId id="378" r:id="rId35"/>
    <p:sldId id="405" r:id="rId36"/>
    <p:sldId id="325" r:id="rId37"/>
    <p:sldId id="326" r:id="rId38"/>
    <p:sldId id="327" r:id="rId39"/>
    <p:sldId id="328" r:id="rId40"/>
    <p:sldId id="329" r:id="rId41"/>
    <p:sldId id="330" r:id="rId42"/>
    <p:sldId id="331" r:id="rId43"/>
    <p:sldId id="332" r:id="rId44"/>
    <p:sldId id="406" r:id="rId45"/>
    <p:sldId id="334" r:id="rId46"/>
    <p:sldId id="335" r:id="rId47"/>
    <p:sldId id="337" r:id="rId48"/>
    <p:sldId id="338" r:id="rId49"/>
    <p:sldId id="339" r:id="rId50"/>
    <p:sldId id="379" r:id="rId51"/>
    <p:sldId id="380" r:id="rId52"/>
    <p:sldId id="322" r:id="rId53"/>
    <p:sldId id="323" r:id="rId54"/>
    <p:sldId id="321" r:id="rId55"/>
    <p:sldId id="2618" r:id="rId56"/>
    <p:sldId id="2601" r:id="rId57"/>
    <p:sldId id="2602" r:id="rId58"/>
    <p:sldId id="2603" r:id="rId59"/>
    <p:sldId id="2604" r:id="rId60"/>
    <p:sldId id="2605" r:id="rId61"/>
    <p:sldId id="2619" r:id="rId62"/>
    <p:sldId id="288" r:id="rId63"/>
    <p:sldId id="366" r:id="rId64"/>
    <p:sldId id="383" r:id="rId65"/>
    <p:sldId id="374" r:id="rId66"/>
    <p:sldId id="375" r:id="rId67"/>
    <p:sldId id="376" r:id="rId68"/>
    <p:sldId id="367" r:id="rId69"/>
    <p:sldId id="368" r:id="rId70"/>
    <p:sldId id="385" r:id="rId71"/>
    <p:sldId id="369" r:id="rId72"/>
    <p:sldId id="386" r:id="rId73"/>
    <p:sldId id="388" r:id="rId74"/>
    <p:sldId id="389" r:id="rId75"/>
    <p:sldId id="463" r:id="rId76"/>
    <p:sldId id="371" r:id="rId77"/>
    <p:sldId id="372" r:id="rId78"/>
    <p:sldId id="2611" r:id="rId79"/>
    <p:sldId id="471" r:id="rId80"/>
    <p:sldId id="2607" r:id="rId81"/>
  </p:sldIdLst>
  <p:sldSz cx="12192000" cy="6858000"/>
  <p:notesSz cx="6858000" cy="9144000"/>
  <p:custDataLst>
    <p:tags r:id="rId8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F3FF"/>
    <a:srgbClr val="2C3E50"/>
    <a:srgbClr val="DBD185"/>
    <a:srgbClr val="D51C29"/>
    <a:srgbClr val="D32F2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94ECE1-7887-42A6-9988-0F5DCF57506A}" v="28" dt="2025-09-09T02:08:34.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98" autoAdjust="0"/>
    <p:restoredTop sz="82346" autoAdjust="0"/>
  </p:normalViewPr>
  <p:slideViewPr>
    <p:cSldViewPr snapToGrid="0" showGuides="1">
      <p:cViewPr varScale="1">
        <p:scale>
          <a:sx n="87" d="100"/>
          <a:sy n="87" d="100"/>
        </p:scale>
        <p:origin x="528" y="90"/>
      </p:cViewPr>
      <p:guideLst>
        <p:guide orient="horz" pos="2160"/>
        <p:guide pos="3840"/>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gs" Target="tags/tag1.xml"/><Relationship Id="rId88"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ùi Minh Phụng - Khoa Công nghệ Thông tin - VLTECH" userId="31ee5542-8119-4308-8073-3356e750a326" providerId="ADAL" clId="{0307F563-1B17-4267-A377-A29D044C3A88}"/>
    <pc:docChg chg="undo custSel addSld delSld modSld sldOrd">
      <pc:chgData name="Bùi Minh Phụng - Khoa Công nghệ Thông tin - VLTECH" userId="31ee5542-8119-4308-8073-3356e750a326" providerId="ADAL" clId="{0307F563-1B17-4267-A377-A29D044C3A88}" dt="2025-09-09T02:08:49.270" v="780" actId="20577"/>
      <pc:docMkLst>
        <pc:docMk/>
      </pc:docMkLst>
      <pc:sldChg chg="add del">
        <pc:chgData name="Bùi Minh Phụng - Khoa Công nghệ Thông tin - VLTECH" userId="31ee5542-8119-4308-8073-3356e750a326" providerId="ADAL" clId="{0307F563-1B17-4267-A377-A29D044C3A88}" dt="2025-09-09T01:40:44.171" v="331" actId="47"/>
        <pc:sldMkLst>
          <pc:docMk/>
          <pc:sldMk cId="0" sldId="259"/>
        </pc:sldMkLst>
      </pc:sldChg>
      <pc:sldChg chg="delSp modSp mod">
        <pc:chgData name="Bùi Minh Phụng - Khoa Công nghệ Thông tin - VLTECH" userId="31ee5542-8119-4308-8073-3356e750a326" providerId="ADAL" clId="{0307F563-1B17-4267-A377-A29D044C3A88}" dt="2025-09-09T01:26:25.377" v="71" actId="948"/>
        <pc:sldMkLst>
          <pc:docMk/>
          <pc:sldMk cId="133809529" sldId="287"/>
        </pc:sldMkLst>
        <pc:spChg chg="mod">
          <ac:chgData name="Bùi Minh Phụng - Khoa Công nghệ Thông tin - VLTECH" userId="31ee5542-8119-4308-8073-3356e750a326" providerId="ADAL" clId="{0307F563-1B17-4267-A377-A29D044C3A88}" dt="2025-09-09T01:21:55.443" v="41" actId="1076"/>
          <ac:spMkLst>
            <pc:docMk/>
            <pc:sldMk cId="133809529" sldId="287"/>
            <ac:spMk id="2" creationId="{00000000-0000-0000-0000-000000000000}"/>
          </ac:spMkLst>
        </pc:spChg>
        <pc:spChg chg="mod">
          <ac:chgData name="Bùi Minh Phụng - Khoa Công nghệ Thông tin - VLTECH" userId="31ee5542-8119-4308-8073-3356e750a326" providerId="ADAL" clId="{0307F563-1B17-4267-A377-A29D044C3A88}" dt="2025-09-09T01:26:25.377" v="71" actId="948"/>
          <ac:spMkLst>
            <pc:docMk/>
            <pc:sldMk cId="133809529" sldId="287"/>
            <ac:spMk id="5" creationId="{00000000-0000-0000-0000-000000000000}"/>
          </ac:spMkLst>
        </pc:spChg>
        <pc:spChg chg="del">
          <ac:chgData name="Bùi Minh Phụng - Khoa Công nghệ Thông tin - VLTECH" userId="31ee5542-8119-4308-8073-3356e750a326" providerId="ADAL" clId="{0307F563-1B17-4267-A377-A29D044C3A88}" dt="2025-09-09T01:22:05.152" v="45" actId="478"/>
          <ac:spMkLst>
            <pc:docMk/>
            <pc:sldMk cId="133809529" sldId="287"/>
            <ac:spMk id="14" creationId="{00000000-0000-0000-0000-000000000000}"/>
          </ac:spMkLst>
        </pc:spChg>
        <pc:spChg chg="del">
          <ac:chgData name="Bùi Minh Phụng - Khoa Công nghệ Thông tin - VLTECH" userId="31ee5542-8119-4308-8073-3356e750a326" providerId="ADAL" clId="{0307F563-1B17-4267-A377-A29D044C3A88}" dt="2025-09-09T01:22:00.022" v="42" actId="478"/>
          <ac:spMkLst>
            <pc:docMk/>
            <pc:sldMk cId="133809529" sldId="287"/>
            <ac:spMk id="16" creationId="{00000000-0000-0000-0000-000000000000}"/>
          </ac:spMkLst>
        </pc:spChg>
        <pc:spChg chg="del">
          <ac:chgData name="Bùi Minh Phụng - Khoa Công nghệ Thông tin - VLTECH" userId="31ee5542-8119-4308-8073-3356e750a326" providerId="ADAL" clId="{0307F563-1B17-4267-A377-A29D044C3A88}" dt="2025-09-09T01:22:01.070" v="43" actId="478"/>
          <ac:spMkLst>
            <pc:docMk/>
            <pc:sldMk cId="133809529" sldId="287"/>
            <ac:spMk id="19" creationId="{00000000-0000-0000-0000-000000000000}"/>
          </ac:spMkLst>
        </pc:spChg>
        <pc:spChg chg="del">
          <ac:chgData name="Bùi Minh Phụng - Khoa Công nghệ Thông tin - VLTECH" userId="31ee5542-8119-4308-8073-3356e750a326" providerId="ADAL" clId="{0307F563-1B17-4267-A377-A29D044C3A88}" dt="2025-09-09T01:22:06.347" v="46" actId="478"/>
          <ac:spMkLst>
            <pc:docMk/>
            <pc:sldMk cId="133809529" sldId="287"/>
            <ac:spMk id="21" creationId="{00000000-0000-0000-0000-000000000000}"/>
          </ac:spMkLst>
        </pc:spChg>
        <pc:spChg chg="del">
          <ac:chgData name="Bùi Minh Phụng - Khoa Công nghệ Thông tin - VLTECH" userId="31ee5542-8119-4308-8073-3356e750a326" providerId="ADAL" clId="{0307F563-1B17-4267-A377-A29D044C3A88}" dt="2025-09-09T01:22:02.763" v="44" actId="478"/>
          <ac:spMkLst>
            <pc:docMk/>
            <pc:sldMk cId="133809529" sldId="287"/>
            <ac:spMk id="29" creationId="{00000000-0000-0000-0000-000000000000}"/>
          </ac:spMkLst>
        </pc:spChg>
      </pc:sldChg>
      <pc:sldChg chg="addSp modSp mod">
        <pc:chgData name="Bùi Minh Phụng - Khoa Công nghệ Thông tin - VLTECH" userId="31ee5542-8119-4308-8073-3356e750a326" providerId="ADAL" clId="{0307F563-1B17-4267-A377-A29D044C3A88}" dt="2025-09-09T01:54:25.094" v="466" actId="1076"/>
        <pc:sldMkLst>
          <pc:docMk/>
          <pc:sldMk cId="99788921" sldId="312"/>
        </pc:sldMkLst>
        <pc:spChg chg="add mod">
          <ac:chgData name="Bùi Minh Phụng - Khoa Công nghệ Thông tin - VLTECH" userId="31ee5542-8119-4308-8073-3356e750a326" providerId="ADAL" clId="{0307F563-1B17-4267-A377-A29D044C3A88}" dt="2025-09-09T01:54:25.094" v="466" actId="1076"/>
          <ac:spMkLst>
            <pc:docMk/>
            <pc:sldMk cId="99788921" sldId="312"/>
            <ac:spMk id="3" creationId="{0AC2AC03-03F9-CDC3-4F03-DE989CCBA26B}"/>
          </ac:spMkLst>
        </pc:spChg>
        <pc:picChg chg="mod">
          <ac:chgData name="Bùi Minh Phụng - Khoa Công nghệ Thông tin - VLTECH" userId="31ee5542-8119-4308-8073-3356e750a326" providerId="ADAL" clId="{0307F563-1B17-4267-A377-A29D044C3A88}" dt="2025-09-09T01:54:09.357" v="458" actId="1076"/>
          <ac:picMkLst>
            <pc:docMk/>
            <pc:sldMk cId="99788921" sldId="312"/>
            <ac:picMk id="2054" creationId="{B8E74810-6296-4611-BF6C-DBBB6B955FC5}"/>
          </ac:picMkLst>
        </pc:picChg>
      </pc:sldChg>
      <pc:sldChg chg="del">
        <pc:chgData name="Bùi Minh Phụng - Khoa Công nghệ Thông tin - VLTECH" userId="31ee5542-8119-4308-8073-3356e750a326" providerId="ADAL" clId="{0307F563-1B17-4267-A377-A29D044C3A88}" dt="2025-09-09T01:42:09.482" v="451" actId="2696"/>
        <pc:sldMkLst>
          <pc:docMk/>
          <pc:sldMk cId="3448089675" sldId="319"/>
        </pc:sldMkLst>
      </pc:sldChg>
      <pc:sldChg chg="add del">
        <pc:chgData name="Bùi Minh Phụng - Khoa Công nghệ Thông tin - VLTECH" userId="31ee5542-8119-4308-8073-3356e750a326" providerId="ADAL" clId="{0307F563-1B17-4267-A377-A29D044C3A88}" dt="2025-09-09T02:03:59.775" v="667" actId="47"/>
        <pc:sldMkLst>
          <pc:docMk/>
          <pc:sldMk cId="4063077152" sldId="319"/>
        </pc:sldMkLst>
      </pc:sldChg>
      <pc:sldChg chg="addSp modSp mod">
        <pc:chgData name="Bùi Minh Phụng - Khoa Công nghệ Thông tin - VLTECH" userId="31ee5542-8119-4308-8073-3356e750a326" providerId="ADAL" clId="{0307F563-1B17-4267-A377-A29D044C3A88}" dt="2025-09-09T01:54:37.292" v="470" actId="1076"/>
        <pc:sldMkLst>
          <pc:docMk/>
          <pc:sldMk cId="2326117351" sldId="320"/>
        </pc:sldMkLst>
        <pc:spChg chg="add mod">
          <ac:chgData name="Bùi Minh Phụng - Khoa Công nghệ Thông tin - VLTECH" userId="31ee5542-8119-4308-8073-3356e750a326" providerId="ADAL" clId="{0307F563-1B17-4267-A377-A29D044C3A88}" dt="2025-09-09T01:54:35.384" v="469" actId="1076"/>
          <ac:spMkLst>
            <pc:docMk/>
            <pc:sldMk cId="2326117351" sldId="320"/>
            <ac:spMk id="3" creationId="{24ABEEE9-CD26-D19D-3BB7-BE6E66519EB2}"/>
          </ac:spMkLst>
        </pc:spChg>
        <pc:picChg chg="mod">
          <ac:chgData name="Bùi Minh Phụng - Khoa Công nghệ Thông tin - VLTECH" userId="31ee5542-8119-4308-8073-3356e750a326" providerId="ADAL" clId="{0307F563-1B17-4267-A377-A29D044C3A88}" dt="2025-09-09T01:54:37.292" v="470" actId="1076"/>
          <ac:picMkLst>
            <pc:docMk/>
            <pc:sldMk cId="2326117351" sldId="320"/>
            <ac:picMk id="3076" creationId="{26D028C1-0597-4578-9742-A9C06E93757E}"/>
          </ac:picMkLst>
        </pc:picChg>
      </pc:sldChg>
      <pc:sldChg chg="del">
        <pc:chgData name="Bùi Minh Phụng - Khoa Công nghệ Thông tin - VLTECH" userId="31ee5542-8119-4308-8073-3356e750a326" providerId="ADAL" clId="{0307F563-1B17-4267-A377-A29D044C3A88}" dt="2025-09-09T01:42:09.482" v="451" actId="2696"/>
        <pc:sldMkLst>
          <pc:docMk/>
          <pc:sldMk cId="2378760451" sldId="321"/>
        </pc:sldMkLst>
      </pc:sldChg>
      <pc:sldChg chg="add ord">
        <pc:chgData name="Bùi Minh Phụng - Khoa Công nghệ Thông tin - VLTECH" userId="31ee5542-8119-4308-8073-3356e750a326" providerId="ADAL" clId="{0307F563-1B17-4267-A377-A29D044C3A88}" dt="2025-09-09T02:02:11.039" v="597"/>
        <pc:sldMkLst>
          <pc:docMk/>
          <pc:sldMk cId="4273708699" sldId="321"/>
        </pc:sldMkLst>
      </pc:sldChg>
      <pc:sldChg chg="add">
        <pc:chgData name="Bùi Minh Phụng - Khoa Công nghệ Thông tin - VLTECH" userId="31ee5542-8119-4308-8073-3356e750a326" providerId="ADAL" clId="{0307F563-1B17-4267-A377-A29D044C3A88}" dt="2025-09-09T01:42:19.418" v="452"/>
        <pc:sldMkLst>
          <pc:docMk/>
          <pc:sldMk cId="1618378966" sldId="322"/>
        </pc:sldMkLst>
      </pc:sldChg>
      <pc:sldChg chg="del">
        <pc:chgData name="Bùi Minh Phụng - Khoa Công nghệ Thông tin - VLTECH" userId="31ee5542-8119-4308-8073-3356e750a326" providerId="ADAL" clId="{0307F563-1B17-4267-A377-A29D044C3A88}" dt="2025-09-09T01:42:09.482" v="451" actId="2696"/>
        <pc:sldMkLst>
          <pc:docMk/>
          <pc:sldMk cId="2262098262" sldId="322"/>
        </pc:sldMkLst>
      </pc:sldChg>
      <pc:sldChg chg="del">
        <pc:chgData name="Bùi Minh Phụng - Khoa Công nghệ Thông tin - VLTECH" userId="31ee5542-8119-4308-8073-3356e750a326" providerId="ADAL" clId="{0307F563-1B17-4267-A377-A29D044C3A88}" dt="2025-09-09T01:42:09.482" v="451" actId="2696"/>
        <pc:sldMkLst>
          <pc:docMk/>
          <pc:sldMk cId="1030706030" sldId="323"/>
        </pc:sldMkLst>
      </pc:sldChg>
      <pc:sldChg chg="add">
        <pc:chgData name="Bùi Minh Phụng - Khoa Công nghệ Thông tin - VLTECH" userId="31ee5542-8119-4308-8073-3356e750a326" providerId="ADAL" clId="{0307F563-1B17-4267-A377-A29D044C3A88}" dt="2025-09-09T01:42:19.418" v="452"/>
        <pc:sldMkLst>
          <pc:docMk/>
          <pc:sldMk cId="2526614410" sldId="323"/>
        </pc:sldMkLst>
      </pc:sldChg>
      <pc:sldChg chg="modSp add mod">
        <pc:chgData name="Bùi Minh Phụng - Khoa Công nghệ Thông tin - VLTECH" userId="31ee5542-8119-4308-8073-3356e750a326" providerId="ADAL" clId="{0307F563-1B17-4267-A377-A29D044C3A88}" dt="2025-09-09T01:57:34.162" v="491" actId="948"/>
        <pc:sldMkLst>
          <pc:docMk/>
          <pc:sldMk cId="654862582" sldId="325"/>
        </pc:sldMkLst>
        <pc:spChg chg="mod">
          <ac:chgData name="Bùi Minh Phụng - Khoa Công nghệ Thông tin - VLTECH" userId="31ee5542-8119-4308-8073-3356e750a326" providerId="ADAL" clId="{0307F563-1B17-4267-A377-A29D044C3A88}" dt="2025-09-09T01:57:34.162" v="491" actId="948"/>
          <ac:spMkLst>
            <pc:docMk/>
            <pc:sldMk cId="654862582" sldId="325"/>
            <ac:spMk id="86"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2142839600" sldId="325"/>
        </pc:sldMkLst>
      </pc:sldChg>
      <pc:sldChg chg="addSp delSp modSp add mod">
        <pc:chgData name="Bùi Minh Phụng - Khoa Công nghệ Thông tin - VLTECH" userId="31ee5542-8119-4308-8073-3356e750a326" providerId="ADAL" clId="{0307F563-1B17-4267-A377-A29D044C3A88}" dt="2025-09-09T01:58:33.211" v="505" actId="207"/>
        <pc:sldMkLst>
          <pc:docMk/>
          <pc:sldMk cId="1109568048" sldId="326"/>
        </pc:sldMkLst>
        <pc:spChg chg="add mod">
          <ac:chgData name="Bùi Minh Phụng - Khoa Công nghệ Thông tin - VLTECH" userId="31ee5542-8119-4308-8073-3356e750a326" providerId="ADAL" clId="{0307F563-1B17-4267-A377-A29D044C3A88}" dt="2025-09-09T01:58:13.448" v="501" actId="14100"/>
          <ac:spMkLst>
            <pc:docMk/>
            <pc:sldMk cId="1109568048" sldId="326"/>
            <ac:spMk id="2" creationId="{8EBB2E4C-602D-B451-AAF6-1D10F125E3A9}"/>
          </ac:spMkLst>
        </pc:spChg>
        <pc:spChg chg="del mod">
          <ac:chgData name="Bùi Minh Phụng - Khoa Công nghệ Thông tin - VLTECH" userId="31ee5542-8119-4308-8073-3356e750a326" providerId="ADAL" clId="{0307F563-1B17-4267-A377-A29D044C3A88}" dt="2025-09-09T01:57:41.451" v="493" actId="478"/>
          <ac:spMkLst>
            <pc:docMk/>
            <pc:sldMk cId="1109568048" sldId="326"/>
            <ac:spMk id="5" creationId="{00000000-0000-0000-0000-000000000000}"/>
          </ac:spMkLst>
        </pc:spChg>
        <pc:spChg chg="mod">
          <ac:chgData name="Bùi Minh Phụng - Khoa Công nghệ Thông tin - VLTECH" userId="31ee5542-8119-4308-8073-3356e750a326" providerId="ADAL" clId="{0307F563-1B17-4267-A377-A29D044C3A88}" dt="2025-09-09T01:58:33.211" v="505" actId="207"/>
          <ac:spMkLst>
            <pc:docMk/>
            <pc:sldMk cId="1109568048" sldId="326"/>
            <ac:spMk id="7"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2908241513" sldId="326"/>
        </pc:sldMkLst>
      </pc:sldChg>
      <pc:sldChg chg="del">
        <pc:chgData name="Bùi Minh Phụng - Khoa Công nghệ Thông tin - VLTECH" userId="31ee5542-8119-4308-8073-3356e750a326" providerId="ADAL" clId="{0307F563-1B17-4267-A377-A29D044C3A88}" dt="2025-09-09T01:42:09.482" v="451" actId="2696"/>
        <pc:sldMkLst>
          <pc:docMk/>
          <pc:sldMk cId="1314797091" sldId="327"/>
        </pc:sldMkLst>
      </pc:sldChg>
      <pc:sldChg chg="addSp delSp modSp add mod">
        <pc:chgData name="Bùi Minh Phụng - Khoa Công nghệ Thông tin - VLTECH" userId="31ee5542-8119-4308-8073-3356e750a326" providerId="ADAL" clId="{0307F563-1B17-4267-A377-A29D044C3A88}" dt="2025-09-09T01:59:11.044" v="515" actId="20577"/>
        <pc:sldMkLst>
          <pc:docMk/>
          <pc:sldMk cId="2861204100" sldId="327"/>
        </pc:sldMkLst>
        <pc:spChg chg="add mod">
          <ac:chgData name="Bùi Minh Phụng - Khoa Công nghệ Thông tin - VLTECH" userId="31ee5542-8119-4308-8073-3356e750a326" providerId="ADAL" clId="{0307F563-1B17-4267-A377-A29D044C3A88}" dt="2025-09-09T01:59:11.044" v="515" actId="20577"/>
          <ac:spMkLst>
            <pc:docMk/>
            <pc:sldMk cId="2861204100" sldId="327"/>
            <ac:spMk id="2" creationId="{8C695D7E-EC9A-D37B-300C-3976765BD907}"/>
          </ac:spMkLst>
        </pc:spChg>
        <pc:spChg chg="del">
          <ac:chgData name="Bùi Minh Phụng - Khoa Công nghệ Thông tin - VLTECH" userId="31ee5542-8119-4308-8073-3356e750a326" providerId="ADAL" clId="{0307F563-1B17-4267-A377-A29D044C3A88}" dt="2025-09-09T01:58:46.054" v="506" actId="478"/>
          <ac:spMkLst>
            <pc:docMk/>
            <pc:sldMk cId="2861204100" sldId="327"/>
            <ac:spMk id="77"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510598413" sldId="328"/>
        </pc:sldMkLst>
      </pc:sldChg>
      <pc:sldChg chg="addSp delSp modSp add mod">
        <pc:chgData name="Bùi Minh Phụng - Khoa Công nghệ Thông tin - VLTECH" userId="31ee5542-8119-4308-8073-3356e750a326" providerId="ADAL" clId="{0307F563-1B17-4267-A377-A29D044C3A88}" dt="2025-09-09T01:59:52.280" v="528" actId="1076"/>
        <pc:sldMkLst>
          <pc:docMk/>
          <pc:sldMk cId="3822806866" sldId="328"/>
        </pc:sldMkLst>
        <pc:spChg chg="add mod">
          <ac:chgData name="Bùi Minh Phụng - Khoa Công nghệ Thông tin - VLTECH" userId="31ee5542-8119-4308-8073-3356e750a326" providerId="ADAL" clId="{0307F563-1B17-4267-A377-A29D044C3A88}" dt="2025-09-09T01:59:39.635" v="525" actId="20577"/>
          <ac:spMkLst>
            <pc:docMk/>
            <pc:sldMk cId="3822806866" sldId="328"/>
            <ac:spMk id="4" creationId="{80318DD5-A78C-85FC-4B9C-55A808FD5A75}"/>
          </ac:spMkLst>
        </pc:spChg>
        <pc:spChg chg="del">
          <ac:chgData name="Bùi Minh Phụng - Khoa Công nghệ Thông tin - VLTECH" userId="31ee5542-8119-4308-8073-3356e750a326" providerId="ADAL" clId="{0307F563-1B17-4267-A377-A29D044C3A88}" dt="2025-09-09T01:59:21.799" v="516" actId="478"/>
          <ac:spMkLst>
            <pc:docMk/>
            <pc:sldMk cId="3822806866" sldId="328"/>
            <ac:spMk id="5" creationId="{00000000-0000-0000-0000-000000000000}"/>
          </ac:spMkLst>
        </pc:spChg>
        <pc:spChg chg="mod">
          <ac:chgData name="Bùi Minh Phụng - Khoa Công nghệ Thông tin - VLTECH" userId="31ee5542-8119-4308-8073-3356e750a326" providerId="ADAL" clId="{0307F563-1B17-4267-A377-A29D044C3A88}" dt="2025-09-09T01:59:52.280" v="528" actId="1076"/>
          <ac:spMkLst>
            <pc:docMk/>
            <pc:sldMk cId="3822806866" sldId="328"/>
            <ac:spMk id="6" creationId="{00000000-0000-0000-0000-000000000000}"/>
          </ac:spMkLst>
        </pc:spChg>
      </pc:sldChg>
      <pc:sldChg chg="addSp delSp modSp add mod">
        <pc:chgData name="Bùi Minh Phụng - Khoa Công nghệ Thông tin - VLTECH" userId="31ee5542-8119-4308-8073-3356e750a326" providerId="ADAL" clId="{0307F563-1B17-4267-A377-A29D044C3A88}" dt="2025-09-09T02:00:13.324" v="533" actId="20577"/>
        <pc:sldMkLst>
          <pc:docMk/>
          <pc:sldMk cId="78958506" sldId="329"/>
        </pc:sldMkLst>
        <pc:spChg chg="add mod">
          <ac:chgData name="Bùi Minh Phụng - Khoa Công nghệ Thông tin - VLTECH" userId="31ee5542-8119-4308-8073-3356e750a326" providerId="ADAL" clId="{0307F563-1B17-4267-A377-A29D044C3A88}" dt="2025-09-09T02:00:13.324" v="533" actId="20577"/>
          <ac:spMkLst>
            <pc:docMk/>
            <pc:sldMk cId="78958506" sldId="329"/>
            <ac:spMk id="2" creationId="{40434F90-E4D5-0705-2767-A700D600405E}"/>
          </ac:spMkLst>
        </pc:spChg>
        <pc:spChg chg="del">
          <ac:chgData name="Bùi Minh Phụng - Khoa Công nghệ Thông tin - VLTECH" userId="31ee5542-8119-4308-8073-3356e750a326" providerId="ADAL" clId="{0307F563-1B17-4267-A377-A29D044C3A88}" dt="2025-09-09T02:00:06.473" v="529" actId="478"/>
          <ac:spMkLst>
            <pc:docMk/>
            <pc:sldMk cId="78958506" sldId="329"/>
            <ac:spMk id="77"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878380522" sldId="329"/>
        </pc:sldMkLst>
      </pc:sldChg>
      <pc:sldChg chg="del">
        <pc:chgData name="Bùi Minh Phụng - Khoa Công nghệ Thông tin - VLTECH" userId="31ee5542-8119-4308-8073-3356e750a326" providerId="ADAL" clId="{0307F563-1B17-4267-A377-A29D044C3A88}" dt="2025-09-09T01:42:09.482" v="451" actId="2696"/>
        <pc:sldMkLst>
          <pc:docMk/>
          <pc:sldMk cId="919597281" sldId="330"/>
        </pc:sldMkLst>
      </pc:sldChg>
      <pc:sldChg chg="addSp delSp modSp add mod">
        <pc:chgData name="Bùi Minh Phụng - Khoa Công nghệ Thông tin - VLTECH" userId="31ee5542-8119-4308-8073-3356e750a326" providerId="ADAL" clId="{0307F563-1B17-4267-A377-A29D044C3A88}" dt="2025-09-09T02:01:04.741" v="546" actId="20577"/>
        <pc:sldMkLst>
          <pc:docMk/>
          <pc:sldMk cId="2128930806" sldId="330"/>
        </pc:sldMkLst>
        <pc:spChg chg="add mod">
          <ac:chgData name="Bùi Minh Phụng - Khoa Công nghệ Thông tin - VLTECH" userId="31ee5542-8119-4308-8073-3356e750a326" providerId="ADAL" clId="{0307F563-1B17-4267-A377-A29D044C3A88}" dt="2025-09-09T02:01:04.741" v="546" actId="20577"/>
          <ac:spMkLst>
            <pc:docMk/>
            <pc:sldMk cId="2128930806" sldId="330"/>
            <ac:spMk id="2" creationId="{AB10FF6D-700F-C34A-03FF-66B24D268C66}"/>
          </ac:spMkLst>
        </pc:spChg>
        <pc:spChg chg="del">
          <ac:chgData name="Bùi Minh Phụng - Khoa Công nghệ Thông tin - VLTECH" userId="31ee5542-8119-4308-8073-3356e750a326" providerId="ADAL" clId="{0307F563-1B17-4267-A377-A29D044C3A88}" dt="2025-09-09T02:00:59.120" v="542" actId="478"/>
          <ac:spMkLst>
            <pc:docMk/>
            <pc:sldMk cId="2128930806" sldId="330"/>
            <ac:spMk id="5"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2461367749" sldId="331"/>
        </pc:sldMkLst>
      </pc:sldChg>
      <pc:sldChg chg="addSp delSp modSp add mod">
        <pc:chgData name="Bùi Minh Phụng - Khoa Công nghệ Thông tin - VLTECH" userId="31ee5542-8119-4308-8073-3356e750a326" providerId="ADAL" clId="{0307F563-1B17-4267-A377-A29D044C3A88}" dt="2025-09-09T02:00:32.421" v="541" actId="1076"/>
        <pc:sldMkLst>
          <pc:docMk/>
          <pc:sldMk cId="3943826443" sldId="331"/>
        </pc:sldMkLst>
        <pc:spChg chg="add mod">
          <ac:chgData name="Bùi Minh Phụng - Khoa Công nghệ Thông tin - VLTECH" userId="31ee5542-8119-4308-8073-3356e750a326" providerId="ADAL" clId="{0307F563-1B17-4267-A377-A29D044C3A88}" dt="2025-09-09T02:00:32.421" v="541" actId="1076"/>
          <ac:spMkLst>
            <pc:docMk/>
            <pc:sldMk cId="3943826443" sldId="331"/>
            <ac:spMk id="2" creationId="{2F9C245A-D66E-703E-298F-94CC80892B41}"/>
          </ac:spMkLst>
        </pc:spChg>
        <pc:spChg chg="del">
          <ac:chgData name="Bùi Minh Phụng - Khoa Công nghệ Thông tin - VLTECH" userId="31ee5542-8119-4308-8073-3356e750a326" providerId="ADAL" clId="{0307F563-1B17-4267-A377-A29D044C3A88}" dt="2025-09-09T02:00:20.902" v="534" actId="478"/>
          <ac:spMkLst>
            <pc:docMk/>
            <pc:sldMk cId="3943826443" sldId="331"/>
            <ac:spMk id="75"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2236244062" sldId="332"/>
        </pc:sldMkLst>
      </pc:sldChg>
      <pc:sldChg chg="addSp delSp modSp add mod">
        <pc:chgData name="Bùi Minh Phụng - Khoa Công nghệ Thông tin - VLTECH" userId="31ee5542-8119-4308-8073-3356e750a326" providerId="ADAL" clId="{0307F563-1B17-4267-A377-A29D044C3A88}" dt="2025-09-09T02:01:16.605" v="553" actId="20577"/>
        <pc:sldMkLst>
          <pc:docMk/>
          <pc:sldMk cId="3588183529" sldId="332"/>
        </pc:sldMkLst>
        <pc:spChg chg="add mod">
          <ac:chgData name="Bùi Minh Phụng - Khoa Công nghệ Thông tin - VLTECH" userId="31ee5542-8119-4308-8073-3356e750a326" providerId="ADAL" clId="{0307F563-1B17-4267-A377-A29D044C3A88}" dt="2025-09-09T02:01:16.605" v="553" actId="20577"/>
          <ac:spMkLst>
            <pc:docMk/>
            <pc:sldMk cId="3588183529" sldId="332"/>
            <ac:spMk id="2" creationId="{F49FA06D-EBA1-C038-0F21-0BBFE712C4C8}"/>
          </ac:spMkLst>
        </pc:spChg>
        <pc:spChg chg="del">
          <ac:chgData name="Bùi Minh Phụng - Khoa Công nghệ Thông tin - VLTECH" userId="31ee5542-8119-4308-8073-3356e750a326" providerId="ADAL" clId="{0307F563-1B17-4267-A377-A29D044C3A88}" dt="2025-09-09T02:01:11.458" v="547" actId="478"/>
          <ac:spMkLst>
            <pc:docMk/>
            <pc:sldMk cId="3588183529" sldId="332"/>
            <ac:spMk id="5" creationId="{00000000-0000-0000-0000-000000000000}"/>
          </ac:spMkLst>
        </pc:spChg>
      </pc:sldChg>
      <pc:sldChg chg="modSp add mod">
        <pc:chgData name="Bùi Minh Phụng - Khoa Công nghệ Thông tin - VLTECH" userId="31ee5542-8119-4308-8073-3356e750a326" providerId="ADAL" clId="{0307F563-1B17-4267-A377-A29D044C3A88}" dt="2025-09-09T02:01:44.497" v="595" actId="20577"/>
        <pc:sldMkLst>
          <pc:docMk/>
          <pc:sldMk cId="205951827" sldId="334"/>
        </pc:sldMkLst>
        <pc:spChg chg="mod">
          <ac:chgData name="Bùi Minh Phụng - Khoa Công nghệ Thông tin - VLTECH" userId="31ee5542-8119-4308-8073-3356e750a326" providerId="ADAL" clId="{0307F563-1B17-4267-A377-A29D044C3A88}" dt="2025-09-09T02:01:44.497" v="595" actId="20577"/>
          <ac:spMkLst>
            <pc:docMk/>
            <pc:sldMk cId="205951827" sldId="334"/>
            <ac:spMk id="7"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1047711618" sldId="334"/>
        </pc:sldMkLst>
      </pc:sldChg>
      <pc:sldChg chg="del">
        <pc:chgData name="Bùi Minh Phụng - Khoa Công nghệ Thông tin - VLTECH" userId="31ee5542-8119-4308-8073-3356e750a326" providerId="ADAL" clId="{0307F563-1B17-4267-A377-A29D044C3A88}" dt="2025-09-09T01:42:09.482" v="451" actId="2696"/>
        <pc:sldMkLst>
          <pc:docMk/>
          <pc:sldMk cId="294601475" sldId="335"/>
        </pc:sldMkLst>
      </pc:sldChg>
      <pc:sldChg chg="add">
        <pc:chgData name="Bùi Minh Phụng - Khoa Công nghệ Thông tin - VLTECH" userId="31ee5542-8119-4308-8073-3356e750a326" providerId="ADAL" clId="{0307F563-1B17-4267-A377-A29D044C3A88}" dt="2025-09-09T01:42:19.418" v="452"/>
        <pc:sldMkLst>
          <pc:docMk/>
          <pc:sldMk cId="3260544030" sldId="335"/>
        </pc:sldMkLst>
      </pc:sldChg>
      <pc:sldChg chg="del">
        <pc:chgData name="Bùi Minh Phụng - Khoa Công nghệ Thông tin - VLTECH" userId="31ee5542-8119-4308-8073-3356e750a326" providerId="ADAL" clId="{0307F563-1B17-4267-A377-A29D044C3A88}" dt="2025-09-09T01:42:09.482" v="451" actId="2696"/>
        <pc:sldMkLst>
          <pc:docMk/>
          <pc:sldMk cId="453683796" sldId="337"/>
        </pc:sldMkLst>
      </pc:sldChg>
      <pc:sldChg chg="add">
        <pc:chgData name="Bùi Minh Phụng - Khoa Công nghệ Thông tin - VLTECH" userId="31ee5542-8119-4308-8073-3356e750a326" providerId="ADAL" clId="{0307F563-1B17-4267-A377-A29D044C3A88}" dt="2025-09-09T01:42:19.418" v="452"/>
        <pc:sldMkLst>
          <pc:docMk/>
          <pc:sldMk cId="735919235" sldId="337"/>
        </pc:sldMkLst>
      </pc:sldChg>
      <pc:sldChg chg="del">
        <pc:chgData name="Bùi Minh Phụng - Khoa Công nghệ Thông tin - VLTECH" userId="31ee5542-8119-4308-8073-3356e750a326" providerId="ADAL" clId="{0307F563-1B17-4267-A377-A29D044C3A88}" dt="2025-09-09T01:42:09.482" v="451" actId="2696"/>
        <pc:sldMkLst>
          <pc:docMk/>
          <pc:sldMk cId="670757564" sldId="338"/>
        </pc:sldMkLst>
      </pc:sldChg>
      <pc:sldChg chg="add">
        <pc:chgData name="Bùi Minh Phụng - Khoa Công nghệ Thông tin - VLTECH" userId="31ee5542-8119-4308-8073-3356e750a326" providerId="ADAL" clId="{0307F563-1B17-4267-A377-A29D044C3A88}" dt="2025-09-09T01:42:19.418" v="452"/>
        <pc:sldMkLst>
          <pc:docMk/>
          <pc:sldMk cId="2699799801" sldId="338"/>
        </pc:sldMkLst>
      </pc:sldChg>
      <pc:sldChg chg="del">
        <pc:chgData name="Bùi Minh Phụng - Khoa Công nghệ Thông tin - VLTECH" userId="31ee5542-8119-4308-8073-3356e750a326" providerId="ADAL" clId="{0307F563-1B17-4267-A377-A29D044C3A88}" dt="2025-09-09T01:42:09.482" v="451" actId="2696"/>
        <pc:sldMkLst>
          <pc:docMk/>
          <pc:sldMk cId="3202296348" sldId="339"/>
        </pc:sldMkLst>
      </pc:sldChg>
      <pc:sldChg chg="add">
        <pc:chgData name="Bùi Minh Phụng - Khoa Công nghệ Thông tin - VLTECH" userId="31ee5542-8119-4308-8073-3356e750a326" providerId="ADAL" clId="{0307F563-1B17-4267-A377-A29D044C3A88}" dt="2025-09-09T01:42:19.418" v="452"/>
        <pc:sldMkLst>
          <pc:docMk/>
          <pc:sldMk cId="3944710416" sldId="339"/>
        </pc:sldMkLst>
      </pc:sldChg>
      <pc:sldChg chg="modSp mod">
        <pc:chgData name="Bùi Minh Phụng - Khoa Công nghệ Thông tin - VLTECH" userId="31ee5542-8119-4308-8073-3356e750a326" providerId="ADAL" clId="{0307F563-1B17-4267-A377-A29D044C3A88}" dt="2025-09-09T02:07:32.328" v="739" actId="14100"/>
        <pc:sldMkLst>
          <pc:docMk/>
          <pc:sldMk cId="1659996957" sldId="369"/>
        </pc:sldMkLst>
        <pc:spChg chg="mod">
          <ac:chgData name="Bùi Minh Phụng - Khoa Công nghệ Thông tin - VLTECH" userId="31ee5542-8119-4308-8073-3356e750a326" providerId="ADAL" clId="{0307F563-1B17-4267-A377-A29D044C3A88}" dt="2025-09-09T02:07:32.328" v="739" actId="14100"/>
          <ac:spMkLst>
            <pc:docMk/>
            <pc:sldMk cId="1659996957" sldId="369"/>
            <ac:spMk id="4" creationId="{00000000-0000-0000-0000-000000000000}"/>
          </ac:spMkLst>
        </pc:spChg>
      </pc:sldChg>
      <pc:sldChg chg="modSp mod">
        <pc:chgData name="Bùi Minh Phụng - Khoa Công nghệ Thông tin - VLTECH" userId="31ee5542-8119-4308-8073-3356e750a326" providerId="ADAL" clId="{0307F563-1B17-4267-A377-A29D044C3A88}" dt="2025-09-09T02:06:24.393" v="735" actId="207"/>
        <pc:sldMkLst>
          <pc:docMk/>
          <pc:sldMk cId="4266495697" sldId="371"/>
        </pc:sldMkLst>
        <pc:spChg chg="mod">
          <ac:chgData name="Bùi Minh Phụng - Khoa Công nghệ Thông tin - VLTECH" userId="31ee5542-8119-4308-8073-3356e750a326" providerId="ADAL" clId="{0307F563-1B17-4267-A377-A29D044C3A88}" dt="2025-09-09T02:06:24.393" v="735" actId="207"/>
          <ac:spMkLst>
            <pc:docMk/>
            <pc:sldMk cId="4266495697" sldId="371"/>
            <ac:spMk id="4" creationId="{00000000-0000-0000-0000-000000000000}"/>
          </ac:spMkLst>
        </pc:spChg>
      </pc:sldChg>
      <pc:sldChg chg="modSp mod">
        <pc:chgData name="Bùi Minh Phụng - Khoa Công nghệ Thông tin - VLTECH" userId="31ee5542-8119-4308-8073-3356e750a326" providerId="ADAL" clId="{0307F563-1B17-4267-A377-A29D044C3A88}" dt="2025-09-09T02:06:27.272" v="736" actId="207"/>
        <pc:sldMkLst>
          <pc:docMk/>
          <pc:sldMk cId="2697868802" sldId="372"/>
        </pc:sldMkLst>
        <pc:spChg chg="mod">
          <ac:chgData name="Bùi Minh Phụng - Khoa Công nghệ Thông tin - VLTECH" userId="31ee5542-8119-4308-8073-3356e750a326" providerId="ADAL" clId="{0307F563-1B17-4267-A377-A29D044C3A88}" dt="2025-09-09T02:06:27.272" v="736" actId="207"/>
          <ac:spMkLst>
            <pc:docMk/>
            <pc:sldMk cId="2697868802" sldId="372"/>
            <ac:spMk id="4" creationId="{00000000-0000-0000-0000-000000000000}"/>
          </ac:spMkLst>
        </pc:spChg>
      </pc:sldChg>
      <pc:sldChg chg="add">
        <pc:chgData name="Bùi Minh Phụng - Khoa Công nghệ Thông tin - VLTECH" userId="31ee5542-8119-4308-8073-3356e750a326" providerId="ADAL" clId="{0307F563-1B17-4267-A377-A29D044C3A88}" dt="2025-09-09T01:42:19.418" v="452"/>
        <pc:sldMkLst>
          <pc:docMk/>
          <pc:sldMk cId="405599099" sldId="378"/>
        </pc:sldMkLst>
      </pc:sldChg>
      <pc:sldChg chg="del">
        <pc:chgData name="Bùi Minh Phụng - Khoa Công nghệ Thông tin - VLTECH" userId="31ee5542-8119-4308-8073-3356e750a326" providerId="ADAL" clId="{0307F563-1B17-4267-A377-A29D044C3A88}" dt="2025-09-09T01:42:09.482" v="451" actId="2696"/>
        <pc:sldMkLst>
          <pc:docMk/>
          <pc:sldMk cId="4087732424" sldId="378"/>
        </pc:sldMkLst>
      </pc:sldChg>
      <pc:sldChg chg="add">
        <pc:chgData name="Bùi Minh Phụng - Khoa Công nghệ Thông tin - VLTECH" userId="31ee5542-8119-4308-8073-3356e750a326" providerId="ADAL" clId="{0307F563-1B17-4267-A377-A29D044C3A88}" dt="2025-09-09T01:42:19.418" v="452"/>
        <pc:sldMkLst>
          <pc:docMk/>
          <pc:sldMk cId="3857769670" sldId="379"/>
        </pc:sldMkLst>
      </pc:sldChg>
      <pc:sldChg chg="del">
        <pc:chgData name="Bùi Minh Phụng - Khoa Công nghệ Thông tin - VLTECH" userId="31ee5542-8119-4308-8073-3356e750a326" providerId="ADAL" clId="{0307F563-1B17-4267-A377-A29D044C3A88}" dt="2025-09-09T01:42:09.482" v="451" actId="2696"/>
        <pc:sldMkLst>
          <pc:docMk/>
          <pc:sldMk cId="4016007337" sldId="379"/>
        </pc:sldMkLst>
      </pc:sldChg>
      <pc:sldChg chg="del">
        <pc:chgData name="Bùi Minh Phụng - Khoa Công nghệ Thông tin - VLTECH" userId="31ee5542-8119-4308-8073-3356e750a326" providerId="ADAL" clId="{0307F563-1B17-4267-A377-A29D044C3A88}" dt="2025-09-09T01:42:09.482" v="451" actId="2696"/>
        <pc:sldMkLst>
          <pc:docMk/>
          <pc:sldMk cId="910070783" sldId="380"/>
        </pc:sldMkLst>
      </pc:sldChg>
      <pc:sldChg chg="add">
        <pc:chgData name="Bùi Minh Phụng - Khoa Công nghệ Thông tin - VLTECH" userId="31ee5542-8119-4308-8073-3356e750a326" providerId="ADAL" clId="{0307F563-1B17-4267-A377-A29D044C3A88}" dt="2025-09-09T01:42:19.418" v="452"/>
        <pc:sldMkLst>
          <pc:docMk/>
          <pc:sldMk cId="3575442452" sldId="380"/>
        </pc:sldMkLst>
      </pc:sldChg>
      <pc:sldChg chg="modSp mod">
        <pc:chgData name="Bùi Minh Phụng - Khoa Công nghệ Thông tin - VLTECH" userId="31ee5542-8119-4308-8073-3356e750a326" providerId="ADAL" clId="{0307F563-1B17-4267-A377-A29D044C3A88}" dt="2025-09-09T02:07:35.441" v="740" actId="207"/>
        <pc:sldMkLst>
          <pc:docMk/>
          <pc:sldMk cId="3433665265" sldId="386"/>
        </pc:sldMkLst>
        <pc:spChg chg="mod">
          <ac:chgData name="Bùi Minh Phụng - Khoa Công nghệ Thông tin - VLTECH" userId="31ee5542-8119-4308-8073-3356e750a326" providerId="ADAL" clId="{0307F563-1B17-4267-A377-A29D044C3A88}" dt="2025-09-09T02:07:35.441" v="740" actId="207"/>
          <ac:spMkLst>
            <pc:docMk/>
            <pc:sldMk cId="3433665265" sldId="386"/>
            <ac:spMk id="4" creationId="{00000000-0000-0000-0000-000000000000}"/>
          </ac:spMkLst>
        </pc:spChg>
      </pc:sldChg>
      <pc:sldChg chg="modSp mod">
        <pc:chgData name="Bùi Minh Phụng - Khoa Công nghệ Thông tin - VLTECH" userId="31ee5542-8119-4308-8073-3356e750a326" providerId="ADAL" clId="{0307F563-1B17-4267-A377-A29D044C3A88}" dt="2025-09-09T02:06:19.696" v="734" actId="207"/>
        <pc:sldMkLst>
          <pc:docMk/>
          <pc:sldMk cId="790828794" sldId="389"/>
        </pc:sldMkLst>
        <pc:spChg chg="mod">
          <ac:chgData name="Bùi Minh Phụng - Khoa Công nghệ Thông tin - VLTECH" userId="31ee5542-8119-4308-8073-3356e750a326" providerId="ADAL" clId="{0307F563-1B17-4267-A377-A29D044C3A88}" dt="2025-09-09T02:06:19.696" v="734" actId="207"/>
          <ac:spMkLst>
            <pc:docMk/>
            <pc:sldMk cId="790828794" sldId="389"/>
            <ac:spMk id="4" creationId="{00000000-0000-0000-0000-000000000000}"/>
          </ac:spMkLst>
        </pc:spChg>
      </pc:sldChg>
      <pc:sldChg chg="modSp add mod">
        <pc:chgData name="Bùi Minh Phụng - Khoa Công nghệ Thông tin - VLTECH" userId="31ee5542-8119-4308-8073-3356e750a326" providerId="ADAL" clId="{0307F563-1B17-4267-A377-A29D044C3A88}" dt="2025-09-09T01:57:22.134" v="489" actId="1076"/>
        <pc:sldMkLst>
          <pc:docMk/>
          <pc:sldMk cId="1457944497" sldId="405"/>
        </pc:sldMkLst>
        <pc:spChg chg="mod">
          <ac:chgData name="Bùi Minh Phụng - Khoa Công nghệ Thông tin - VLTECH" userId="31ee5542-8119-4308-8073-3356e750a326" providerId="ADAL" clId="{0307F563-1B17-4267-A377-A29D044C3A88}" dt="2025-09-09T01:57:22.134" v="489" actId="1076"/>
          <ac:spMkLst>
            <pc:docMk/>
            <pc:sldMk cId="1457944497" sldId="405"/>
            <ac:spMk id="141"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3535911083" sldId="405"/>
        </pc:sldMkLst>
      </pc:sldChg>
      <pc:sldChg chg="del">
        <pc:chgData name="Bùi Minh Phụng - Khoa Công nghệ Thông tin - VLTECH" userId="31ee5542-8119-4308-8073-3356e750a326" providerId="ADAL" clId="{0307F563-1B17-4267-A377-A29D044C3A88}" dt="2025-09-09T01:42:09.482" v="451" actId="2696"/>
        <pc:sldMkLst>
          <pc:docMk/>
          <pc:sldMk cId="2795730460" sldId="406"/>
        </pc:sldMkLst>
      </pc:sldChg>
      <pc:sldChg chg="modSp add mod">
        <pc:chgData name="Bùi Minh Phụng - Khoa Công nghệ Thông tin - VLTECH" userId="31ee5542-8119-4308-8073-3356e750a326" providerId="ADAL" clId="{0307F563-1B17-4267-A377-A29D044C3A88}" dt="2025-09-09T02:01:29.800" v="576" actId="20577"/>
        <pc:sldMkLst>
          <pc:docMk/>
          <pc:sldMk cId="2922567429" sldId="406"/>
        </pc:sldMkLst>
        <pc:spChg chg="mod">
          <ac:chgData name="Bùi Minh Phụng - Khoa Công nghệ Thông tin - VLTECH" userId="31ee5542-8119-4308-8073-3356e750a326" providerId="ADAL" clId="{0307F563-1B17-4267-A377-A29D044C3A88}" dt="2025-09-09T02:01:29.800" v="576" actId="20577"/>
          <ac:spMkLst>
            <pc:docMk/>
            <pc:sldMk cId="2922567429" sldId="406"/>
            <ac:spMk id="2" creationId="{00000000-0000-0000-0000-000000000000}"/>
          </ac:spMkLst>
        </pc:spChg>
      </pc:sldChg>
      <pc:sldChg chg="del">
        <pc:chgData name="Bùi Minh Phụng - Khoa Công nghệ Thông tin - VLTECH" userId="31ee5542-8119-4308-8073-3356e750a326" providerId="ADAL" clId="{0307F563-1B17-4267-A377-A29D044C3A88}" dt="2025-09-09T01:42:09.482" v="451" actId="2696"/>
        <pc:sldMkLst>
          <pc:docMk/>
          <pc:sldMk cId="3472660222" sldId="450"/>
        </pc:sldMkLst>
      </pc:sldChg>
      <pc:sldChg chg="modSp add mod">
        <pc:chgData name="Bùi Minh Phụng - Khoa Công nghệ Thông tin - VLTECH" userId="31ee5542-8119-4308-8073-3356e750a326" providerId="ADAL" clId="{0307F563-1B17-4267-A377-A29D044C3A88}" dt="2025-09-09T02:07:55.493" v="742" actId="207"/>
        <pc:sldMkLst>
          <pc:docMk/>
          <pc:sldMk cId="3512300648" sldId="450"/>
        </pc:sldMkLst>
        <pc:spChg chg="mod">
          <ac:chgData name="Bùi Minh Phụng - Khoa Công nghệ Thông tin - VLTECH" userId="31ee5542-8119-4308-8073-3356e750a326" providerId="ADAL" clId="{0307F563-1B17-4267-A377-A29D044C3A88}" dt="2025-09-09T02:07:55.493" v="742" actId="207"/>
          <ac:spMkLst>
            <pc:docMk/>
            <pc:sldMk cId="3512300648" sldId="450"/>
            <ac:spMk id="3" creationId="{00000000-0000-0000-0000-000000000000}"/>
          </ac:spMkLst>
        </pc:spChg>
      </pc:sldChg>
      <pc:sldChg chg="del">
        <pc:chgData name="Bùi Minh Phụng - Khoa Công nghệ Thông tin - VLTECH" userId="31ee5542-8119-4308-8073-3356e750a326" providerId="ADAL" clId="{0307F563-1B17-4267-A377-A29D044C3A88}" dt="2025-09-09T01:53:23.840" v="454" actId="47"/>
        <pc:sldMkLst>
          <pc:docMk/>
          <pc:sldMk cId="1427842430" sldId="497"/>
        </pc:sldMkLst>
      </pc:sldChg>
      <pc:sldChg chg="del">
        <pc:chgData name="Bùi Minh Phụng - Khoa Công nghệ Thông tin - VLTECH" userId="31ee5542-8119-4308-8073-3356e750a326" providerId="ADAL" clId="{0307F563-1B17-4267-A377-A29D044C3A88}" dt="2025-09-09T01:54:27.405" v="467" actId="47"/>
        <pc:sldMkLst>
          <pc:docMk/>
          <pc:sldMk cId="493587238" sldId="512"/>
        </pc:sldMkLst>
      </pc:sldChg>
      <pc:sldChg chg="ord">
        <pc:chgData name="Bùi Minh Phụng - Khoa Công nghệ Thông tin - VLTECH" userId="31ee5542-8119-4308-8073-3356e750a326" providerId="ADAL" clId="{0307F563-1B17-4267-A377-A29D044C3A88}" dt="2025-09-09T01:55:54.305" v="472"/>
        <pc:sldMkLst>
          <pc:docMk/>
          <pc:sldMk cId="1683137184" sldId="537"/>
        </pc:sldMkLst>
      </pc:sldChg>
      <pc:sldChg chg="del">
        <pc:chgData name="Bùi Minh Phụng - Khoa Công nghệ Thông tin - VLTECH" userId="31ee5542-8119-4308-8073-3356e750a326" providerId="ADAL" clId="{0307F563-1B17-4267-A377-A29D044C3A88}" dt="2025-09-09T01:53:54.797" v="455" actId="47"/>
        <pc:sldMkLst>
          <pc:docMk/>
          <pc:sldMk cId="475716195" sldId="2598"/>
        </pc:sldMkLst>
      </pc:sldChg>
      <pc:sldChg chg="add del">
        <pc:chgData name="Bùi Minh Phụng - Khoa Công nghệ Thông tin - VLTECH" userId="31ee5542-8119-4308-8073-3356e750a326" providerId="ADAL" clId="{0307F563-1B17-4267-A377-A29D044C3A88}" dt="2025-09-09T02:02:35.879" v="598" actId="47"/>
        <pc:sldMkLst>
          <pc:docMk/>
          <pc:sldMk cId="3637367767" sldId="2600"/>
        </pc:sldMkLst>
      </pc:sldChg>
      <pc:sldChg chg="del">
        <pc:chgData name="Bùi Minh Phụng - Khoa Công nghệ Thông tin - VLTECH" userId="31ee5542-8119-4308-8073-3356e750a326" providerId="ADAL" clId="{0307F563-1B17-4267-A377-A29D044C3A88}" dt="2025-09-09T01:42:09.482" v="451" actId="2696"/>
        <pc:sldMkLst>
          <pc:docMk/>
          <pc:sldMk cId="4244353230" sldId="2600"/>
        </pc:sldMkLst>
      </pc:sldChg>
      <pc:sldChg chg="modSp add mod">
        <pc:chgData name="Bùi Minh Phụng - Khoa Công nghệ Thông tin - VLTECH" userId="31ee5542-8119-4308-8073-3356e750a326" providerId="ADAL" clId="{0307F563-1B17-4267-A377-A29D044C3A88}" dt="2025-09-09T02:03:18.597" v="658" actId="207"/>
        <pc:sldMkLst>
          <pc:docMk/>
          <pc:sldMk cId="652889540" sldId="2601"/>
        </pc:sldMkLst>
        <pc:spChg chg="mod">
          <ac:chgData name="Bùi Minh Phụng - Khoa Công nghệ Thông tin - VLTECH" userId="31ee5542-8119-4308-8073-3356e750a326" providerId="ADAL" clId="{0307F563-1B17-4267-A377-A29D044C3A88}" dt="2025-09-09T02:03:18.597" v="658" actId="207"/>
          <ac:spMkLst>
            <pc:docMk/>
            <pc:sldMk cId="652889540" sldId="2601"/>
            <ac:spMk id="2" creationId="{E3F34387-4CF2-F9B6-2318-CE504556BCF1}"/>
          </ac:spMkLst>
        </pc:spChg>
      </pc:sldChg>
      <pc:sldChg chg="del">
        <pc:chgData name="Bùi Minh Phụng - Khoa Công nghệ Thông tin - VLTECH" userId="31ee5542-8119-4308-8073-3356e750a326" providerId="ADAL" clId="{0307F563-1B17-4267-A377-A29D044C3A88}" dt="2025-09-09T01:42:09.482" v="451" actId="2696"/>
        <pc:sldMkLst>
          <pc:docMk/>
          <pc:sldMk cId="3859323876" sldId="2601"/>
        </pc:sldMkLst>
      </pc:sldChg>
      <pc:sldChg chg="modSp add mod">
        <pc:chgData name="Bùi Minh Phụng - Khoa Công nghệ Thông tin - VLTECH" userId="31ee5542-8119-4308-8073-3356e750a326" providerId="ADAL" clId="{0307F563-1B17-4267-A377-A29D044C3A88}" dt="2025-09-09T02:03:22.270" v="660" actId="113"/>
        <pc:sldMkLst>
          <pc:docMk/>
          <pc:sldMk cId="864246545" sldId="2602"/>
        </pc:sldMkLst>
        <pc:spChg chg="mod">
          <ac:chgData name="Bùi Minh Phụng - Khoa Công nghệ Thông tin - VLTECH" userId="31ee5542-8119-4308-8073-3356e750a326" providerId="ADAL" clId="{0307F563-1B17-4267-A377-A29D044C3A88}" dt="2025-09-09T02:03:22.270" v="660" actId="113"/>
          <ac:spMkLst>
            <pc:docMk/>
            <pc:sldMk cId="864246545" sldId="2602"/>
            <ac:spMk id="2" creationId="{E3F34387-4CF2-F9B6-2318-CE504556BCF1}"/>
          </ac:spMkLst>
        </pc:spChg>
      </pc:sldChg>
      <pc:sldChg chg="del">
        <pc:chgData name="Bùi Minh Phụng - Khoa Công nghệ Thông tin - VLTECH" userId="31ee5542-8119-4308-8073-3356e750a326" providerId="ADAL" clId="{0307F563-1B17-4267-A377-A29D044C3A88}" dt="2025-09-09T01:42:09.482" v="451" actId="2696"/>
        <pc:sldMkLst>
          <pc:docMk/>
          <pc:sldMk cId="3668998316" sldId="2602"/>
        </pc:sldMkLst>
      </pc:sldChg>
      <pc:sldChg chg="del">
        <pc:chgData name="Bùi Minh Phụng - Khoa Công nghệ Thông tin - VLTECH" userId="31ee5542-8119-4308-8073-3356e750a326" providerId="ADAL" clId="{0307F563-1B17-4267-A377-A29D044C3A88}" dt="2025-09-09T01:42:09.482" v="451" actId="2696"/>
        <pc:sldMkLst>
          <pc:docMk/>
          <pc:sldMk cId="2687422472" sldId="2603"/>
        </pc:sldMkLst>
      </pc:sldChg>
      <pc:sldChg chg="modSp add mod">
        <pc:chgData name="Bùi Minh Phụng - Khoa Công nghệ Thông tin - VLTECH" userId="31ee5542-8119-4308-8073-3356e750a326" providerId="ADAL" clId="{0307F563-1B17-4267-A377-A29D044C3A88}" dt="2025-09-09T02:03:27.260" v="662" actId="113"/>
        <pc:sldMkLst>
          <pc:docMk/>
          <pc:sldMk cId="3582258275" sldId="2603"/>
        </pc:sldMkLst>
        <pc:spChg chg="mod">
          <ac:chgData name="Bùi Minh Phụng - Khoa Công nghệ Thông tin - VLTECH" userId="31ee5542-8119-4308-8073-3356e750a326" providerId="ADAL" clId="{0307F563-1B17-4267-A377-A29D044C3A88}" dt="2025-09-09T02:03:27.260" v="662" actId="113"/>
          <ac:spMkLst>
            <pc:docMk/>
            <pc:sldMk cId="3582258275" sldId="2603"/>
            <ac:spMk id="2" creationId="{E3F34387-4CF2-F9B6-2318-CE504556BCF1}"/>
          </ac:spMkLst>
        </pc:spChg>
      </pc:sldChg>
      <pc:sldChg chg="del">
        <pc:chgData name="Bùi Minh Phụng - Khoa Công nghệ Thông tin - VLTECH" userId="31ee5542-8119-4308-8073-3356e750a326" providerId="ADAL" clId="{0307F563-1B17-4267-A377-A29D044C3A88}" dt="2025-09-09T01:42:09.482" v="451" actId="2696"/>
        <pc:sldMkLst>
          <pc:docMk/>
          <pc:sldMk cId="1038098211" sldId="2604"/>
        </pc:sldMkLst>
      </pc:sldChg>
      <pc:sldChg chg="modSp add mod">
        <pc:chgData name="Bùi Minh Phụng - Khoa Công nghệ Thông tin - VLTECH" userId="31ee5542-8119-4308-8073-3356e750a326" providerId="ADAL" clId="{0307F563-1B17-4267-A377-A29D044C3A88}" dt="2025-09-09T02:03:33.899" v="664" actId="207"/>
        <pc:sldMkLst>
          <pc:docMk/>
          <pc:sldMk cId="1838059608" sldId="2604"/>
        </pc:sldMkLst>
        <pc:spChg chg="mod">
          <ac:chgData name="Bùi Minh Phụng - Khoa Công nghệ Thông tin - VLTECH" userId="31ee5542-8119-4308-8073-3356e750a326" providerId="ADAL" clId="{0307F563-1B17-4267-A377-A29D044C3A88}" dt="2025-09-09T02:03:33.899" v="664" actId="207"/>
          <ac:spMkLst>
            <pc:docMk/>
            <pc:sldMk cId="1838059608" sldId="2604"/>
            <ac:spMk id="2" creationId="{E3F34387-4CF2-F9B6-2318-CE504556BCF1}"/>
          </ac:spMkLst>
        </pc:spChg>
      </pc:sldChg>
      <pc:sldChg chg="addSp delSp modSp add mod">
        <pc:chgData name="Bùi Minh Phụng - Khoa Công nghệ Thông tin - VLTECH" userId="31ee5542-8119-4308-8073-3356e750a326" providerId="ADAL" clId="{0307F563-1B17-4267-A377-A29D044C3A88}" dt="2025-09-09T02:03:55.066" v="666"/>
        <pc:sldMkLst>
          <pc:docMk/>
          <pc:sldMk cId="1031421576" sldId="2605"/>
        </pc:sldMkLst>
        <pc:spChg chg="del">
          <ac:chgData name="Bùi Minh Phụng - Khoa Công nghệ Thông tin - VLTECH" userId="31ee5542-8119-4308-8073-3356e750a326" providerId="ADAL" clId="{0307F563-1B17-4267-A377-A29D044C3A88}" dt="2025-09-09T02:03:53.898" v="665" actId="478"/>
          <ac:spMkLst>
            <pc:docMk/>
            <pc:sldMk cId="1031421576" sldId="2605"/>
            <ac:spMk id="2" creationId="{E3F34387-4CF2-F9B6-2318-CE504556BCF1}"/>
          </ac:spMkLst>
        </pc:spChg>
        <pc:spChg chg="add mod">
          <ac:chgData name="Bùi Minh Phụng - Khoa Công nghệ Thông tin - VLTECH" userId="31ee5542-8119-4308-8073-3356e750a326" providerId="ADAL" clId="{0307F563-1B17-4267-A377-A29D044C3A88}" dt="2025-09-09T02:03:55.066" v="666"/>
          <ac:spMkLst>
            <pc:docMk/>
            <pc:sldMk cId="1031421576" sldId="2605"/>
            <ac:spMk id="4" creationId="{EE7DE967-1BEE-1A30-E97E-447864ED35DA}"/>
          </ac:spMkLst>
        </pc:spChg>
      </pc:sldChg>
      <pc:sldChg chg="del">
        <pc:chgData name="Bùi Minh Phụng - Khoa Công nghệ Thông tin - VLTECH" userId="31ee5542-8119-4308-8073-3356e750a326" providerId="ADAL" clId="{0307F563-1B17-4267-A377-A29D044C3A88}" dt="2025-09-09T01:42:09.482" v="451" actId="2696"/>
        <pc:sldMkLst>
          <pc:docMk/>
          <pc:sldMk cId="2508942518" sldId="2605"/>
        </pc:sldMkLst>
      </pc:sldChg>
      <pc:sldChg chg="del">
        <pc:chgData name="Bùi Minh Phụng - Khoa Công nghệ Thông tin - VLTECH" userId="31ee5542-8119-4308-8073-3356e750a326" providerId="ADAL" clId="{0307F563-1B17-4267-A377-A29D044C3A88}" dt="2025-09-09T01:42:30.887" v="453" actId="47"/>
        <pc:sldMkLst>
          <pc:docMk/>
          <pc:sldMk cId="2411749028" sldId="2606"/>
        </pc:sldMkLst>
      </pc:sldChg>
      <pc:sldChg chg="del ord">
        <pc:chgData name="Bùi Minh Phụng - Khoa Công nghệ Thông tin - VLTECH" userId="31ee5542-8119-4308-8073-3356e750a326" providerId="ADAL" clId="{0307F563-1B17-4267-A377-A29D044C3A88}" dt="2025-09-09T01:56:10.904" v="473" actId="47"/>
        <pc:sldMkLst>
          <pc:docMk/>
          <pc:sldMk cId="1290604818" sldId="2609"/>
        </pc:sldMkLst>
      </pc:sldChg>
      <pc:sldChg chg="del">
        <pc:chgData name="Bùi Minh Phụng - Khoa Công nghệ Thông tin - VLTECH" userId="31ee5542-8119-4308-8073-3356e750a326" providerId="ADAL" clId="{0307F563-1B17-4267-A377-A29D044C3A88}" dt="2025-09-09T02:04:17.448" v="669" actId="47"/>
        <pc:sldMkLst>
          <pc:docMk/>
          <pc:sldMk cId="3814124251" sldId="2610"/>
        </pc:sldMkLst>
      </pc:sldChg>
      <pc:sldChg chg="modSp mod">
        <pc:chgData name="Bùi Minh Phụng - Khoa Công nghệ Thông tin - VLTECH" userId="31ee5542-8119-4308-8073-3356e750a326" providerId="ADAL" clId="{0307F563-1B17-4267-A377-A29D044C3A88}" dt="2025-09-09T02:06:30.897" v="737" actId="207"/>
        <pc:sldMkLst>
          <pc:docMk/>
          <pc:sldMk cId="1179312063" sldId="2611"/>
        </pc:sldMkLst>
        <pc:spChg chg="mod">
          <ac:chgData name="Bùi Minh Phụng - Khoa Công nghệ Thông tin - VLTECH" userId="31ee5542-8119-4308-8073-3356e750a326" providerId="ADAL" clId="{0307F563-1B17-4267-A377-A29D044C3A88}" dt="2025-09-09T02:06:30.897" v="737" actId="207"/>
          <ac:spMkLst>
            <pc:docMk/>
            <pc:sldMk cId="1179312063" sldId="2611"/>
            <ac:spMk id="4" creationId="{3C2B0E49-7A77-F584-22A9-06A679EF8609}"/>
          </ac:spMkLst>
        </pc:spChg>
      </pc:sldChg>
      <pc:sldChg chg="new del">
        <pc:chgData name="Bùi Minh Phụng - Khoa Công nghệ Thông tin - VLTECH" userId="31ee5542-8119-4308-8073-3356e750a326" providerId="ADAL" clId="{0307F563-1B17-4267-A377-A29D044C3A88}" dt="2025-09-09T01:21:41.466" v="2" actId="47"/>
        <pc:sldMkLst>
          <pc:docMk/>
          <pc:sldMk cId="3004349007" sldId="2612"/>
        </pc:sldMkLst>
      </pc:sldChg>
      <pc:sldChg chg="addSp delSp modSp add mod ord">
        <pc:chgData name="Bùi Minh Phụng - Khoa Công nghệ Thông tin - VLTECH" userId="31ee5542-8119-4308-8073-3356e750a326" providerId="ADAL" clId="{0307F563-1B17-4267-A377-A29D044C3A88}" dt="2025-09-09T02:08:49.270" v="780" actId="20577"/>
        <pc:sldMkLst>
          <pc:docMk/>
          <pc:sldMk cId="963379966" sldId="2613"/>
        </pc:sldMkLst>
        <pc:spChg chg="add del mod">
          <ac:chgData name="Bùi Minh Phụng - Khoa Công nghệ Thông tin - VLTECH" userId="31ee5542-8119-4308-8073-3356e750a326" providerId="ADAL" clId="{0307F563-1B17-4267-A377-A29D044C3A88}" dt="2025-09-09T01:35:45.140" v="234" actId="478"/>
          <ac:spMkLst>
            <pc:docMk/>
            <pc:sldMk cId="963379966" sldId="2613"/>
            <ac:spMk id="3" creationId="{CE208074-529B-E27D-A93E-6C59C4CD682C}"/>
          </ac:spMkLst>
        </pc:spChg>
        <pc:spChg chg="add mod">
          <ac:chgData name="Bùi Minh Phụng - Khoa Công nghệ Thông tin - VLTECH" userId="31ee5542-8119-4308-8073-3356e750a326" providerId="ADAL" clId="{0307F563-1B17-4267-A377-A29D044C3A88}" dt="2025-09-09T01:37:26.411" v="288" actId="1076"/>
          <ac:spMkLst>
            <pc:docMk/>
            <pc:sldMk cId="963379966" sldId="2613"/>
            <ac:spMk id="4" creationId="{75979E2B-3DA6-23D7-92F4-D15E79F6D9AE}"/>
          </ac:spMkLst>
        </pc:spChg>
        <pc:spChg chg="mod">
          <ac:chgData name="Bùi Minh Phụng - Khoa Công nghệ Thông tin - VLTECH" userId="31ee5542-8119-4308-8073-3356e750a326" providerId="ADAL" clId="{0307F563-1B17-4267-A377-A29D044C3A88}" dt="2025-09-09T01:37:26.411" v="288" actId="1076"/>
          <ac:spMkLst>
            <pc:docMk/>
            <pc:sldMk cId="963379966" sldId="2613"/>
            <ac:spMk id="5" creationId="{1D1E59C4-CC0A-AAE5-AF41-09C81BDFE736}"/>
          </ac:spMkLst>
        </pc:spChg>
        <pc:spChg chg="add mod">
          <ac:chgData name="Bùi Minh Phụng - Khoa Công nghệ Thông tin - VLTECH" userId="31ee5542-8119-4308-8073-3356e750a326" providerId="ADAL" clId="{0307F563-1B17-4267-A377-A29D044C3A88}" dt="2025-09-09T01:37:30.554" v="289" actId="14100"/>
          <ac:spMkLst>
            <pc:docMk/>
            <pc:sldMk cId="963379966" sldId="2613"/>
            <ac:spMk id="6" creationId="{75B02497-460D-8C9E-F150-22EC84B18C3E}"/>
          </ac:spMkLst>
        </pc:spChg>
        <pc:spChg chg="add mod">
          <ac:chgData name="Bùi Minh Phụng - Khoa Công nghệ Thông tin - VLTECH" userId="31ee5542-8119-4308-8073-3356e750a326" providerId="ADAL" clId="{0307F563-1B17-4267-A377-A29D044C3A88}" dt="2025-09-09T02:08:42.334" v="778" actId="20577"/>
          <ac:spMkLst>
            <pc:docMk/>
            <pc:sldMk cId="963379966" sldId="2613"/>
            <ac:spMk id="7" creationId="{9C81A08B-1BBE-DD8D-10A8-41A1853E0230}"/>
          </ac:spMkLst>
        </pc:spChg>
        <pc:spChg chg="add mod">
          <ac:chgData name="Bùi Minh Phụng - Khoa Công nghệ Thông tin - VLTECH" userId="31ee5542-8119-4308-8073-3356e750a326" providerId="ADAL" clId="{0307F563-1B17-4267-A377-A29D044C3A88}" dt="2025-09-09T01:37:55.713" v="328" actId="1076"/>
          <ac:spMkLst>
            <pc:docMk/>
            <pc:sldMk cId="963379966" sldId="2613"/>
            <ac:spMk id="8" creationId="{A00044FF-4271-151C-3B28-55CF85B6AE9E}"/>
          </ac:spMkLst>
        </pc:spChg>
        <pc:spChg chg="add mod">
          <ac:chgData name="Bùi Minh Phụng - Khoa Công nghệ Thông tin - VLTECH" userId="31ee5542-8119-4308-8073-3356e750a326" providerId="ADAL" clId="{0307F563-1B17-4267-A377-A29D044C3A88}" dt="2025-09-09T01:37:26.411" v="288" actId="1076"/>
          <ac:spMkLst>
            <pc:docMk/>
            <pc:sldMk cId="963379966" sldId="2613"/>
            <ac:spMk id="9" creationId="{53747A2E-0C42-328C-B748-60456D06F9E3}"/>
          </ac:spMkLst>
        </pc:spChg>
        <pc:spChg chg="add mod">
          <ac:chgData name="Bùi Minh Phụng - Khoa Công nghệ Thông tin - VLTECH" userId="31ee5542-8119-4308-8073-3356e750a326" providerId="ADAL" clId="{0307F563-1B17-4267-A377-A29D044C3A88}" dt="2025-09-09T02:08:46.950" v="779" actId="1076"/>
          <ac:spMkLst>
            <pc:docMk/>
            <pc:sldMk cId="963379966" sldId="2613"/>
            <ac:spMk id="10" creationId="{B5F94153-AEF3-7600-D903-4F7FBC5CDA2D}"/>
          </ac:spMkLst>
        </pc:spChg>
        <pc:spChg chg="add mod">
          <ac:chgData name="Bùi Minh Phụng - Khoa Công nghệ Thông tin - VLTECH" userId="31ee5542-8119-4308-8073-3356e750a326" providerId="ADAL" clId="{0307F563-1B17-4267-A377-A29D044C3A88}" dt="2025-09-09T02:08:49.270" v="780" actId="20577"/>
          <ac:spMkLst>
            <pc:docMk/>
            <pc:sldMk cId="963379966" sldId="2613"/>
            <ac:spMk id="11" creationId="{3D016684-212C-59B6-E598-D9DBC8F34D96}"/>
          </ac:spMkLst>
        </pc:spChg>
        <pc:spChg chg="mod">
          <ac:chgData name="Bùi Minh Phụng - Khoa Công nghệ Thông tin - VLTECH" userId="31ee5542-8119-4308-8073-3356e750a326" providerId="ADAL" clId="{0307F563-1B17-4267-A377-A29D044C3A88}" dt="2025-09-09T01:37:26.411" v="288" actId="1076"/>
          <ac:spMkLst>
            <pc:docMk/>
            <pc:sldMk cId="963379966" sldId="2613"/>
            <ac:spMk id="14" creationId="{A7E94E9B-0CD4-839B-19D9-C1AD42A8B811}"/>
          </ac:spMkLst>
        </pc:spChg>
        <pc:spChg chg="mod">
          <ac:chgData name="Bùi Minh Phụng - Khoa Công nghệ Thông tin - VLTECH" userId="31ee5542-8119-4308-8073-3356e750a326" providerId="ADAL" clId="{0307F563-1B17-4267-A377-A29D044C3A88}" dt="2025-09-09T01:37:26.411" v="288" actId="1076"/>
          <ac:spMkLst>
            <pc:docMk/>
            <pc:sldMk cId="963379966" sldId="2613"/>
            <ac:spMk id="16" creationId="{CAF3EED4-CB66-4825-18BE-DB416A90710F}"/>
          </ac:spMkLst>
        </pc:spChg>
        <pc:spChg chg="mod">
          <ac:chgData name="Bùi Minh Phụng - Khoa Công nghệ Thông tin - VLTECH" userId="31ee5542-8119-4308-8073-3356e750a326" providerId="ADAL" clId="{0307F563-1B17-4267-A377-A29D044C3A88}" dt="2025-09-09T01:37:26.411" v="288" actId="1076"/>
          <ac:spMkLst>
            <pc:docMk/>
            <pc:sldMk cId="963379966" sldId="2613"/>
            <ac:spMk id="19" creationId="{DEE2BABB-436E-4A2B-D77F-48D262164048}"/>
          </ac:spMkLst>
        </pc:spChg>
        <pc:spChg chg="del">
          <ac:chgData name="Bùi Minh Phụng - Khoa Công nghệ Thông tin - VLTECH" userId="31ee5542-8119-4308-8073-3356e750a326" providerId="ADAL" clId="{0307F563-1B17-4267-A377-A29D044C3A88}" dt="2025-09-09T01:34:24.010" v="171" actId="478"/>
          <ac:spMkLst>
            <pc:docMk/>
            <pc:sldMk cId="963379966" sldId="2613"/>
            <ac:spMk id="21" creationId="{AC709CCE-1AD3-6F27-6F96-8FF78FAE8463}"/>
          </ac:spMkLst>
        </pc:spChg>
        <pc:spChg chg="mod">
          <ac:chgData name="Bùi Minh Phụng - Khoa Công nghệ Thông tin - VLTECH" userId="31ee5542-8119-4308-8073-3356e750a326" providerId="ADAL" clId="{0307F563-1B17-4267-A377-A29D044C3A88}" dt="2025-09-09T01:37:26.411" v="288" actId="1076"/>
          <ac:spMkLst>
            <pc:docMk/>
            <pc:sldMk cId="963379966" sldId="2613"/>
            <ac:spMk id="29" creationId="{6570C470-CDE6-6A73-1FF7-8A103FC67E6E}"/>
          </ac:spMkLst>
        </pc:spChg>
      </pc:sldChg>
      <pc:sldChg chg="addSp modSp add mod">
        <pc:chgData name="Bùi Minh Phụng - Khoa Công nghệ Thông tin - VLTECH" userId="31ee5542-8119-4308-8073-3356e750a326" providerId="ADAL" clId="{0307F563-1B17-4267-A377-A29D044C3A88}" dt="2025-09-09T01:31:30.897" v="167" actId="3064"/>
        <pc:sldMkLst>
          <pc:docMk/>
          <pc:sldMk cId="1256916290" sldId="2614"/>
        </pc:sldMkLst>
        <pc:spChg chg="mod">
          <ac:chgData name="Bùi Minh Phụng - Khoa Công nghệ Thông tin - VLTECH" userId="31ee5542-8119-4308-8073-3356e750a326" providerId="ADAL" clId="{0307F563-1B17-4267-A377-A29D044C3A88}" dt="2025-09-09T01:27:01.204" v="105" actId="20577"/>
          <ac:spMkLst>
            <pc:docMk/>
            <pc:sldMk cId="1256916290" sldId="2614"/>
            <ac:spMk id="2" creationId="{6B37981A-8755-F874-3268-330A9CFF08E7}"/>
          </ac:spMkLst>
        </pc:spChg>
        <pc:spChg chg="add mod">
          <ac:chgData name="Bùi Minh Phụng - Khoa Công nghệ Thông tin - VLTECH" userId="31ee5542-8119-4308-8073-3356e750a326" providerId="ADAL" clId="{0307F563-1B17-4267-A377-A29D044C3A88}" dt="2025-09-09T01:30:15.300" v="154" actId="14100"/>
          <ac:spMkLst>
            <pc:docMk/>
            <pc:sldMk cId="1256916290" sldId="2614"/>
            <ac:spMk id="3" creationId="{73D3006F-DE5D-5CA0-0FFD-6ED768425159}"/>
          </ac:spMkLst>
        </pc:spChg>
        <pc:spChg chg="add mod">
          <ac:chgData name="Bùi Minh Phụng - Khoa Công nghệ Thông tin - VLTECH" userId="31ee5542-8119-4308-8073-3356e750a326" providerId="ADAL" clId="{0307F563-1B17-4267-A377-A29D044C3A88}" dt="2025-09-09T01:31:30.897" v="167" actId="3064"/>
          <ac:spMkLst>
            <pc:docMk/>
            <pc:sldMk cId="1256916290" sldId="2614"/>
            <ac:spMk id="4" creationId="{599F8D40-B504-D35F-EA57-15F736EDDFB9}"/>
          </ac:spMkLst>
        </pc:spChg>
        <pc:spChg chg="mod">
          <ac:chgData name="Bùi Minh Phụng - Khoa Công nghệ Thông tin - VLTECH" userId="31ee5542-8119-4308-8073-3356e750a326" providerId="ADAL" clId="{0307F563-1B17-4267-A377-A29D044C3A88}" dt="2025-09-09T01:30:05.973" v="152" actId="404"/>
          <ac:spMkLst>
            <pc:docMk/>
            <pc:sldMk cId="1256916290" sldId="2614"/>
            <ac:spMk id="5" creationId="{52C3FCC9-D232-386B-6116-106EB5736FE5}"/>
          </ac:spMkLst>
        </pc:spChg>
      </pc:sldChg>
      <pc:sldChg chg="delSp modSp add mod ord">
        <pc:chgData name="Bùi Minh Phụng - Khoa Công nghệ Thông tin - VLTECH" userId="31ee5542-8119-4308-8073-3356e750a326" providerId="ADAL" clId="{0307F563-1B17-4267-A377-A29D044C3A88}" dt="2025-09-09T02:08:26.647" v="747" actId="1076"/>
        <pc:sldMkLst>
          <pc:docMk/>
          <pc:sldMk cId="1671606383" sldId="2615"/>
        </pc:sldMkLst>
        <pc:spChg chg="mod">
          <ac:chgData name="Bùi Minh Phụng - Khoa Công nghệ Thông tin - VLTECH" userId="31ee5542-8119-4308-8073-3356e750a326" providerId="ADAL" clId="{0307F563-1B17-4267-A377-A29D044C3A88}" dt="2025-09-09T02:08:26.647" v="747" actId="1076"/>
          <ac:spMkLst>
            <pc:docMk/>
            <pc:sldMk cId="1671606383" sldId="2615"/>
            <ac:spMk id="2" creationId="{40F4277A-ADE1-0766-BA29-04EF7E7AACB8}"/>
          </ac:spMkLst>
        </pc:spChg>
        <pc:spChg chg="del">
          <ac:chgData name="Bùi Minh Phụng - Khoa Công nghệ Thông tin - VLTECH" userId="31ee5542-8119-4308-8073-3356e750a326" providerId="ADAL" clId="{0307F563-1B17-4267-A377-A29D044C3A88}" dt="2025-09-09T01:40:52.713" v="334" actId="478"/>
          <ac:spMkLst>
            <pc:docMk/>
            <pc:sldMk cId="1671606383" sldId="2615"/>
            <ac:spMk id="3" creationId="{7EA6F425-1597-50FC-C475-309D0557B24B}"/>
          </ac:spMkLst>
        </pc:spChg>
        <pc:spChg chg="del">
          <ac:chgData name="Bùi Minh Phụng - Khoa Công nghệ Thông tin - VLTECH" userId="31ee5542-8119-4308-8073-3356e750a326" providerId="ADAL" clId="{0307F563-1B17-4267-A377-A29D044C3A88}" dt="2025-09-09T01:40:53.681" v="335" actId="478"/>
          <ac:spMkLst>
            <pc:docMk/>
            <pc:sldMk cId="1671606383" sldId="2615"/>
            <ac:spMk id="4" creationId="{4BF09110-BD44-46C4-0BB4-D1651DF0A50E}"/>
          </ac:spMkLst>
        </pc:spChg>
        <pc:spChg chg="del">
          <ac:chgData name="Bùi Minh Phụng - Khoa Công nghệ Thông tin - VLTECH" userId="31ee5542-8119-4308-8073-3356e750a326" providerId="ADAL" clId="{0307F563-1B17-4267-A377-A29D044C3A88}" dt="2025-09-09T01:40:51.377" v="333" actId="478"/>
          <ac:spMkLst>
            <pc:docMk/>
            <pc:sldMk cId="1671606383" sldId="2615"/>
            <ac:spMk id="5" creationId="{538209DB-D9E7-D1C5-5998-9760ACCDA1DA}"/>
          </ac:spMkLst>
        </pc:spChg>
      </pc:sldChg>
      <pc:sldChg chg="modSp add mod">
        <pc:chgData name="Bùi Minh Phụng - Khoa Công nghệ Thông tin - VLTECH" userId="31ee5542-8119-4308-8073-3356e750a326" providerId="ADAL" clId="{0307F563-1B17-4267-A377-A29D044C3A88}" dt="2025-09-09T02:08:18.319" v="745" actId="207"/>
        <pc:sldMkLst>
          <pc:docMk/>
          <pc:sldMk cId="4114276565" sldId="2616"/>
        </pc:sldMkLst>
        <pc:spChg chg="mod">
          <ac:chgData name="Bùi Minh Phụng - Khoa Công nghệ Thông tin - VLTECH" userId="31ee5542-8119-4308-8073-3356e750a326" providerId="ADAL" clId="{0307F563-1B17-4267-A377-A29D044C3A88}" dt="2025-09-09T02:08:18.319" v="745" actId="207"/>
          <ac:spMkLst>
            <pc:docMk/>
            <pc:sldMk cId="4114276565" sldId="2616"/>
            <ac:spMk id="2" creationId="{353AD202-5980-8976-01D5-E7425B435C08}"/>
          </ac:spMkLst>
        </pc:spChg>
      </pc:sldChg>
      <pc:sldChg chg="modSp add mod ord">
        <pc:chgData name="Bùi Minh Phụng - Khoa Công nghệ Thông tin - VLTECH" userId="31ee5542-8119-4308-8073-3356e750a326" providerId="ADAL" clId="{0307F563-1B17-4267-A377-A29D044C3A88}" dt="2025-09-09T02:08:09.295" v="744" actId="207"/>
        <pc:sldMkLst>
          <pc:docMk/>
          <pc:sldMk cId="733678133" sldId="2617"/>
        </pc:sldMkLst>
        <pc:spChg chg="mod">
          <ac:chgData name="Bùi Minh Phụng - Khoa Công nghệ Thông tin - VLTECH" userId="31ee5542-8119-4308-8073-3356e750a326" providerId="ADAL" clId="{0307F563-1B17-4267-A377-A29D044C3A88}" dt="2025-09-09T02:08:09.295" v="744" actId="207"/>
          <ac:spMkLst>
            <pc:docMk/>
            <pc:sldMk cId="733678133" sldId="2617"/>
            <ac:spMk id="2" creationId="{ABE0CF50-2E3B-6B57-BC4E-D755CB73068F}"/>
          </ac:spMkLst>
        </pc:spChg>
      </pc:sldChg>
      <pc:sldChg chg="modSp add mod ord">
        <pc:chgData name="Bùi Minh Phụng - Khoa Công nghệ Thông tin - VLTECH" userId="31ee5542-8119-4308-8073-3356e750a326" providerId="ADAL" clId="{0307F563-1B17-4267-A377-A29D044C3A88}" dt="2025-09-09T02:07:47.255" v="741" actId="207"/>
        <pc:sldMkLst>
          <pc:docMk/>
          <pc:sldMk cId="3535289467" sldId="2618"/>
        </pc:sldMkLst>
        <pc:spChg chg="mod">
          <ac:chgData name="Bùi Minh Phụng - Khoa Công nghệ Thông tin - VLTECH" userId="31ee5542-8119-4308-8073-3356e750a326" providerId="ADAL" clId="{0307F563-1B17-4267-A377-A29D044C3A88}" dt="2025-09-09T02:07:47.255" v="741" actId="207"/>
          <ac:spMkLst>
            <pc:docMk/>
            <pc:sldMk cId="3535289467" sldId="2618"/>
            <ac:spMk id="3" creationId="{84D45514-7455-DF8F-B3D7-D37B780100ED}"/>
          </ac:spMkLst>
        </pc:spChg>
      </pc:sldChg>
      <pc:sldChg chg="add del">
        <pc:chgData name="Bùi Minh Phụng - Khoa Công nghệ Thông tin - VLTECH" userId="31ee5542-8119-4308-8073-3356e750a326" providerId="ADAL" clId="{0307F563-1B17-4267-A377-A29D044C3A88}" dt="2025-09-09T01:58:55.330" v="508"/>
        <pc:sldMkLst>
          <pc:docMk/>
          <pc:sldMk cId="4067094154" sldId="2618"/>
        </pc:sldMkLst>
      </pc:sldChg>
      <pc:sldChg chg="modSp add mod">
        <pc:chgData name="Bùi Minh Phụng - Khoa Công nghệ Thông tin - VLTECH" userId="31ee5542-8119-4308-8073-3356e750a326" providerId="ADAL" clId="{0307F563-1B17-4267-A377-A29D044C3A88}" dt="2025-09-09T02:08:01.547" v="743" actId="207"/>
        <pc:sldMkLst>
          <pc:docMk/>
          <pc:sldMk cId="2762569441" sldId="2619"/>
        </pc:sldMkLst>
        <pc:spChg chg="mod">
          <ac:chgData name="Bùi Minh Phụng - Khoa Công nghệ Thông tin - VLTECH" userId="31ee5542-8119-4308-8073-3356e750a326" providerId="ADAL" clId="{0307F563-1B17-4267-A377-A29D044C3A88}" dt="2025-09-09T02:08:01.547" v="743" actId="207"/>
          <ac:spMkLst>
            <pc:docMk/>
            <pc:sldMk cId="2762569441" sldId="2619"/>
            <ac:spMk id="3" creationId="{FC3B80B0-D52B-FD34-B495-1D7A00ED95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013EF-AA46-41D5-93C2-36F7A5EF5D89}" type="datetimeFigureOut">
              <a:rPr lang="zh-CN" altLang="en-US" smtClean="0"/>
              <a:t>2025/9/9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04242-42E4-462F-B9A6-468AC33D61A2}" type="slidenum">
              <a:rPr lang="zh-CN" altLang="en-US" smtClean="0"/>
              <a:t>‹#›</a:t>
            </a:fld>
            <a:endParaRPr lang="zh-CN" altLang="en-US"/>
          </a:p>
        </p:txBody>
      </p:sp>
    </p:spTree>
    <p:extLst>
      <p:ext uri="{BB962C8B-B14F-4D97-AF65-F5344CB8AC3E}">
        <p14:creationId xmlns:p14="http://schemas.microsoft.com/office/powerpoint/2010/main" val="924361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youtube.com/watch?v=LlhmzVL5bm8"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youtube.com/watch?v=yubzJw0uiE4" TargetMode="External"/><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youtube.com/watch?time_continue=6&amp;v=ae_DKNwK_ms&amp;feature=emb_logo"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3104242-42E4-462F-B9A6-468AC33D61A2}" type="slidenum">
              <a:rPr lang="zh-CN" altLang="en-US" smtClean="0"/>
              <a:t>1</a:t>
            </a:fld>
            <a:endParaRPr lang="zh-CN" altLang="en-US"/>
          </a:p>
        </p:txBody>
      </p:sp>
    </p:spTree>
    <p:extLst>
      <p:ext uri="{BB962C8B-B14F-4D97-AF65-F5344CB8AC3E}">
        <p14:creationId xmlns:p14="http://schemas.microsoft.com/office/powerpoint/2010/main" val="1514020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C811-0181-B045-1778-60F310925B9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E74E36-FC09-BDB7-1F77-79247F794D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8EDEE3-50E4-D4DD-6C83-20072045011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6B64963-0C0A-D68C-723C-AE72EF80B28F}"/>
              </a:ext>
            </a:extLst>
          </p:cNvPr>
          <p:cNvSpPr>
            <a:spLocks noGrp="1"/>
          </p:cNvSpPr>
          <p:nvPr>
            <p:ph type="sldNum" sz="quarter" idx="10"/>
          </p:nvPr>
        </p:nvSpPr>
        <p:spPr/>
        <p:txBody>
          <a:bodyPr/>
          <a:lstStyle/>
          <a:p>
            <a:fld id="{53104242-42E4-462F-B9A6-468AC33D61A2}" type="slidenum">
              <a:rPr lang="zh-CN" altLang="en-US" smtClean="0"/>
              <a:t>2</a:t>
            </a:fld>
            <a:endParaRPr lang="zh-CN" altLang="en-US"/>
          </a:p>
        </p:txBody>
      </p:sp>
    </p:spTree>
    <p:extLst>
      <p:ext uri="{BB962C8B-B14F-4D97-AF65-F5344CB8AC3E}">
        <p14:creationId xmlns:p14="http://schemas.microsoft.com/office/powerpoint/2010/main" val="427533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6C38-E880-E5E4-C0D9-72A1247C93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110C67-CA15-6F30-88DB-8A30F93790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E4CD0E-8BCF-EA66-034E-9AB84D5EBF7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372535-093C-22C5-371B-82B1DF200471}"/>
              </a:ext>
            </a:extLst>
          </p:cNvPr>
          <p:cNvSpPr>
            <a:spLocks noGrp="1"/>
          </p:cNvSpPr>
          <p:nvPr>
            <p:ph type="sldNum" sz="quarter" idx="10"/>
          </p:nvPr>
        </p:nvSpPr>
        <p:spPr/>
        <p:txBody>
          <a:bodyPr/>
          <a:lstStyle/>
          <a:p>
            <a:fld id="{53104242-42E4-462F-B9A6-468AC33D61A2}" type="slidenum">
              <a:rPr lang="zh-CN" altLang="en-US" smtClean="0"/>
              <a:t>3</a:t>
            </a:fld>
            <a:endParaRPr lang="zh-CN" altLang="en-US"/>
          </a:p>
        </p:txBody>
      </p:sp>
    </p:spTree>
    <p:extLst>
      <p:ext uri="{BB962C8B-B14F-4D97-AF65-F5344CB8AC3E}">
        <p14:creationId xmlns:p14="http://schemas.microsoft.com/office/powerpoint/2010/main" val="2039253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104242-42E4-462F-B9A6-468AC33D61A2}" type="slidenum">
              <a:rPr lang="zh-CN" altLang="en-US" smtClean="0"/>
              <a:t>4</a:t>
            </a:fld>
            <a:endParaRPr lang="zh-CN" altLang="en-US"/>
          </a:p>
        </p:txBody>
      </p:sp>
    </p:spTree>
    <p:extLst>
      <p:ext uri="{BB962C8B-B14F-4D97-AF65-F5344CB8AC3E}">
        <p14:creationId xmlns:p14="http://schemas.microsoft.com/office/powerpoint/2010/main" val="695663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999F-5625-3BB6-0FCC-03B1FF0608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35F777-95D4-7DDB-02DD-86ED52765B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FE93D6-1B95-3108-7869-D27507040BD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3DF8E22-17E3-7EEE-C5DD-CD4F72BF22C9}"/>
              </a:ext>
            </a:extLst>
          </p:cNvPr>
          <p:cNvSpPr>
            <a:spLocks noGrp="1"/>
          </p:cNvSpPr>
          <p:nvPr>
            <p:ph type="sldNum" sz="quarter" idx="10"/>
          </p:nvPr>
        </p:nvSpPr>
        <p:spPr/>
        <p:txBody>
          <a:bodyPr/>
          <a:lstStyle/>
          <a:p>
            <a:fld id="{53104242-42E4-462F-B9A6-468AC33D61A2}" type="slidenum">
              <a:rPr lang="zh-CN" altLang="en-US" smtClean="0"/>
              <a:t>5</a:t>
            </a:fld>
            <a:endParaRPr lang="zh-CN" altLang="en-US"/>
          </a:p>
        </p:txBody>
      </p:sp>
    </p:spTree>
    <p:extLst>
      <p:ext uri="{BB962C8B-B14F-4D97-AF65-F5344CB8AC3E}">
        <p14:creationId xmlns:p14="http://schemas.microsoft.com/office/powerpoint/2010/main" val="3734686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C7B6-EF47-8EED-5F24-4CE59229F5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961165-2F25-54E2-94F6-7543A4AEF7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E3B978-FD78-16EF-F2B5-C10AF2A8FED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A7B66E6-08C7-C973-381C-DEFE1F179568}"/>
              </a:ext>
            </a:extLst>
          </p:cNvPr>
          <p:cNvSpPr>
            <a:spLocks noGrp="1"/>
          </p:cNvSpPr>
          <p:nvPr>
            <p:ph type="sldNum" sz="quarter" idx="10"/>
          </p:nvPr>
        </p:nvSpPr>
        <p:spPr/>
        <p:txBody>
          <a:bodyPr/>
          <a:lstStyle/>
          <a:p>
            <a:fld id="{53104242-42E4-462F-B9A6-468AC33D61A2}" type="slidenum">
              <a:rPr lang="zh-CN" altLang="en-US" smtClean="0"/>
              <a:t>6</a:t>
            </a:fld>
            <a:endParaRPr lang="zh-CN" altLang="en-US"/>
          </a:p>
        </p:txBody>
      </p:sp>
    </p:spTree>
    <p:extLst>
      <p:ext uri="{BB962C8B-B14F-4D97-AF65-F5344CB8AC3E}">
        <p14:creationId xmlns:p14="http://schemas.microsoft.com/office/powerpoint/2010/main" val="31308435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Napier </a:t>
            </a:r>
            <a:r>
              <a:rPr lang="en-US" dirty="0" err="1"/>
              <a:t>phát</a:t>
            </a:r>
            <a:r>
              <a:rPr lang="en-US" baseline="0" dirty="0"/>
              <a:t> minh ra </a:t>
            </a:r>
            <a:r>
              <a:rPr lang="en-US" baseline="0" dirty="0" err="1"/>
              <a:t>logx</a:t>
            </a:r>
            <a:r>
              <a:rPr lang="en-US" baseline="0" dirty="0"/>
              <a:t> (log </a:t>
            </a:r>
            <a:r>
              <a:rPr lang="en-US" baseline="0" dirty="0" err="1"/>
              <a:t>thập</a:t>
            </a:r>
            <a:r>
              <a:rPr lang="en-US" baseline="0" dirty="0"/>
              <a:t> </a:t>
            </a:r>
            <a:r>
              <a:rPr lang="en-US" baseline="0" dirty="0" err="1"/>
              <a:t>phân</a:t>
            </a:r>
            <a:r>
              <a:rPr lang="en-US" baseline="0" dirty="0"/>
              <a:t>)</a:t>
            </a:r>
            <a:endParaRPr lang="en-US" dirty="0"/>
          </a:p>
        </p:txBody>
      </p:sp>
      <p:sp>
        <p:nvSpPr>
          <p:cNvPr id="4" name="Slide Number Placeholder 3"/>
          <p:cNvSpPr>
            <a:spLocks noGrp="1"/>
          </p:cNvSpPr>
          <p:nvPr>
            <p:ph type="sldNum" sz="quarter" idx="10"/>
          </p:nvPr>
        </p:nvSpPr>
        <p:spPr/>
        <p:txBody>
          <a:bodyPr/>
          <a:lstStyle/>
          <a:p>
            <a:fld id="{D1E6C193-C673-4E34-90CA-78EF0C662564}" type="slidenum">
              <a:rPr lang="en-US" smtClean="0"/>
              <a:pPr/>
              <a:t>9</a:t>
            </a:fld>
            <a:endParaRPr lang="en-US"/>
          </a:p>
        </p:txBody>
      </p:sp>
    </p:spTree>
    <p:extLst>
      <p:ext uri="{BB962C8B-B14F-4D97-AF65-F5344CB8AC3E}">
        <p14:creationId xmlns:p14="http://schemas.microsoft.com/office/powerpoint/2010/main" val="25568445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Máy</a:t>
            </a:r>
            <a:r>
              <a:rPr lang="en-US" baseline="0" dirty="0"/>
              <a:t> Difference Engine </a:t>
            </a:r>
            <a:r>
              <a:rPr lang="en-US" baseline="0" dirty="0" err="1"/>
              <a:t>không</a:t>
            </a:r>
            <a:r>
              <a:rPr lang="en-US" baseline="0" dirty="0"/>
              <a:t> </a:t>
            </a:r>
            <a:r>
              <a:rPr lang="en-US" baseline="0" dirty="0" err="1"/>
              <a:t>được</a:t>
            </a:r>
            <a:r>
              <a:rPr lang="en-US" baseline="0" dirty="0"/>
              <a:t> </a:t>
            </a:r>
            <a:r>
              <a:rPr lang="en-US" baseline="0" dirty="0" err="1"/>
              <a:t>chính</a:t>
            </a:r>
            <a:r>
              <a:rPr lang="en-US" baseline="0" dirty="0"/>
              <a:t> </a:t>
            </a:r>
            <a:r>
              <a:rPr lang="en-US" baseline="0" dirty="0" err="1"/>
              <a:t>phủ</a:t>
            </a:r>
            <a:r>
              <a:rPr lang="en-US" baseline="0" dirty="0"/>
              <a:t> </a:t>
            </a:r>
            <a:r>
              <a:rPr lang="en-US" baseline="0" dirty="0" err="1"/>
              <a:t>Anh</a:t>
            </a:r>
            <a:r>
              <a:rPr lang="en-US" baseline="0" dirty="0"/>
              <a:t> </a:t>
            </a:r>
            <a:r>
              <a:rPr lang="en-US" baseline="0" dirty="0" err="1"/>
              <a:t>lúc</a:t>
            </a:r>
            <a:r>
              <a:rPr lang="en-US" baseline="0" dirty="0"/>
              <a:t> </a:t>
            </a:r>
            <a:r>
              <a:rPr lang="en-US" baseline="0" dirty="0" err="1"/>
              <a:t>đó</a:t>
            </a:r>
            <a:r>
              <a:rPr lang="en-US" baseline="0" dirty="0"/>
              <a:t> </a:t>
            </a:r>
            <a:r>
              <a:rPr lang="en-US" baseline="0" dirty="0" err="1"/>
              <a:t>coi</a:t>
            </a:r>
            <a:r>
              <a:rPr lang="en-US" baseline="0" dirty="0"/>
              <a:t> </a:t>
            </a:r>
            <a:r>
              <a:rPr lang="en-US" baseline="0" dirty="0" err="1"/>
              <a:t>trọng</a:t>
            </a:r>
            <a:endParaRPr lang="en-US" baseline="0" dirty="0"/>
          </a:p>
          <a:p>
            <a:endParaRPr lang="en-US" baseline="0" dirty="0"/>
          </a:p>
          <a:p>
            <a:r>
              <a:rPr lang="en-US" baseline="0" dirty="0" err="1"/>
              <a:t>Máy</a:t>
            </a:r>
            <a:r>
              <a:rPr lang="en-US" baseline="0" dirty="0"/>
              <a:t> Tabulating Machine </a:t>
            </a:r>
            <a:r>
              <a:rPr lang="en-US" baseline="0" dirty="0" err="1"/>
              <a:t>được</a:t>
            </a:r>
            <a:r>
              <a:rPr lang="en-US" baseline="0" dirty="0"/>
              <a:t> Hollerith (</a:t>
            </a:r>
            <a:r>
              <a:rPr lang="en-US" baseline="0" dirty="0" err="1"/>
              <a:t>tiền</a:t>
            </a:r>
            <a:r>
              <a:rPr lang="en-US" baseline="0" dirty="0"/>
              <a:t> </a:t>
            </a:r>
            <a:r>
              <a:rPr lang="en-US" baseline="0" dirty="0" err="1"/>
              <a:t>thân</a:t>
            </a:r>
            <a:r>
              <a:rPr lang="en-US" baseline="0" dirty="0"/>
              <a:t> </a:t>
            </a:r>
            <a:r>
              <a:rPr lang="en-US" baseline="0" dirty="0" err="1"/>
              <a:t>của</a:t>
            </a:r>
            <a:r>
              <a:rPr lang="en-US" baseline="0" dirty="0"/>
              <a:t> IBM) </a:t>
            </a:r>
            <a:r>
              <a:rPr lang="en-US" baseline="0" dirty="0" err="1"/>
              <a:t>phát</a:t>
            </a:r>
            <a:r>
              <a:rPr lang="en-US" baseline="0" dirty="0"/>
              <a:t> minh và </a:t>
            </a:r>
            <a:r>
              <a:rPr lang="en-US" baseline="0" dirty="0" err="1"/>
              <a:t>được</a:t>
            </a:r>
            <a:r>
              <a:rPr lang="en-US" baseline="0" dirty="0"/>
              <a:t> </a:t>
            </a:r>
            <a:r>
              <a:rPr lang="en-US" baseline="0" dirty="0" err="1"/>
              <a:t>sử</a:t>
            </a:r>
            <a:r>
              <a:rPr lang="en-US" baseline="0" dirty="0"/>
              <a:t> dụng </a:t>
            </a:r>
            <a:r>
              <a:rPr lang="en-US" baseline="0" dirty="0" err="1"/>
              <a:t>rộng</a:t>
            </a:r>
            <a:r>
              <a:rPr lang="en-US" baseline="0" dirty="0"/>
              <a:t> </a:t>
            </a:r>
            <a:r>
              <a:rPr lang="en-US" baseline="0" dirty="0" err="1"/>
              <a:t>rãi</a:t>
            </a:r>
            <a:r>
              <a:rPr lang="en-US" baseline="0" dirty="0"/>
              <a:t> </a:t>
            </a:r>
            <a:r>
              <a:rPr lang="en-US" baseline="0" dirty="0" err="1"/>
              <a:t>tại</a:t>
            </a:r>
            <a:r>
              <a:rPr lang="en-US" baseline="0" dirty="0"/>
              <a:t> Mỹ (</a:t>
            </a:r>
            <a:r>
              <a:rPr lang="en-US" baseline="0" dirty="0" err="1"/>
              <a:t>xem</a:t>
            </a:r>
            <a:r>
              <a:rPr lang="en-US" baseline="0" dirty="0"/>
              <a:t> lịch </a:t>
            </a:r>
            <a:r>
              <a:rPr lang="en-US" baseline="0" dirty="0" err="1"/>
              <a:t>sử</a:t>
            </a:r>
            <a:r>
              <a:rPr lang="en-US" baseline="0" dirty="0"/>
              <a:t> IBM) </a:t>
            </a:r>
            <a:r>
              <a:rPr lang="en-US" baseline="0" dirty="0" err="1"/>
              <a:t>trong</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điều</a:t>
            </a:r>
            <a:r>
              <a:rPr lang="en-US" baseline="0" dirty="0"/>
              <a:t> </a:t>
            </a:r>
            <a:r>
              <a:rPr lang="en-US" baseline="0" dirty="0" err="1"/>
              <a:t>tra</a:t>
            </a:r>
            <a:r>
              <a:rPr lang="en-US" baseline="0" dirty="0"/>
              <a:t> </a:t>
            </a:r>
            <a:r>
              <a:rPr lang="en-US" baseline="0" dirty="0" err="1"/>
              <a:t>dân</a:t>
            </a:r>
            <a:r>
              <a:rPr lang="en-US" baseline="0" dirty="0"/>
              <a:t> </a:t>
            </a:r>
            <a:r>
              <a:rPr lang="en-US" baseline="0" dirty="0" err="1"/>
              <a:t>số</a:t>
            </a:r>
            <a:r>
              <a:rPr lang="en-US" baseline="0" dirty="0"/>
              <a:t>.</a:t>
            </a:r>
            <a:endParaRPr lang="en-US" dirty="0"/>
          </a:p>
        </p:txBody>
      </p:sp>
      <p:sp>
        <p:nvSpPr>
          <p:cNvPr id="4" name="Slide Number Placeholder 3"/>
          <p:cNvSpPr>
            <a:spLocks noGrp="1"/>
          </p:cNvSpPr>
          <p:nvPr>
            <p:ph type="sldNum" sz="quarter" idx="10"/>
          </p:nvPr>
        </p:nvSpPr>
        <p:spPr/>
        <p:txBody>
          <a:bodyPr/>
          <a:lstStyle/>
          <a:p>
            <a:fld id="{D1E6C193-C673-4E34-90CA-78EF0C662564}" type="slidenum">
              <a:rPr lang="en-US" smtClean="0"/>
              <a:pPr/>
              <a:t>10</a:t>
            </a:fld>
            <a:endParaRPr lang="en-US"/>
          </a:p>
        </p:txBody>
      </p:sp>
    </p:spTree>
    <p:extLst>
      <p:ext uri="{BB962C8B-B14F-4D97-AF65-F5344CB8AC3E}">
        <p14:creationId xmlns:p14="http://schemas.microsoft.com/office/powerpoint/2010/main" val="2884130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Thầy</a:t>
            </a:r>
            <a:r>
              <a:rPr lang="en-US" dirty="0"/>
              <a:t> </a:t>
            </a:r>
            <a:r>
              <a:rPr lang="en-US" dirty="0" err="1"/>
              <a:t>gợi</a:t>
            </a:r>
            <a:r>
              <a:rPr lang="en-US" dirty="0"/>
              <a:t> ý, </a:t>
            </a:r>
            <a:r>
              <a:rPr lang="en-US" dirty="0" err="1"/>
              <a:t>đó</a:t>
            </a:r>
            <a:r>
              <a:rPr lang="en-US" dirty="0"/>
              <a:t> </a:t>
            </a:r>
            <a:r>
              <a:rPr lang="en-US" dirty="0" err="1"/>
              <a:t>là</a:t>
            </a:r>
            <a:r>
              <a:rPr lang="en-US" dirty="0"/>
              <a:t> 2 </a:t>
            </a:r>
            <a:r>
              <a:rPr lang="en-US" dirty="0" err="1"/>
              <a:t>nhà</a:t>
            </a:r>
            <a:r>
              <a:rPr lang="en-US" dirty="0"/>
              <a:t> </a:t>
            </a:r>
            <a:r>
              <a:rPr lang="en-US" dirty="0" err="1"/>
              <a:t>phát</a:t>
            </a:r>
            <a:r>
              <a:rPr lang="en-US" dirty="0"/>
              <a:t> </a:t>
            </a:r>
            <a:r>
              <a:rPr lang="en-US" dirty="0" err="1"/>
              <a:t>minh</a:t>
            </a:r>
            <a:r>
              <a:rPr lang="en-US" dirty="0"/>
              <a:t> </a:t>
            </a:r>
            <a:r>
              <a:rPr lang="en-US" dirty="0" err="1"/>
              <a:t>nổi</a:t>
            </a:r>
            <a:r>
              <a:rPr lang="en-US" dirty="0"/>
              <a:t> </a:t>
            </a:r>
            <a:r>
              <a:rPr lang="en-US" dirty="0" err="1"/>
              <a:t>tiếng</a:t>
            </a:r>
            <a:endParaRPr lang="en-US" dirty="0"/>
          </a:p>
        </p:txBody>
      </p:sp>
      <p:sp>
        <p:nvSpPr>
          <p:cNvPr id="4" name="Slide Number Placeholder 3"/>
          <p:cNvSpPr>
            <a:spLocks noGrp="1"/>
          </p:cNvSpPr>
          <p:nvPr>
            <p:ph type="sldNum" sz="quarter" idx="5"/>
          </p:nvPr>
        </p:nvSpPr>
        <p:spPr/>
        <p:txBody>
          <a:bodyPr/>
          <a:lstStyle/>
          <a:p>
            <a:fld id="{D1E6C193-C673-4E34-90CA-78EF0C662564}" type="slidenum">
              <a:rPr lang="en-US" smtClean="0"/>
              <a:pPr/>
              <a:t>11</a:t>
            </a:fld>
            <a:endParaRPr lang="en-US"/>
          </a:p>
        </p:txBody>
      </p:sp>
    </p:spTree>
    <p:extLst>
      <p:ext uri="{BB962C8B-B14F-4D97-AF65-F5344CB8AC3E}">
        <p14:creationId xmlns:p14="http://schemas.microsoft.com/office/powerpoint/2010/main" val="3450779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CC66FF"/>
                </a:solidFill>
                <a:latin typeface="Times New Roman" pitchFamily="18" charset="0"/>
              </a:rPr>
              <a:t>Sử dụng </a:t>
            </a:r>
            <a:r>
              <a:rPr lang="en-US" sz="1200" dirty="0" err="1">
                <a:solidFill>
                  <a:srgbClr val="CC66FF"/>
                </a:solidFill>
                <a:latin typeface="Times New Roman" pitchFamily="18" charset="0"/>
              </a:rPr>
              <a:t>đèn</a:t>
            </a:r>
            <a:r>
              <a:rPr lang="en-US" sz="1200" dirty="0">
                <a:solidFill>
                  <a:srgbClr val="CC66FF"/>
                </a:solidFill>
                <a:latin typeface="Times New Roman" pitchFamily="18" charset="0"/>
              </a:rPr>
              <a:t> </a:t>
            </a:r>
            <a:r>
              <a:rPr lang="en-US" sz="1200" dirty="0" err="1">
                <a:solidFill>
                  <a:srgbClr val="CC66FF"/>
                </a:solidFill>
                <a:latin typeface="Times New Roman" pitchFamily="18" charset="0"/>
              </a:rPr>
              <a:t>điện</a:t>
            </a:r>
            <a:r>
              <a:rPr lang="en-US" sz="1200" dirty="0">
                <a:solidFill>
                  <a:srgbClr val="CC66FF"/>
                </a:solidFill>
                <a:latin typeface="Times New Roman" pitchFamily="18" charset="0"/>
              </a:rPr>
              <a:t> </a:t>
            </a:r>
            <a:r>
              <a:rPr lang="en-US" sz="1200" dirty="0" err="1">
                <a:solidFill>
                  <a:srgbClr val="CC66FF"/>
                </a:solidFill>
                <a:latin typeface="Times New Roman" pitchFamily="18" charset="0"/>
              </a:rPr>
              <a:t>tử</a:t>
            </a:r>
            <a:r>
              <a:rPr lang="en-US" sz="1200" dirty="0">
                <a:solidFill>
                  <a:srgbClr val="CC66FF"/>
                </a:solidFill>
                <a:latin typeface="Times New Roman" pitchFamily="18" charset="0"/>
              </a:rPr>
              <a:t> </a:t>
            </a:r>
            <a:r>
              <a:rPr lang="en-US" sz="1200" dirty="0" err="1">
                <a:solidFill>
                  <a:srgbClr val="CC66FF"/>
                </a:solidFill>
                <a:latin typeface="Times New Roman" pitchFamily="18" charset="0"/>
              </a:rPr>
              <a:t>làm</a:t>
            </a:r>
            <a:r>
              <a:rPr lang="en-US" sz="1200" dirty="0">
                <a:solidFill>
                  <a:srgbClr val="CC66FF"/>
                </a:solidFill>
                <a:latin typeface="Times New Roman" pitchFamily="18" charset="0"/>
              </a:rPr>
              <a:t> </a:t>
            </a:r>
            <a:r>
              <a:rPr lang="en-US" sz="1200" dirty="0" err="1">
                <a:solidFill>
                  <a:srgbClr val="CC66FF"/>
                </a:solidFill>
                <a:latin typeface="Times New Roman" pitchFamily="18" charset="0"/>
              </a:rPr>
              <a:t>phần</a:t>
            </a:r>
            <a:r>
              <a:rPr lang="en-US" sz="1200" dirty="0">
                <a:solidFill>
                  <a:srgbClr val="CC66FF"/>
                </a:solidFill>
                <a:latin typeface="Times New Roman" pitchFamily="18" charset="0"/>
              </a:rPr>
              <a:t> </a:t>
            </a:r>
            <a:r>
              <a:rPr lang="en-US" sz="1200" dirty="0" err="1">
                <a:solidFill>
                  <a:srgbClr val="CC66FF"/>
                </a:solidFill>
                <a:latin typeface="Times New Roman" pitchFamily="18" charset="0"/>
              </a:rPr>
              <a:t>cơ</a:t>
            </a:r>
            <a:r>
              <a:rPr lang="en-US" sz="1200" dirty="0">
                <a:solidFill>
                  <a:srgbClr val="CC66FF"/>
                </a:solidFill>
                <a:latin typeface="Times New Roman" pitchFamily="18" charset="0"/>
              </a:rPr>
              <a:t> bản</a:t>
            </a:r>
            <a:r>
              <a:rPr lang="en-US" sz="1200" dirty="0">
                <a:latin typeface="Times New Roman" pitchFamily="18" charset="0"/>
              </a:rPr>
              <a:t>, </a:t>
            </a:r>
            <a:r>
              <a:rPr lang="en-US" sz="1200" dirty="0" err="1">
                <a:latin typeface="Times New Roman" pitchFamily="18" charset="0"/>
              </a:rPr>
              <a:t>cùng</a:t>
            </a:r>
            <a:r>
              <a:rPr lang="en-US" sz="1200" dirty="0">
                <a:latin typeface="Times New Roman" pitchFamily="18" charset="0"/>
              </a:rPr>
              <a:t> </a:t>
            </a:r>
            <a:r>
              <a:rPr lang="en-US" sz="1200" dirty="0" err="1">
                <a:latin typeface="Times New Roman" pitchFamily="18" charset="0"/>
              </a:rPr>
              <a:t>với</a:t>
            </a:r>
            <a:r>
              <a:rPr lang="en-US" sz="1200" dirty="0">
                <a:latin typeface="Times New Roman" pitchFamily="18" charset="0"/>
              </a:rPr>
              <a:t> </a:t>
            </a:r>
            <a:r>
              <a:rPr lang="en-US" sz="1200" dirty="0" err="1">
                <a:latin typeface="Times New Roman" pitchFamily="18" charset="0"/>
              </a:rPr>
              <a:t>việc</a:t>
            </a:r>
            <a:r>
              <a:rPr lang="en-US" sz="1200" dirty="0">
                <a:latin typeface="Times New Roman" pitchFamily="18" charset="0"/>
              </a:rPr>
              <a:t> </a:t>
            </a:r>
            <a:r>
              <a:rPr lang="en-US" sz="1200" dirty="0" err="1">
                <a:latin typeface="Times New Roman" pitchFamily="18" charset="0"/>
              </a:rPr>
              <a:t>sử</a:t>
            </a:r>
            <a:r>
              <a:rPr lang="en-US" sz="1200" dirty="0">
                <a:latin typeface="Times New Roman" pitchFamily="18" charset="0"/>
              </a:rPr>
              <a:t> dụng </a:t>
            </a:r>
            <a:r>
              <a:rPr lang="en-US" sz="1200" dirty="0" err="1">
                <a:latin typeface="Times New Roman" pitchFamily="18" charset="0"/>
              </a:rPr>
              <a:t>bộ</a:t>
            </a:r>
            <a:r>
              <a:rPr lang="en-US" sz="1200" dirty="0">
                <a:latin typeface="Times New Roman" pitchFamily="18" charset="0"/>
              </a:rPr>
              <a:t> </a:t>
            </a:r>
            <a:r>
              <a:rPr lang="en-US" sz="1200" dirty="0" err="1">
                <a:latin typeface="Times New Roman" pitchFamily="18" charset="0"/>
              </a:rPr>
              <a:t>nhớ</a:t>
            </a:r>
            <a:r>
              <a:rPr lang="en-US" sz="1200" dirty="0">
                <a:latin typeface="Times New Roman" pitchFamily="18" charset="0"/>
              </a:rPr>
              <a:t> </a:t>
            </a:r>
            <a:r>
              <a:rPr lang="en-US" sz="1200" dirty="0" err="1">
                <a:latin typeface="Times New Roman" pitchFamily="18" charset="0"/>
              </a:rPr>
              <a:t>làm</a:t>
            </a:r>
            <a:r>
              <a:rPr lang="en-US" sz="1200" dirty="0">
                <a:latin typeface="Times New Roman" pitchFamily="18" charset="0"/>
              </a:rPr>
              <a:t> </a:t>
            </a:r>
            <a:r>
              <a:rPr lang="en-US" sz="1200" dirty="0" err="1">
                <a:latin typeface="Times New Roman" pitchFamily="18" charset="0"/>
              </a:rPr>
              <a:t>bằng</a:t>
            </a:r>
            <a:r>
              <a:rPr lang="en-US" sz="1200" dirty="0">
                <a:latin typeface="Times New Roman" pitchFamily="18" charset="0"/>
              </a:rPr>
              <a:t> </a:t>
            </a:r>
            <a:r>
              <a:rPr lang="en-US" sz="1200" dirty="0" err="1">
                <a:latin typeface="Times New Roman" pitchFamily="18" charset="0"/>
              </a:rPr>
              <a:t>dây</a:t>
            </a:r>
            <a:r>
              <a:rPr lang="en-US" sz="1200" dirty="0">
                <a:latin typeface="Times New Roman" pitchFamily="18" charset="0"/>
              </a:rPr>
              <a:t> </a:t>
            </a:r>
            <a:r>
              <a:rPr lang="en-US" sz="1200" dirty="0" err="1">
                <a:latin typeface="Times New Roman" pitchFamily="18" charset="0"/>
              </a:rPr>
              <a:t>trễ</a:t>
            </a:r>
            <a:r>
              <a:rPr lang="en-US" sz="1200" dirty="0">
                <a:latin typeface="Times New Roman" pitchFamily="18" charset="0"/>
              </a:rPr>
              <a:t> và </a:t>
            </a:r>
            <a:r>
              <a:rPr lang="en-US" sz="1200" dirty="0" err="1">
                <a:latin typeface="Times New Roman" pitchFamily="18" charset="0"/>
              </a:rPr>
              <a:t>bộ</a:t>
            </a:r>
            <a:r>
              <a:rPr lang="en-US" sz="1200" dirty="0">
                <a:latin typeface="Times New Roman" pitchFamily="18" charset="0"/>
              </a:rPr>
              <a:t> </a:t>
            </a:r>
            <a:r>
              <a:rPr lang="en-US" sz="1200" dirty="0" err="1">
                <a:latin typeface="Times New Roman" pitchFamily="18" charset="0"/>
              </a:rPr>
              <a:t>nhớ</a:t>
            </a:r>
            <a:r>
              <a:rPr lang="en-US" sz="1200" dirty="0">
                <a:latin typeface="Times New Roman" pitchFamily="18" charset="0"/>
              </a:rPr>
              <a:t> </a:t>
            </a:r>
            <a:r>
              <a:rPr lang="en-US" sz="1200" dirty="0" err="1">
                <a:latin typeface="Times New Roman" pitchFamily="18" charset="0"/>
              </a:rPr>
              <a:t>tĩnh</a:t>
            </a:r>
            <a:r>
              <a:rPr lang="en-US" sz="1200" dirty="0">
                <a:latin typeface="Times New Roman" pitchFamily="18" charset="0"/>
              </a:rPr>
              <a:t> </a:t>
            </a:r>
            <a:r>
              <a:rPr lang="en-US" sz="1200" dirty="0" err="1">
                <a:latin typeface="Times New Roman" pitchFamily="18" charset="0"/>
              </a:rPr>
              <a:t>điện</a:t>
            </a:r>
            <a:r>
              <a:rPr lang="en-US" sz="1200" dirty="0">
                <a:latin typeface="Times New Roman" pitchFamily="18" charset="0"/>
              </a:rPr>
              <a:t>. </a:t>
            </a:r>
            <a:r>
              <a:rPr lang="en-US" sz="1200" dirty="0" err="1">
                <a:latin typeface="Times New Roman" pitchFamily="18" charset="0"/>
              </a:rPr>
              <a:t>Phần</a:t>
            </a:r>
            <a:r>
              <a:rPr lang="en-US" sz="1200" dirty="0">
                <a:latin typeface="Times New Roman" pitchFamily="18" charset="0"/>
              </a:rPr>
              <a:t> </a:t>
            </a:r>
            <a:r>
              <a:rPr lang="en-US" sz="1200" dirty="0" err="1">
                <a:latin typeface="Times New Roman" pitchFamily="18" charset="0"/>
              </a:rPr>
              <a:t>lớn</a:t>
            </a:r>
            <a:r>
              <a:rPr lang="en-US" sz="1200" dirty="0">
                <a:latin typeface="Times New Roman" pitchFamily="18" charset="0"/>
              </a:rPr>
              <a:t> </a:t>
            </a:r>
            <a:r>
              <a:rPr lang="en-US" sz="1200" dirty="0" err="1">
                <a:latin typeface="Times New Roman" pitchFamily="18" charset="0"/>
              </a:rPr>
              <a:t>các</a:t>
            </a:r>
            <a:r>
              <a:rPr lang="en-US" sz="1200" dirty="0">
                <a:latin typeface="Times New Roman" pitchFamily="18" charset="0"/>
              </a:rPr>
              <a:t> </a:t>
            </a:r>
            <a:r>
              <a:rPr lang="en-US" sz="1200" dirty="0" err="1">
                <a:latin typeface="Times New Roman" pitchFamily="18" charset="0"/>
              </a:rPr>
              <a:t>máy</a:t>
            </a:r>
            <a:r>
              <a:rPr lang="en-US" sz="1200" dirty="0">
                <a:latin typeface="Times New Roman" pitchFamily="18" charset="0"/>
              </a:rPr>
              <a:t> </a:t>
            </a:r>
            <a:r>
              <a:rPr lang="en-US" sz="1200" dirty="0" err="1">
                <a:latin typeface="Times New Roman" pitchFamily="18" charset="0"/>
              </a:rPr>
              <a:t>tính</a:t>
            </a:r>
            <a:r>
              <a:rPr lang="en-US" sz="1200" dirty="0">
                <a:latin typeface="Times New Roman" pitchFamily="18" charset="0"/>
              </a:rPr>
              <a:t> ở </a:t>
            </a:r>
            <a:r>
              <a:rPr lang="en-US" sz="1200" dirty="0" err="1">
                <a:latin typeface="Times New Roman" pitchFamily="18" charset="0"/>
              </a:rPr>
              <a:t>thế</a:t>
            </a:r>
            <a:r>
              <a:rPr lang="en-US" sz="1200" dirty="0">
                <a:latin typeface="Times New Roman" pitchFamily="18" charset="0"/>
              </a:rPr>
              <a:t> hệ </a:t>
            </a:r>
            <a:r>
              <a:rPr lang="en-US" sz="1200" dirty="0" err="1">
                <a:latin typeface="Times New Roman" pitchFamily="18" charset="0"/>
              </a:rPr>
              <a:t>này</a:t>
            </a:r>
            <a:r>
              <a:rPr lang="en-US" sz="1200" dirty="0">
                <a:latin typeface="Times New Roman" pitchFamily="18" charset="0"/>
              </a:rPr>
              <a:t> </a:t>
            </a:r>
            <a:r>
              <a:rPr lang="en-US" sz="1200" dirty="0" err="1">
                <a:latin typeface="Times New Roman" pitchFamily="18" charset="0"/>
              </a:rPr>
              <a:t>đều</a:t>
            </a:r>
            <a:r>
              <a:rPr lang="en-US" sz="1200" dirty="0">
                <a:latin typeface="Times New Roman" pitchFamily="18" charset="0"/>
              </a:rPr>
              <a:t> </a:t>
            </a:r>
            <a:r>
              <a:rPr lang="en-US" sz="1200" dirty="0" err="1">
                <a:latin typeface="Times New Roman" pitchFamily="18" charset="0"/>
              </a:rPr>
              <a:t>hiện</a:t>
            </a:r>
            <a:r>
              <a:rPr lang="en-US" sz="1200" dirty="0">
                <a:latin typeface="Times New Roman" pitchFamily="18" charset="0"/>
              </a:rPr>
              <a:t> </a:t>
            </a:r>
            <a:r>
              <a:rPr lang="en-US" sz="1200" dirty="0" err="1">
                <a:latin typeface="Times New Roman" pitchFamily="18" charset="0"/>
              </a:rPr>
              <a:t>thực</a:t>
            </a:r>
            <a:r>
              <a:rPr lang="en-US" sz="1200" dirty="0">
                <a:latin typeface="Times New Roman" pitchFamily="18" charset="0"/>
              </a:rPr>
              <a:t> </a:t>
            </a:r>
            <a:r>
              <a:rPr lang="en-US" sz="1200" dirty="0" err="1">
                <a:latin typeface="Times New Roman" pitchFamily="18" charset="0"/>
              </a:rPr>
              <a:t>khái</a:t>
            </a:r>
            <a:r>
              <a:rPr lang="en-US" sz="1200" dirty="0">
                <a:latin typeface="Times New Roman" pitchFamily="18" charset="0"/>
              </a:rPr>
              <a:t> </a:t>
            </a:r>
            <a:r>
              <a:rPr lang="en-US" sz="1200" dirty="0" err="1">
                <a:latin typeface="Times New Roman" pitchFamily="18" charset="0"/>
              </a:rPr>
              <a:t>niệm</a:t>
            </a:r>
            <a:r>
              <a:rPr lang="en-US" sz="1200" dirty="0">
                <a:latin typeface="Times New Roman" pitchFamily="18" charset="0"/>
              </a:rPr>
              <a:t> </a:t>
            </a:r>
            <a:r>
              <a:rPr lang="en-US" sz="1200" dirty="0" err="1">
                <a:latin typeface="Times New Roman" pitchFamily="18" charset="0"/>
              </a:rPr>
              <a:t>chương</a:t>
            </a:r>
            <a:r>
              <a:rPr lang="en-US" sz="1200" dirty="0">
                <a:latin typeface="Times New Roman" pitchFamily="18" charset="0"/>
              </a:rPr>
              <a:t> trình </a:t>
            </a:r>
            <a:r>
              <a:rPr lang="en-US" sz="1200" dirty="0" err="1">
                <a:latin typeface="Times New Roman" pitchFamily="18" charset="0"/>
              </a:rPr>
              <a:t>lưu</a:t>
            </a:r>
            <a:r>
              <a:rPr lang="en-US" sz="1200" dirty="0">
                <a:latin typeface="Times New Roman" pitchFamily="18" charset="0"/>
              </a:rPr>
              <a:t> </a:t>
            </a:r>
            <a:r>
              <a:rPr lang="en-US" sz="1200" dirty="0" err="1">
                <a:latin typeface="Times New Roman" pitchFamily="18" charset="0"/>
              </a:rPr>
              <a:t>trữ</a:t>
            </a:r>
            <a:r>
              <a:rPr lang="en-US" sz="1200" dirty="0">
                <a:latin typeface="Times New Roman" pitchFamily="18" charset="0"/>
              </a:rPr>
              <a:t>, </a:t>
            </a:r>
            <a:r>
              <a:rPr lang="en-US" sz="1200" dirty="0" err="1">
                <a:latin typeface="Times New Roman" pitchFamily="18" charset="0"/>
              </a:rPr>
              <a:t>vào</a:t>
            </a:r>
            <a:r>
              <a:rPr lang="en-US" sz="1200" dirty="0">
                <a:latin typeface="Times New Roman" pitchFamily="18" charset="0"/>
              </a:rPr>
              <a:t>/ra </a:t>
            </a:r>
            <a:r>
              <a:rPr lang="en-US" sz="1200" dirty="0" err="1">
                <a:latin typeface="Times New Roman" pitchFamily="18" charset="0"/>
              </a:rPr>
              <a:t>dữ</a:t>
            </a:r>
            <a:r>
              <a:rPr lang="en-US" sz="1200" dirty="0">
                <a:latin typeface="Times New Roman" pitchFamily="18" charset="0"/>
              </a:rPr>
              <a:t> </a:t>
            </a:r>
            <a:r>
              <a:rPr lang="en-US" sz="1200" dirty="0" err="1">
                <a:latin typeface="Times New Roman" pitchFamily="18" charset="0"/>
              </a:rPr>
              <a:t>liệu</a:t>
            </a:r>
            <a:r>
              <a:rPr lang="en-US" sz="1200" dirty="0">
                <a:latin typeface="Times New Roman" pitchFamily="18" charset="0"/>
              </a:rPr>
              <a:t> </a:t>
            </a:r>
            <a:r>
              <a:rPr lang="en-US" sz="1200" dirty="0" err="1">
                <a:latin typeface="Times New Roman" pitchFamily="18" charset="0"/>
              </a:rPr>
              <a:t>bằng</a:t>
            </a:r>
            <a:r>
              <a:rPr lang="en-US" sz="1200" dirty="0">
                <a:latin typeface="Times New Roman" pitchFamily="18" charset="0"/>
              </a:rPr>
              <a:t> </a:t>
            </a:r>
            <a:r>
              <a:rPr lang="en-US" sz="1200" dirty="0" err="1">
                <a:latin typeface="Times New Roman" pitchFamily="18" charset="0"/>
              </a:rPr>
              <a:t>băng</a:t>
            </a:r>
            <a:r>
              <a:rPr lang="en-US" sz="1200" dirty="0">
                <a:latin typeface="Times New Roman" pitchFamily="18" charset="0"/>
              </a:rPr>
              <a:t> </a:t>
            </a:r>
            <a:r>
              <a:rPr lang="en-US" sz="1200" dirty="0" err="1">
                <a:latin typeface="Times New Roman" pitchFamily="18" charset="0"/>
              </a:rPr>
              <a:t>giấy</a:t>
            </a:r>
            <a:r>
              <a:rPr lang="en-US" sz="1200" dirty="0">
                <a:latin typeface="Times New Roman" pitchFamily="18" charset="0"/>
              </a:rPr>
              <a:t> </a:t>
            </a:r>
            <a:r>
              <a:rPr lang="en-US" sz="1200" dirty="0" err="1">
                <a:latin typeface="Times New Roman" pitchFamily="18" charset="0"/>
              </a:rPr>
              <a:t>đục</a:t>
            </a:r>
            <a:r>
              <a:rPr lang="en-US" sz="1200" dirty="0">
                <a:latin typeface="Times New Roman" pitchFamily="18" charset="0"/>
              </a:rPr>
              <a:t> </a:t>
            </a:r>
            <a:r>
              <a:rPr lang="en-US" sz="1200" dirty="0" err="1">
                <a:latin typeface="Times New Roman" pitchFamily="18" charset="0"/>
              </a:rPr>
              <a:t>lỗ</a:t>
            </a:r>
            <a:r>
              <a:rPr lang="en-US" sz="1200" dirty="0">
                <a:latin typeface="Times New Roman" pitchFamily="18" charset="0"/>
              </a:rPr>
              <a:t> , </a:t>
            </a:r>
            <a:r>
              <a:rPr lang="en-US" sz="1200" dirty="0" err="1">
                <a:latin typeface="Times New Roman" pitchFamily="18" charset="0"/>
              </a:rPr>
              <a:t>phiếu</a:t>
            </a:r>
            <a:r>
              <a:rPr lang="en-US" sz="1200" dirty="0">
                <a:latin typeface="Times New Roman" pitchFamily="18" charset="0"/>
              </a:rPr>
              <a:t> </a:t>
            </a:r>
            <a:r>
              <a:rPr lang="en-US" sz="1200" dirty="0" err="1">
                <a:latin typeface="Times New Roman" pitchFamily="18" charset="0"/>
              </a:rPr>
              <a:t>đục</a:t>
            </a:r>
            <a:r>
              <a:rPr lang="en-US" sz="1200" dirty="0">
                <a:latin typeface="Times New Roman" pitchFamily="18" charset="0"/>
              </a:rPr>
              <a:t> </a:t>
            </a:r>
            <a:r>
              <a:rPr lang="en-US" sz="1200" dirty="0" err="1">
                <a:latin typeface="Times New Roman" pitchFamily="18" charset="0"/>
              </a:rPr>
              <a:t>lỗ</a:t>
            </a:r>
            <a:r>
              <a:rPr lang="en-US" sz="1200" dirty="0">
                <a:latin typeface="Times New Roman" pitchFamily="18" charset="0"/>
              </a:rPr>
              <a:t>, </a:t>
            </a:r>
            <a:r>
              <a:rPr lang="en-US" sz="1200" dirty="0" err="1">
                <a:latin typeface="Times New Roman" pitchFamily="18" charset="0"/>
              </a:rPr>
              <a:t>băng</a:t>
            </a:r>
            <a:r>
              <a:rPr lang="en-US" sz="1200" dirty="0">
                <a:latin typeface="Times New Roman" pitchFamily="18" charset="0"/>
              </a:rPr>
              <a:t> </a:t>
            </a:r>
            <a:r>
              <a:rPr lang="en-US" sz="1200" dirty="0" err="1">
                <a:latin typeface="Times New Roman" pitchFamily="18" charset="0"/>
              </a:rPr>
              <a:t>từ</a:t>
            </a:r>
            <a:r>
              <a:rPr lang="en-US" sz="1200" dirty="0">
                <a:latin typeface="Times New Roman" pitchFamily="18" charset="0"/>
              </a:rPr>
              <a:t>. </a:t>
            </a:r>
            <a:r>
              <a:rPr lang="en-US" sz="1200" dirty="0" err="1">
                <a:latin typeface="Times New Roman" pitchFamily="18" charset="0"/>
              </a:rPr>
              <a:t>Các</a:t>
            </a:r>
            <a:r>
              <a:rPr lang="en-US" sz="1200" dirty="0">
                <a:latin typeface="Times New Roman" pitchFamily="18" charset="0"/>
              </a:rPr>
              <a:t> </a:t>
            </a:r>
            <a:r>
              <a:rPr lang="en-US" sz="1200" dirty="0" err="1">
                <a:latin typeface="Times New Roman" pitchFamily="18" charset="0"/>
              </a:rPr>
              <a:t>máy</a:t>
            </a:r>
            <a:r>
              <a:rPr lang="en-US" sz="1200" dirty="0">
                <a:latin typeface="Times New Roman" pitchFamily="18" charset="0"/>
              </a:rPr>
              <a:t> </a:t>
            </a:r>
            <a:r>
              <a:rPr lang="en-US" sz="1200" dirty="0" err="1">
                <a:latin typeface="Times New Roman" pitchFamily="18" charset="0"/>
              </a:rPr>
              <a:t>tính</a:t>
            </a:r>
            <a:r>
              <a:rPr lang="en-US" sz="1200" dirty="0">
                <a:latin typeface="Times New Roman" pitchFamily="18" charset="0"/>
              </a:rPr>
              <a:t> </a:t>
            </a:r>
            <a:r>
              <a:rPr lang="en-US" sz="1200" dirty="0" err="1">
                <a:latin typeface="Times New Roman" pitchFamily="18" charset="0"/>
              </a:rPr>
              <a:t>thế</a:t>
            </a:r>
            <a:r>
              <a:rPr lang="en-US" sz="1200" dirty="0">
                <a:latin typeface="Times New Roman" pitchFamily="18" charset="0"/>
              </a:rPr>
              <a:t> hệ </a:t>
            </a:r>
            <a:r>
              <a:rPr lang="en-US" sz="1200" dirty="0" err="1">
                <a:latin typeface="Times New Roman" pitchFamily="18" charset="0"/>
              </a:rPr>
              <a:t>này</a:t>
            </a:r>
            <a:r>
              <a:rPr lang="en-US" sz="1200" dirty="0">
                <a:latin typeface="Times New Roman" pitchFamily="18" charset="0"/>
              </a:rPr>
              <a:t> </a:t>
            </a:r>
            <a:r>
              <a:rPr lang="en-US" sz="1200" dirty="0" err="1">
                <a:latin typeface="Times New Roman" pitchFamily="18" charset="0"/>
              </a:rPr>
              <a:t>giải</a:t>
            </a:r>
            <a:r>
              <a:rPr lang="en-US" sz="1200" dirty="0">
                <a:latin typeface="Times New Roman" pitchFamily="18" charset="0"/>
              </a:rPr>
              <a:t> </a:t>
            </a:r>
            <a:r>
              <a:rPr lang="en-US" sz="1200" dirty="0" err="1">
                <a:latin typeface="Times New Roman" pitchFamily="18" charset="0"/>
              </a:rPr>
              <a:t>quyết</a:t>
            </a:r>
            <a:r>
              <a:rPr lang="en-US" sz="1200" dirty="0">
                <a:latin typeface="Times New Roman" pitchFamily="18" charset="0"/>
              </a:rPr>
              <a:t> </a:t>
            </a:r>
            <a:r>
              <a:rPr lang="en-US" sz="1200" dirty="0" err="1">
                <a:latin typeface="Times New Roman" pitchFamily="18" charset="0"/>
              </a:rPr>
              <a:t>được</a:t>
            </a:r>
            <a:r>
              <a:rPr lang="en-US" sz="1200" dirty="0">
                <a:latin typeface="Times New Roman" pitchFamily="18" charset="0"/>
              </a:rPr>
              <a:t> </a:t>
            </a:r>
            <a:r>
              <a:rPr lang="en-US" sz="1200" dirty="0" err="1">
                <a:latin typeface="Times New Roman" pitchFamily="18" charset="0"/>
              </a:rPr>
              <a:t>nhiều</a:t>
            </a:r>
            <a:r>
              <a:rPr lang="en-US" sz="1200" dirty="0">
                <a:latin typeface="Times New Roman" pitchFamily="18" charset="0"/>
              </a:rPr>
              <a:t> </a:t>
            </a:r>
            <a:r>
              <a:rPr lang="en-US" sz="1200" dirty="0" err="1">
                <a:latin typeface="Times New Roman" pitchFamily="18" charset="0"/>
              </a:rPr>
              <a:t>bài</a:t>
            </a:r>
            <a:r>
              <a:rPr lang="en-US" sz="1200" dirty="0">
                <a:latin typeface="Times New Roman" pitchFamily="18" charset="0"/>
              </a:rPr>
              <a:t> toán khoa học </a:t>
            </a:r>
            <a:r>
              <a:rPr lang="en-US" sz="1200" dirty="0" err="1">
                <a:latin typeface="Times New Roman" pitchFamily="18" charset="0"/>
              </a:rPr>
              <a:t>kĩ</a:t>
            </a:r>
            <a:r>
              <a:rPr lang="en-US" sz="1200" dirty="0">
                <a:latin typeface="Times New Roman" pitchFamily="18" charset="0"/>
              </a:rPr>
              <a:t> thuật và </a:t>
            </a:r>
            <a:r>
              <a:rPr lang="en-US" sz="1200" dirty="0" err="1">
                <a:latin typeface="Times New Roman" pitchFamily="18" charset="0"/>
              </a:rPr>
              <a:t>các</a:t>
            </a:r>
            <a:r>
              <a:rPr lang="en-US" sz="1200" dirty="0">
                <a:latin typeface="Times New Roman" pitchFamily="18" charset="0"/>
              </a:rPr>
              <a:t> </a:t>
            </a:r>
            <a:r>
              <a:rPr lang="en-US" sz="1200" dirty="0" err="1">
                <a:latin typeface="Times New Roman" pitchFamily="18" charset="0"/>
              </a:rPr>
              <a:t>bài</a:t>
            </a:r>
            <a:r>
              <a:rPr lang="en-US" sz="1200" dirty="0">
                <a:latin typeface="Times New Roman" pitchFamily="18" charset="0"/>
              </a:rPr>
              <a:t> toán </a:t>
            </a:r>
            <a:r>
              <a:rPr lang="en-US" sz="1200" dirty="0" err="1">
                <a:latin typeface="Times New Roman" pitchFamily="18" charset="0"/>
              </a:rPr>
              <a:t>phức</a:t>
            </a:r>
            <a:r>
              <a:rPr lang="en-US" sz="1200" dirty="0">
                <a:latin typeface="Times New Roman" pitchFamily="18" charset="0"/>
              </a:rPr>
              <a:t> </a:t>
            </a:r>
            <a:r>
              <a:rPr lang="en-US" sz="1200" dirty="0" err="1">
                <a:latin typeface="Times New Roman" pitchFamily="18" charset="0"/>
              </a:rPr>
              <a:t>tạp</a:t>
            </a:r>
            <a:r>
              <a:rPr lang="en-US" sz="1200" dirty="0">
                <a:latin typeface="Times New Roman" pitchFamily="18" charset="0"/>
              </a:rPr>
              <a:t> </a:t>
            </a:r>
            <a:r>
              <a:rPr lang="en-US" sz="1200" dirty="0" err="1">
                <a:latin typeface="Times New Roman" pitchFamily="18" charset="0"/>
              </a:rPr>
              <a:t>về</a:t>
            </a:r>
            <a:r>
              <a:rPr lang="en-US" sz="1200" dirty="0">
                <a:latin typeface="Times New Roman" pitchFamily="18" charset="0"/>
              </a:rPr>
              <a:t> dự </a:t>
            </a:r>
            <a:r>
              <a:rPr lang="en-US" sz="1200" dirty="0" err="1">
                <a:latin typeface="Times New Roman" pitchFamily="18" charset="0"/>
              </a:rPr>
              <a:t>báo</a:t>
            </a:r>
            <a:r>
              <a:rPr lang="en-US" sz="1200" dirty="0">
                <a:latin typeface="Times New Roman" pitchFamily="18" charset="0"/>
              </a:rPr>
              <a:t> </a:t>
            </a:r>
            <a:r>
              <a:rPr lang="en-US" sz="1200" dirty="0" err="1">
                <a:latin typeface="Times New Roman" pitchFamily="18" charset="0"/>
              </a:rPr>
              <a:t>thời</a:t>
            </a:r>
            <a:r>
              <a:rPr lang="en-US" sz="1200" dirty="0">
                <a:latin typeface="Times New Roman" pitchFamily="18" charset="0"/>
              </a:rPr>
              <a:t> </a:t>
            </a:r>
            <a:r>
              <a:rPr lang="en-US" sz="1200" dirty="0" err="1">
                <a:latin typeface="Times New Roman" pitchFamily="18" charset="0"/>
              </a:rPr>
              <a:t>tiết</a:t>
            </a:r>
            <a:r>
              <a:rPr lang="en-US" sz="1200" dirty="0">
                <a:latin typeface="Times New Roman" pitchFamily="18" charset="0"/>
              </a:rPr>
              <a:t> và </a:t>
            </a:r>
            <a:r>
              <a:rPr lang="en-US" sz="1200" dirty="0" err="1">
                <a:latin typeface="Times New Roman" pitchFamily="18" charset="0"/>
              </a:rPr>
              <a:t>năng</a:t>
            </a:r>
            <a:r>
              <a:rPr lang="en-US" sz="1200" dirty="0">
                <a:latin typeface="Times New Roman" pitchFamily="18" charset="0"/>
              </a:rPr>
              <a:t> </a:t>
            </a:r>
            <a:r>
              <a:rPr lang="en-US" sz="1200" dirty="0" err="1">
                <a:latin typeface="Times New Roman" pitchFamily="18" charset="0"/>
              </a:rPr>
              <a:t>lượng</a:t>
            </a:r>
            <a:r>
              <a:rPr lang="en-US" sz="1200" dirty="0">
                <a:latin typeface="Times New Roman" pitchFamily="18" charset="0"/>
              </a:rPr>
              <a:t> </a:t>
            </a:r>
            <a:r>
              <a:rPr lang="en-US" sz="1200" dirty="0" err="1">
                <a:latin typeface="Times New Roman" pitchFamily="18" charset="0"/>
              </a:rPr>
              <a:t>hạt</a:t>
            </a:r>
            <a:r>
              <a:rPr lang="en-US" sz="1200" dirty="0">
                <a:latin typeface="Times New Roman" pitchFamily="18" charset="0"/>
              </a:rPr>
              <a:t> </a:t>
            </a:r>
            <a:r>
              <a:rPr lang="en-US" sz="1200" dirty="0" err="1">
                <a:latin typeface="Times New Roman" pitchFamily="18" charset="0"/>
              </a:rPr>
              <a:t>nhân</a:t>
            </a:r>
            <a:r>
              <a:rPr lang="en-US" sz="1200" dirty="0">
                <a:latin typeface="Times New Roman" pitchFamily="18" charset="0"/>
              </a:rPr>
              <a:t>.</a:t>
            </a:r>
          </a:p>
          <a:p>
            <a:endParaRPr lang="en-US" dirty="0"/>
          </a:p>
        </p:txBody>
      </p:sp>
      <p:sp>
        <p:nvSpPr>
          <p:cNvPr id="4" name="Slide Number Placeholder 3"/>
          <p:cNvSpPr>
            <a:spLocks noGrp="1"/>
          </p:cNvSpPr>
          <p:nvPr>
            <p:ph type="sldNum" sz="quarter" idx="5"/>
          </p:nvPr>
        </p:nvSpPr>
        <p:spPr/>
        <p:txBody>
          <a:bodyPr/>
          <a:lstStyle/>
          <a:p>
            <a:fld id="{D1E6C193-C673-4E34-90CA-78EF0C662564}" type="slidenum">
              <a:rPr lang="en-US" smtClean="0"/>
              <a:pPr/>
              <a:t>12</a:t>
            </a:fld>
            <a:endParaRPr lang="en-US"/>
          </a:p>
        </p:txBody>
      </p:sp>
    </p:spTree>
    <p:extLst>
      <p:ext uri="{BB962C8B-B14F-4D97-AF65-F5344CB8AC3E}">
        <p14:creationId xmlns:p14="http://schemas.microsoft.com/office/powerpoint/2010/main" val="2211864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Hỏi</a:t>
            </a:r>
            <a:r>
              <a:rPr lang="en-US" dirty="0"/>
              <a:t>: </a:t>
            </a:r>
            <a:r>
              <a:rPr lang="en-US" dirty="0" err="1"/>
              <a:t>một</a:t>
            </a:r>
            <a:r>
              <a:rPr lang="en-US" dirty="0"/>
              <a:t> đặc </a:t>
            </a:r>
            <a:r>
              <a:rPr lang="en-US" dirty="0" err="1"/>
              <a:t>điểm</a:t>
            </a:r>
            <a:r>
              <a:rPr lang="en-US" dirty="0"/>
              <a:t> </a:t>
            </a:r>
            <a:r>
              <a:rPr lang="en-US" dirty="0" err="1"/>
              <a:t>của</a:t>
            </a:r>
            <a:r>
              <a:rPr lang="en-US" dirty="0"/>
              <a:t> </a:t>
            </a:r>
            <a:r>
              <a:rPr lang="en-US" dirty="0" err="1"/>
              <a:t>các</a:t>
            </a:r>
            <a:r>
              <a:rPr lang="en-US" dirty="0"/>
              <a:t> </a:t>
            </a:r>
            <a:r>
              <a:rPr lang="en-US" dirty="0" err="1"/>
              <a:t>máy</a:t>
            </a:r>
            <a:r>
              <a:rPr lang="en-US" dirty="0"/>
              <a:t> </a:t>
            </a:r>
            <a:r>
              <a:rPr lang="en-US" dirty="0" err="1"/>
              <a:t>tính</a:t>
            </a:r>
            <a:r>
              <a:rPr lang="en-US" dirty="0"/>
              <a:t> </a:t>
            </a:r>
            <a:r>
              <a:rPr lang="en-US" dirty="0" err="1"/>
              <a:t>thế</a:t>
            </a:r>
            <a:r>
              <a:rPr lang="en-US" dirty="0"/>
              <a:t> hệ 2 </a:t>
            </a:r>
            <a:r>
              <a:rPr lang="en-US" dirty="0" err="1"/>
              <a:t>là</a:t>
            </a:r>
            <a:r>
              <a:rPr lang="en-US" dirty="0"/>
              <a:t> </a:t>
            </a:r>
            <a:r>
              <a:rPr lang="en-US" dirty="0" err="1"/>
              <a:t>gì</a:t>
            </a:r>
            <a:r>
              <a:rPr lang="en-US" dirty="0"/>
              <a:t>?</a:t>
            </a:r>
          </a:p>
          <a:p>
            <a:r>
              <a:rPr lang="en-US" dirty="0" err="1"/>
              <a:t>Là</a:t>
            </a:r>
            <a:r>
              <a:rPr lang="en-US" dirty="0"/>
              <a:t> </a:t>
            </a:r>
            <a:r>
              <a:rPr lang="en-US" dirty="0" err="1"/>
              <a:t>không</a:t>
            </a:r>
            <a:r>
              <a:rPr lang="en-US" dirty="0"/>
              <a:t> </a:t>
            </a:r>
            <a:r>
              <a:rPr lang="en-US" dirty="0" err="1"/>
              <a:t>có</a:t>
            </a:r>
            <a:r>
              <a:rPr lang="en-US" dirty="0"/>
              <a:t> </a:t>
            </a:r>
            <a:r>
              <a:rPr lang="en-US" dirty="0" err="1"/>
              <a:t>màn</a:t>
            </a:r>
            <a:r>
              <a:rPr lang="en-US" dirty="0"/>
              <a:t> </a:t>
            </a:r>
            <a:r>
              <a:rPr lang="en-US" dirty="0" err="1"/>
              <a:t>hình</a:t>
            </a:r>
            <a:endParaRPr lang="en-US" dirty="0"/>
          </a:p>
        </p:txBody>
      </p:sp>
      <p:sp>
        <p:nvSpPr>
          <p:cNvPr id="4" name="Slide Number Placeholder 3"/>
          <p:cNvSpPr>
            <a:spLocks noGrp="1"/>
          </p:cNvSpPr>
          <p:nvPr>
            <p:ph type="sldNum" sz="quarter" idx="5"/>
          </p:nvPr>
        </p:nvSpPr>
        <p:spPr/>
        <p:txBody>
          <a:bodyPr/>
          <a:lstStyle/>
          <a:p>
            <a:fld id="{D1E6C193-C673-4E34-90CA-78EF0C662564}" type="slidenum">
              <a:rPr lang="en-US" smtClean="0"/>
              <a:pPr/>
              <a:t>13</a:t>
            </a:fld>
            <a:endParaRPr lang="en-US"/>
          </a:p>
        </p:txBody>
      </p:sp>
    </p:spTree>
    <p:extLst>
      <p:ext uri="{BB962C8B-B14F-4D97-AF65-F5344CB8AC3E}">
        <p14:creationId xmlns:p14="http://schemas.microsoft.com/office/powerpoint/2010/main" val="15156735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E6C193-C673-4E34-90CA-78EF0C662564}" type="slidenum">
              <a:rPr lang="en-US" smtClean="0"/>
              <a:pPr/>
              <a:t>14</a:t>
            </a:fld>
            <a:endParaRPr lang="en-US"/>
          </a:p>
        </p:txBody>
      </p:sp>
    </p:spTree>
    <p:extLst>
      <p:ext uri="{BB962C8B-B14F-4D97-AF65-F5344CB8AC3E}">
        <p14:creationId xmlns:p14="http://schemas.microsoft.com/office/powerpoint/2010/main" val="3922181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Sáng</a:t>
            </a:r>
            <a:r>
              <a:rPr lang="en-US" dirty="0"/>
              <a:t> </a:t>
            </a:r>
            <a:r>
              <a:rPr lang="en-US" dirty="0" err="1"/>
              <a:t>lập</a:t>
            </a:r>
            <a:r>
              <a:rPr lang="en-US" dirty="0"/>
              <a:t> </a:t>
            </a:r>
            <a:r>
              <a:rPr lang="en-US" dirty="0" err="1"/>
              <a:t>của</a:t>
            </a:r>
            <a:r>
              <a:rPr lang="en-US" dirty="0"/>
              <a:t> Apple </a:t>
            </a:r>
            <a:r>
              <a:rPr lang="en-US" dirty="0" err="1"/>
              <a:t>là</a:t>
            </a:r>
            <a:r>
              <a:rPr lang="en-US" dirty="0"/>
              <a:t> ai </a:t>
            </a:r>
            <a:r>
              <a:rPr lang="en-US" dirty="0" err="1"/>
              <a:t>nào</a:t>
            </a:r>
            <a:r>
              <a:rPr lang="en-US" dirty="0"/>
              <a:t>?</a:t>
            </a:r>
          </a:p>
        </p:txBody>
      </p:sp>
      <p:sp>
        <p:nvSpPr>
          <p:cNvPr id="4" name="Slide Number Placeholder 3"/>
          <p:cNvSpPr>
            <a:spLocks noGrp="1"/>
          </p:cNvSpPr>
          <p:nvPr>
            <p:ph type="sldNum" sz="quarter" idx="5"/>
          </p:nvPr>
        </p:nvSpPr>
        <p:spPr/>
        <p:txBody>
          <a:bodyPr/>
          <a:lstStyle/>
          <a:p>
            <a:fld id="{D1E6C193-C673-4E34-90CA-78EF0C662564}" type="slidenum">
              <a:rPr lang="en-US" smtClean="0"/>
              <a:pPr/>
              <a:t>15</a:t>
            </a:fld>
            <a:endParaRPr lang="en-US"/>
          </a:p>
        </p:txBody>
      </p:sp>
    </p:spTree>
    <p:extLst>
      <p:ext uri="{BB962C8B-B14F-4D97-AF65-F5344CB8AC3E}">
        <p14:creationId xmlns:p14="http://schemas.microsoft.com/office/powerpoint/2010/main" val="1755890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lvl="1" algn="l" eaLnBrk="1" hangingPunct="1">
              <a:buFont typeface="Wingdings" pitchFamily="2" charset="2"/>
              <a:buNone/>
            </a:pPr>
            <a:endParaRPr lang="en-US" sz="3200" dirty="0">
              <a:latin typeface="Times New Roman" pitchFamily="18" charset="0"/>
            </a:endParaRPr>
          </a:p>
        </p:txBody>
      </p:sp>
      <p:sp>
        <p:nvSpPr>
          <p:cNvPr id="4" name="Slide Number Placeholder 3"/>
          <p:cNvSpPr>
            <a:spLocks noGrp="1"/>
          </p:cNvSpPr>
          <p:nvPr>
            <p:ph type="sldNum" sz="quarter" idx="10"/>
          </p:nvPr>
        </p:nvSpPr>
        <p:spPr/>
        <p:txBody>
          <a:bodyPr/>
          <a:lstStyle/>
          <a:p>
            <a:fld id="{D1E6C193-C673-4E34-90CA-78EF0C662564}" type="slidenum">
              <a:rPr lang="en-US" smtClean="0"/>
              <a:pPr/>
              <a:t>16</a:t>
            </a:fld>
            <a:endParaRPr lang="en-US"/>
          </a:p>
        </p:txBody>
      </p:sp>
    </p:spTree>
    <p:extLst>
      <p:ext uri="{BB962C8B-B14F-4D97-AF65-F5344CB8AC3E}">
        <p14:creationId xmlns:p14="http://schemas.microsoft.com/office/powerpoint/2010/main" val="4205422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E6C193-C673-4E34-90CA-78EF0C662564}" type="slidenum">
              <a:rPr lang="en-US" smtClean="0"/>
              <a:pPr/>
              <a:t>17</a:t>
            </a:fld>
            <a:endParaRPr lang="en-US"/>
          </a:p>
        </p:txBody>
      </p:sp>
    </p:spTree>
    <p:extLst>
      <p:ext uri="{BB962C8B-B14F-4D97-AF65-F5344CB8AC3E}">
        <p14:creationId xmlns:p14="http://schemas.microsoft.com/office/powerpoint/2010/main" val="4057182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64528-18A3-DBEF-CDCE-071FD0D66E4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483580-FB7F-F1A8-3A30-5C38194F6B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546B791-6A7A-0077-738B-B572C19E794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4F6AE8E-05A1-62A2-5B08-7B7F6352D1BA}"/>
              </a:ext>
            </a:extLst>
          </p:cNvPr>
          <p:cNvSpPr>
            <a:spLocks noGrp="1"/>
          </p:cNvSpPr>
          <p:nvPr>
            <p:ph type="sldNum" sz="quarter" idx="10"/>
          </p:nvPr>
        </p:nvSpPr>
        <p:spPr/>
        <p:txBody>
          <a:bodyPr/>
          <a:lstStyle/>
          <a:p>
            <a:fld id="{53104242-42E4-462F-B9A6-468AC33D61A2}" type="slidenum">
              <a:rPr lang="zh-CN" altLang="en-US" smtClean="0"/>
              <a:t>18</a:t>
            </a:fld>
            <a:endParaRPr lang="zh-CN" altLang="en-US"/>
          </a:p>
        </p:txBody>
      </p:sp>
    </p:spTree>
    <p:extLst>
      <p:ext uri="{BB962C8B-B14F-4D97-AF65-F5344CB8AC3E}">
        <p14:creationId xmlns:p14="http://schemas.microsoft.com/office/powerpoint/2010/main" val="18260795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1800" b="1" i="0" dirty="0">
                <a:solidFill>
                  <a:srgbClr val="12364D"/>
                </a:solidFill>
                <a:effectLst/>
                <a:latin typeface="Montserrat" panose="02000505000000020004" pitchFamily="2" charset="0"/>
              </a:rPr>
              <a:t>Khối xử lý trung tâm (CPU – Central Processing Unit): </a:t>
            </a:r>
            <a:r>
              <a:rPr lang="vi-VN" sz="1800" b="0" i="0" dirty="0">
                <a:solidFill>
                  <a:srgbClr val="12364D"/>
                </a:solidFill>
                <a:effectLst/>
                <a:latin typeface="Montserrat" panose="02000505000000020004" pitchFamily="2" charset="0"/>
              </a:rPr>
              <a:t> nhận và thực thi các lệnh. Bên trong CPU gồm các mạch điều khiển logic, mạch tính toán số học, …</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Bộ nhớ (Memory): </a:t>
            </a:r>
            <a:r>
              <a:rPr lang="vi-VN" sz="1800" b="0" i="0" dirty="0">
                <a:solidFill>
                  <a:srgbClr val="12364D"/>
                </a:solidFill>
                <a:effectLst/>
                <a:latin typeface="Montserrat" panose="02000505000000020004" pitchFamily="2" charset="0"/>
              </a:rPr>
              <a:t> lưu trữ các lệnh và dữ liệu. Nó bao gồm 2 loại:  bộ nhớ trong và bộ nhớ ngoài. Bộ nhớ thường được chia thành các ô nhớ nhỏ. Mỗi ô nhớ được gán một địa chỉ để CPU có thể định vị khi cần đọc hay ghi dữ liệu.</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Thiết bị ngoại vi (Input/Output): </a:t>
            </a:r>
            <a:r>
              <a:rPr lang="vi-VN" sz="1800" b="0" i="0" dirty="0">
                <a:solidFill>
                  <a:srgbClr val="12364D"/>
                </a:solidFill>
                <a:effectLst/>
                <a:latin typeface="Montserrat" panose="02000505000000020004" pitchFamily="2" charset="0"/>
              </a:rPr>
              <a:t> dùng để nhập hay xuất dữ liệu. Bàn phím, chuột, scanner, … thuộc thiết bị nhập; màn hình, máy in, … thuộc thiết bị xuất. Các ổ đĩa thuộc bộ nhớ ngoài cũng có thể coi vừa là thiết bị xuất vừa là thiết bị nhập. Các thiết bị ngoại vi liên hệ với CPU qua các mạch giao tiếp I/O (I/O interface).</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Bus hệ thống</a:t>
            </a:r>
            <a:r>
              <a:rPr lang="vi-VN" sz="1800" b="0" i="0" dirty="0">
                <a:solidFill>
                  <a:srgbClr val="12364D"/>
                </a:solidFill>
                <a:effectLst/>
                <a:latin typeface="Montserrat" panose="02000505000000020004" pitchFamily="2" charset="0"/>
              </a:rPr>
              <a:t>:  tập hợp các đường dây để CPU có thể liên kết với các bộ phận khác.</a:t>
            </a:r>
            <a:endParaRPr lang="vi-VN" b="0" i="0" dirty="0">
              <a:solidFill>
                <a:srgbClr val="12364D"/>
              </a:solidFill>
              <a:effectLst/>
              <a:latin typeface="Montserrat" panose="02000505000000020004" pitchFamily="2" charset="0"/>
            </a:endParaRP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20</a:t>
            </a:fld>
            <a:endParaRPr lang="zh-CN" altLang="en-US"/>
          </a:p>
        </p:txBody>
      </p:sp>
    </p:spTree>
    <p:extLst>
      <p:ext uri="{BB962C8B-B14F-4D97-AF65-F5344CB8AC3E}">
        <p14:creationId xmlns:p14="http://schemas.microsoft.com/office/powerpoint/2010/main" val="1598055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1800" b="1" i="0" dirty="0">
                <a:solidFill>
                  <a:srgbClr val="12364D"/>
                </a:solidFill>
                <a:effectLst/>
                <a:latin typeface="Montserrat" panose="02000505000000020004" pitchFamily="2" charset="0"/>
              </a:rPr>
              <a:t>Khối xử lý trung tâm (CPU – Central Processing Unit): </a:t>
            </a:r>
            <a:r>
              <a:rPr lang="vi-VN" sz="1800" b="0" i="0" dirty="0">
                <a:solidFill>
                  <a:srgbClr val="12364D"/>
                </a:solidFill>
                <a:effectLst/>
                <a:latin typeface="Montserrat" panose="02000505000000020004" pitchFamily="2" charset="0"/>
              </a:rPr>
              <a:t> nhận và thực thi các lệnh. Bên trong CPU gồm các mạch điều khiển logic, mạch tính toán số học, …</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Bộ nhớ (Memory): </a:t>
            </a:r>
            <a:r>
              <a:rPr lang="vi-VN" sz="1800" b="0" i="0" dirty="0">
                <a:solidFill>
                  <a:srgbClr val="12364D"/>
                </a:solidFill>
                <a:effectLst/>
                <a:latin typeface="Montserrat" panose="02000505000000020004" pitchFamily="2" charset="0"/>
              </a:rPr>
              <a:t> lưu trữ các lệnh và dữ liệu. Nó bao gồm 2 loại:  bộ nhớ trong và bộ nhớ ngoài. Bộ nhớ thường được chia thành các ô nhớ nhỏ. Mỗi ô nhớ được gán một địa chỉ để CPU có thể định vị khi cần đọc hay ghi dữ liệu.</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Thiết bị ngoại vi (Input/Output): </a:t>
            </a:r>
            <a:r>
              <a:rPr lang="vi-VN" sz="1800" b="0" i="0" dirty="0">
                <a:solidFill>
                  <a:srgbClr val="12364D"/>
                </a:solidFill>
                <a:effectLst/>
                <a:latin typeface="Montserrat" panose="02000505000000020004" pitchFamily="2" charset="0"/>
              </a:rPr>
              <a:t> dùng để nhập hay xuất dữ liệu. Bàn phím, chuột, scanner, … thuộc thiết bị nhập; màn hình, máy in, … thuộc thiết bị xuất. Các ổ đĩa thuộc bộ nhớ ngoài cũng có thể coi vừa là thiết bị xuất vừa là thiết bị nhập. Các thiết bị ngoại vi liên hệ với CPU qua các mạch giao tiếp I/O (I/O interface).</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Bus hệ thống</a:t>
            </a:r>
            <a:r>
              <a:rPr lang="vi-VN" sz="1800" b="0" i="0" dirty="0">
                <a:solidFill>
                  <a:srgbClr val="12364D"/>
                </a:solidFill>
                <a:effectLst/>
                <a:latin typeface="Montserrat" panose="02000505000000020004" pitchFamily="2" charset="0"/>
              </a:rPr>
              <a:t>:  tập hợp các đường dây để CPU có thể liên kết với các bộ phận khác.</a:t>
            </a:r>
            <a:endParaRPr lang="vi-VN" b="0" i="0" dirty="0">
              <a:solidFill>
                <a:srgbClr val="12364D"/>
              </a:solidFill>
              <a:effectLst/>
              <a:latin typeface="Montserrat" panose="02000505000000020004" pitchFamily="2" charset="0"/>
            </a:endParaRP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21</a:t>
            </a:fld>
            <a:endParaRPr lang="zh-CN" altLang="en-US"/>
          </a:p>
        </p:txBody>
      </p:sp>
    </p:spTree>
    <p:extLst>
      <p:ext uri="{BB962C8B-B14F-4D97-AF65-F5344CB8AC3E}">
        <p14:creationId xmlns:p14="http://schemas.microsoft.com/office/powerpoint/2010/main" val="25561130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1800" b="1" i="0" dirty="0">
                <a:solidFill>
                  <a:srgbClr val="12364D"/>
                </a:solidFill>
                <a:effectLst/>
                <a:latin typeface="Montserrat" panose="02000505000000020004" pitchFamily="2" charset="0"/>
              </a:rPr>
              <a:t>Khối xử lý trung tâm (CPU – Central Processing Unit): </a:t>
            </a:r>
            <a:r>
              <a:rPr lang="vi-VN" sz="1800" b="0" i="0" dirty="0">
                <a:solidFill>
                  <a:srgbClr val="12364D"/>
                </a:solidFill>
                <a:effectLst/>
                <a:latin typeface="Montserrat" panose="02000505000000020004" pitchFamily="2" charset="0"/>
              </a:rPr>
              <a:t> nhận và thực thi các lệnh. Bên trong CPU gồm các mạch điều khiển logic, mạch tính toán số học, …</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Bộ nhớ (Memory): </a:t>
            </a:r>
            <a:r>
              <a:rPr lang="vi-VN" sz="1800" b="0" i="0" dirty="0">
                <a:solidFill>
                  <a:srgbClr val="12364D"/>
                </a:solidFill>
                <a:effectLst/>
                <a:latin typeface="Montserrat" panose="02000505000000020004" pitchFamily="2" charset="0"/>
              </a:rPr>
              <a:t> lưu trữ các lệnh và dữ liệu. Nó bao gồm 2 loại:  bộ nhớ trong và bộ nhớ ngoài. Bộ nhớ thường được chia thành các ô nhớ nhỏ. Mỗi ô nhớ được gán một địa chỉ để CPU có thể định vị khi cần đọc hay ghi dữ liệu.</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Thiết bị ngoại vi (Input/Output): </a:t>
            </a:r>
            <a:r>
              <a:rPr lang="vi-VN" sz="1800" b="0" i="0" dirty="0">
                <a:solidFill>
                  <a:srgbClr val="12364D"/>
                </a:solidFill>
                <a:effectLst/>
                <a:latin typeface="Montserrat" panose="02000505000000020004" pitchFamily="2" charset="0"/>
              </a:rPr>
              <a:t> dùng để nhập hay xuất dữ liệu. Bàn phím, chuột, scanner, … thuộc thiết bị nhập; màn hình, máy in, … thuộc thiết bị xuất. Các ổ đĩa thuộc bộ nhớ ngoài cũng có thể coi vừa là thiết bị xuất vừa là thiết bị nhập. Các thiết bị ngoại vi liên hệ với CPU qua các mạch giao tiếp I/O (I/O interface).</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Bus hệ thống</a:t>
            </a:r>
            <a:r>
              <a:rPr lang="vi-VN" sz="1800" b="0" i="0" dirty="0">
                <a:solidFill>
                  <a:srgbClr val="12364D"/>
                </a:solidFill>
                <a:effectLst/>
                <a:latin typeface="Montserrat" panose="02000505000000020004" pitchFamily="2" charset="0"/>
              </a:rPr>
              <a:t>:  tập hợp các đường dây để CPU có thể liên kết với các bộ phận khác.</a:t>
            </a:r>
            <a:endParaRPr lang="vi-VN" b="0" i="0" dirty="0">
              <a:solidFill>
                <a:srgbClr val="12364D"/>
              </a:solidFill>
              <a:effectLst/>
              <a:latin typeface="Montserrat" panose="02000505000000020004" pitchFamily="2" charset="0"/>
            </a:endParaRP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22</a:t>
            </a:fld>
            <a:endParaRPr lang="zh-CN" altLang="en-US"/>
          </a:p>
        </p:txBody>
      </p:sp>
    </p:spTree>
    <p:extLst>
      <p:ext uri="{BB962C8B-B14F-4D97-AF65-F5344CB8AC3E}">
        <p14:creationId xmlns:p14="http://schemas.microsoft.com/office/powerpoint/2010/main" val="35254295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sz="1800" b="1" i="0" dirty="0">
                <a:solidFill>
                  <a:srgbClr val="12364D"/>
                </a:solidFill>
                <a:effectLst/>
                <a:latin typeface="Montserrat" panose="02000505000000020004" pitchFamily="2" charset="0"/>
              </a:rPr>
              <a:t>Khối xử lý trung tâm (CPU – Central Processing Unit): </a:t>
            </a:r>
            <a:r>
              <a:rPr lang="vi-VN" sz="1800" b="0" i="0" dirty="0">
                <a:solidFill>
                  <a:srgbClr val="12364D"/>
                </a:solidFill>
                <a:effectLst/>
                <a:latin typeface="Montserrat" panose="02000505000000020004" pitchFamily="2" charset="0"/>
              </a:rPr>
              <a:t> nhận và thực thi các lệnh. Bên trong CPU gồm các mạch điều khiển logic, mạch tính toán số học, …</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Bộ nhớ (Memory): </a:t>
            </a:r>
            <a:r>
              <a:rPr lang="vi-VN" sz="1800" b="0" i="0" dirty="0">
                <a:solidFill>
                  <a:srgbClr val="12364D"/>
                </a:solidFill>
                <a:effectLst/>
                <a:latin typeface="Montserrat" panose="02000505000000020004" pitchFamily="2" charset="0"/>
              </a:rPr>
              <a:t> lưu trữ các lệnh và dữ liệu. Nó bao gồm 2 loại:  bộ nhớ trong và bộ nhớ ngoài. Bộ nhớ thường được chia thành các ô nhớ nhỏ. Mỗi ô nhớ được gán một địa chỉ để CPU có thể định vị khi cần đọc hay ghi dữ liệu.</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Thiết bị ngoại vi (Input/Output): </a:t>
            </a:r>
            <a:r>
              <a:rPr lang="vi-VN" sz="1800" b="0" i="0" dirty="0">
                <a:solidFill>
                  <a:srgbClr val="12364D"/>
                </a:solidFill>
                <a:effectLst/>
                <a:latin typeface="Montserrat" panose="02000505000000020004" pitchFamily="2" charset="0"/>
              </a:rPr>
              <a:t> dùng để nhập hay xuất dữ liệu. Bàn phím, chuột, scanner, … thuộc thiết bị nhập; màn hình, máy in, … thuộc thiết bị xuất. Các ổ đĩa thuộc bộ nhớ ngoài cũng có thể coi vừa là thiết bị xuất vừa là thiết bị nhập. Các thiết bị ngoại vi liên hệ với CPU qua các mạch giao tiếp I/O (I/O interface).</a:t>
            </a:r>
            <a:endParaRPr lang="vi-VN" b="0" i="0" dirty="0">
              <a:solidFill>
                <a:srgbClr val="12364D"/>
              </a:solidFill>
              <a:effectLst/>
              <a:latin typeface="Montserrat" panose="02000505000000020004" pitchFamily="2" charset="0"/>
            </a:endParaRPr>
          </a:p>
          <a:p>
            <a:pPr algn="l"/>
            <a:r>
              <a:rPr lang="vi-VN" sz="1800" b="1" i="0" dirty="0">
                <a:solidFill>
                  <a:srgbClr val="12364D"/>
                </a:solidFill>
                <a:effectLst/>
                <a:latin typeface="Montserrat" panose="02000505000000020004" pitchFamily="2" charset="0"/>
              </a:rPr>
              <a:t>Bus hệ thống</a:t>
            </a:r>
            <a:r>
              <a:rPr lang="vi-VN" sz="1800" b="0" i="0" dirty="0">
                <a:solidFill>
                  <a:srgbClr val="12364D"/>
                </a:solidFill>
                <a:effectLst/>
                <a:latin typeface="Montserrat" panose="02000505000000020004" pitchFamily="2" charset="0"/>
              </a:rPr>
              <a:t>:  tập hợp các đường dây để CPU có thể liên kết với các bộ phận khác.</a:t>
            </a:r>
            <a:endParaRPr lang="vi-VN" b="0" i="0" dirty="0">
              <a:solidFill>
                <a:srgbClr val="12364D"/>
              </a:solidFill>
              <a:effectLst/>
              <a:latin typeface="Montserrat" panose="02000505000000020004" pitchFamily="2" charset="0"/>
            </a:endParaRPr>
          </a:p>
          <a:p>
            <a:endParaRPr lang="en-US" dirty="0"/>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23</a:t>
            </a:fld>
            <a:endParaRPr lang="zh-CN" altLang="en-US"/>
          </a:p>
        </p:txBody>
      </p:sp>
    </p:spTree>
    <p:extLst>
      <p:ext uri="{BB962C8B-B14F-4D97-AF65-F5344CB8AC3E}">
        <p14:creationId xmlns:p14="http://schemas.microsoft.com/office/powerpoint/2010/main" val="2457344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3104242-42E4-462F-B9A6-468AC33D61A2}" type="slidenum">
              <a:rPr lang="zh-CN" altLang="en-US" smtClean="0"/>
              <a:t>28</a:t>
            </a:fld>
            <a:endParaRPr lang="zh-CN" altLang="en-US"/>
          </a:p>
        </p:txBody>
      </p:sp>
    </p:spTree>
    <p:extLst>
      <p:ext uri="{BB962C8B-B14F-4D97-AF65-F5344CB8AC3E}">
        <p14:creationId xmlns:p14="http://schemas.microsoft.com/office/powerpoint/2010/main" val="1414295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06738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u="sng" kern="1200">
                <a:solidFill>
                  <a:schemeClr val="tx1"/>
                </a:solidFill>
                <a:effectLst/>
                <a:latin typeface="+mn-lt"/>
                <a:ea typeface="+mn-ea"/>
                <a:cs typeface="+mn-cs"/>
                <a:hlinkClick r:id="rId3"/>
              </a:rPr>
              <a:t>https://www.youtube.com/watch?v=LlhmzVL5bm8</a:t>
            </a:r>
            <a:endParaRPr lang="en-US" sz="120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699986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u="sng">
                <a:hlinkClick r:id="rId3"/>
              </a:rPr>
              <a:t>https://www.youtube.com/watch?v=yubzJw0uiE4</a:t>
            </a:r>
            <a:endParaRPr lang="en-US"/>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64467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t>Các nhà cung cấp dịch vụ đám mây như Amazon, Google và Microsoft cho phép các công ty lưu trữ tất cả cơ sở hạ tầng CNTT quan trọng trong đám mây của họ thay vì trong các thiết bị kỹ thuật số của một tổ chức để giảm chi phí để duy trì và vận hành các hệ thống, phần mềm và dữ liệu riêng lẻ. Điện toán biên nằm ở gần các thiết bị đầu cuối chứ không phải ở xa trong các trung tâm dữ liệu từ xa. Thay vì gửi mọi thông tin được thu thập bởi máy ảnh, máy quét, thiết bị đầu cuối cầm tay hoặc cảm biến đến đám mây để xử lý, các thiết bị biên sẽ tự thực hiện một số hoặc tất cả quá trình xử lý, tại nguồn nơi dữ liệu được thu thập.</a:t>
            </a:r>
          </a:p>
          <a:p>
            <a:pPr marL="0" marR="0" indent="0" algn="l" defTabSz="914400" rtl="0" eaLnBrk="1" fontAlgn="auto" latinLnBrk="0" hangingPunct="1">
              <a:lnSpc>
                <a:spcPct val="100000"/>
              </a:lnSpc>
              <a:spcBef>
                <a:spcPts val="0"/>
              </a:spcBef>
              <a:spcAft>
                <a:spcPts val="0"/>
              </a:spcAft>
              <a:buClrTx/>
              <a:buSzTx/>
              <a:buFontTx/>
              <a:buNone/>
              <a:tabLst/>
              <a:defRPr/>
            </a:pPr>
            <a:r>
              <a:rPr lang="en-US">
                <a:hlinkClick r:id="rId3"/>
              </a:rPr>
              <a:t>https://www.youtube.com/watch?time_continue=6&amp;v=ae_DKNwK_ms&amp;feature=emb_logo</a:t>
            </a:r>
            <a:endParaRPr lang="en-US"/>
          </a:p>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145353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t>
            </a:r>
            <a:r>
              <a:rPr lang="en-US" dirty="0" err="1"/>
              <a:t>chuột</a:t>
            </a:r>
            <a:r>
              <a:rPr lang="en-US" dirty="0"/>
              <a:t> </a:t>
            </a:r>
            <a:r>
              <a:rPr lang="en-US" dirty="0" err="1"/>
              <a:t>vào</a:t>
            </a:r>
            <a:r>
              <a:rPr lang="en-US" dirty="0"/>
              <a:t> TT </a:t>
            </a:r>
            <a:r>
              <a:rPr lang="en-US" dirty="0" err="1"/>
              <a:t>dữ</a:t>
            </a:r>
            <a:r>
              <a:rPr lang="en-US" dirty="0"/>
              <a:t> </a:t>
            </a:r>
            <a:r>
              <a:rPr lang="en-US" dirty="0" err="1"/>
              <a:t>liệu</a:t>
            </a:r>
            <a:r>
              <a:rPr lang="en-US" dirty="0"/>
              <a:t> </a:t>
            </a:r>
            <a:r>
              <a:rPr lang="en-US" dirty="0" err="1"/>
              <a:t>để</a:t>
            </a:r>
            <a:r>
              <a:rPr lang="en-US" dirty="0"/>
              <a:t> </a:t>
            </a:r>
            <a:r>
              <a:rPr lang="en-US" dirty="0" err="1"/>
              <a:t>xem</a:t>
            </a:r>
            <a:r>
              <a:rPr lang="en-US" dirty="0"/>
              <a:t> thông tin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6C193-C673-4E34-90CA-78EF0C662564}"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3667394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6C193-C673-4E34-90CA-78EF0C662564}" type="slidenum">
              <a:rPr kumimoji="0" lang="en-US" sz="1200" b="0" i="0" u="none" strike="noStrike" kern="1200" cap="none" spc="0" normalizeH="0" baseline="0" noProof="0" smtClean="0">
                <a:ln>
                  <a:noFill/>
                </a:ln>
                <a:solidFill>
                  <a:prstClr val="black"/>
                </a:solidFill>
                <a:effectLst/>
                <a:uLnTx/>
                <a:uFillTx/>
                <a:latin typeface="等线"/>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等线"/>
              <a:ea typeface="+mn-ea"/>
              <a:cs typeface="+mn-cs"/>
            </a:endParaRPr>
          </a:p>
        </p:txBody>
      </p:sp>
    </p:spTree>
    <p:extLst>
      <p:ext uri="{BB962C8B-B14F-4D97-AF65-F5344CB8AC3E}">
        <p14:creationId xmlns:p14="http://schemas.microsoft.com/office/powerpoint/2010/main" val="42482871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https://hoctrungcap.edu.vn/dinh-huong-nghe-nghiep/tam-quan-trong-cua-cong-nghe-thong-tin-duoc-the-hien-nhu-the-nao/</a:t>
            </a:r>
          </a:p>
          <a:p>
            <a:endParaRPr lang="en-US" dirty="0"/>
          </a:p>
          <a:p>
            <a:r>
              <a:rPr lang="vi-VN" b="0" i="0" dirty="0">
                <a:solidFill>
                  <a:srgbClr val="555555"/>
                </a:solidFill>
                <a:effectLst/>
                <a:latin typeface="Roboto" panose="02000000000000000000" pitchFamily="2" charset="0"/>
              </a:rPr>
              <a:t>Chúng ta dễ dàng nhận thấy sự hiện diện của các phần mềm như: phần mềm chấm công, phần mềm kế toán, phần mềm khai báo thuế, phần mềm quản trị nhân sự, phần mềm quản lý quan hệ khách hàng…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387308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https://hoctrungcap.edu.vn/dinh-huong-nghe-nghiep/tam-quan-trong-cua-cong-nghe-thong-tin-duoc-the-hien-nhu-the-nao/</a:t>
            </a:r>
          </a:p>
          <a:p>
            <a:endParaRPr lang="en-US" dirty="0"/>
          </a:p>
          <a:p>
            <a:r>
              <a:rPr lang="vi-VN" b="0" i="0" dirty="0">
                <a:solidFill>
                  <a:srgbClr val="555555"/>
                </a:solidFill>
                <a:effectLst/>
                <a:latin typeface="Roboto" panose="02000000000000000000" pitchFamily="2" charset="0"/>
              </a:rPr>
              <a:t>Chúng ta dễ dàng nhận thấy sự hiện diện của các phần mềm như: phần mềm chấm công, phần mềm kế toán, phần mềm khai báo thuế, phần mềm quản trị nhân sự, phần mềm quản lý quan hệ khách hàng…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454952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https://hoctrungcap.edu.vn/dinh-huong-nghe-nghiep/tam-quan-trong-cua-cong-nghe-thong-tin-duoc-the-hien-nhu-the-nao/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1385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https://hoctrungcap.edu.vn/dinh-huong-nghe-nghiep/tam-quan-trong-cua-cong-nghe-thong-tin-duoc-the-hien-nhu-the-nao/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642693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https://hoctrungcap.edu.vn/dinh-huong-nghe-nghiep/tam-quan-trong-cua-cong-nghe-thong-tin-duoc-the-hien-nhu-the-nao/</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104242-42E4-462F-B9A6-468AC33D61A2}"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010642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59</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60</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61</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62</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63</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64</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65</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66</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67</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68</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69</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70</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71</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73</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51138" y="533400"/>
            <a:ext cx="4730750" cy="2662238"/>
          </a:xfrm>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10"/>
          </p:nvPr>
        </p:nvSpPr>
        <p:spPr/>
        <p:txBody>
          <a:bodyPr/>
          <a:lstStyle/>
          <a:p>
            <a:fld id="{7F95E3B0-6EC8-4428-8DBB-A17C506649A8}" type="slidenum">
              <a:rPr lang="en-US" smtClean="0"/>
              <a:pPr/>
              <a:t>74</a:t>
            </a:fld>
            <a:endParaRPr lang="en-US"/>
          </a:p>
        </p:txBody>
      </p:sp>
    </p:spTree>
    <p:extLst>
      <p:ext uri="{BB962C8B-B14F-4D97-AF65-F5344CB8AC3E}">
        <p14:creationId xmlns:p14="http://schemas.microsoft.com/office/powerpoint/2010/main" val="42373709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0E03-79E7-2C1D-7BB7-1C7694858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1574D-2654-DC5F-16EA-34A400C00B71}"/>
              </a:ext>
            </a:extLst>
          </p:cNvPr>
          <p:cNvSpPr>
            <a:spLocks noGrp="1" noRot="1" noChangeAspect="1"/>
          </p:cNvSpPr>
          <p:nvPr>
            <p:ph type="sldImg"/>
          </p:nvPr>
        </p:nvSpPr>
        <p:spPr>
          <a:xfrm>
            <a:off x="2751138" y="533400"/>
            <a:ext cx="4730750" cy="2662238"/>
          </a:xfrm>
        </p:spPr>
      </p:sp>
      <p:sp>
        <p:nvSpPr>
          <p:cNvPr id="3" name="Notes Placeholder 2">
            <a:extLst>
              <a:ext uri="{FF2B5EF4-FFF2-40B4-BE49-F238E27FC236}">
                <a16:creationId xmlns:a16="http://schemas.microsoft.com/office/drawing/2014/main" id="{CF37EFCD-AC47-803C-19DA-7ADF7A2DFD5E}"/>
              </a:ext>
            </a:extLst>
          </p:cNvPr>
          <p:cNvSpPr>
            <a:spLocks noGrp="1"/>
          </p:cNvSpPr>
          <p:nvPr>
            <p:ph type="body" idx="1"/>
          </p:nvPr>
        </p:nvSpPr>
        <p:spPr/>
        <p:txBody>
          <a:bodyPr/>
          <a:lstStyle/>
          <a:p>
            <a:pPr eaLnBrk="1" hangingPunct="1"/>
            <a:endParaRPr lang="en-US" dirty="0"/>
          </a:p>
        </p:txBody>
      </p:sp>
      <p:sp>
        <p:nvSpPr>
          <p:cNvPr id="4" name="Slide Number Placeholder 3">
            <a:extLst>
              <a:ext uri="{FF2B5EF4-FFF2-40B4-BE49-F238E27FC236}">
                <a16:creationId xmlns:a16="http://schemas.microsoft.com/office/drawing/2014/main" id="{F69227AF-5CC7-2257-CFDD-4B1BB0CAF655}"/>
              </a:ext>
            </a:extLst>
          </p:cNvPr>
          <p:cNvSpPr>
            <a:spLocks noGrp="1"/>
          </p:cNvSpPr>
          <p:nvPr>
            <p:ph type="sldNum" sz="quarter" idx="10"/>
          </p:nvPr>
        </p:nvSpPr>
        <p:spPr/>
        <p:txBody>
          <a:bodyPr/>
          <a:lstStyle/>
          <a:p>
            <a:fld id="{7F95E3B0-6EC8-4428-8DBB-A17C506649A8}" type="slidenum">
              <a:rPr lang="en-US" smtClean="0"/>
              <a:pPr/>
              <a:t>75</a:t>
            </a:fld>
            <a:endParaRPr lang="en-US"/>
          </a:p>
        </p:txBody>
      </p:sp>
    </p:spTree>
    <p:extLst>
      <p:ext uri="{BB962C8B-B14F-4D97-AF65-F5344CB8AC3E}">
        <p14:creationId xmlns:p14="http://schemas.microsoft.com/office/powerpoint/2010/main" val="36921764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3104242-42E4-462F-B9A6-468AC33D61A2}" type="slidenum">
              <a:rPr lang="zh-CN" altLang="en-US" smtClean="0"/>
              <a:t>77</a:t>
            </a:fld>
            <a:endParaRPr lang="zh-CN" altLang="en-US"/>
          </a:p>
        </p:txBody>
      </p:sp>
    </p:spTree>
    <p:extLst>
      <p:ext uri="{BB962C8B-B14F-4D97-AF65-F5344CB8AC3E}">
        <p14:creationId xmlns:p14="http://schemas.microsoft.com/office/powerpoint/2010/main" val="9234764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b="15749"/>
          <a:stretch/>
        </p:blipFill>
        <p:spPr>
          <a:xfrm>
            <a:off x="7958798" y="3443288"/>
            <a:ext cx="4233201" cy="3414712"/>
          </a:xfrm>
          <a:prstGeom prst="rect">
            <a:avLst/>
          </a:prstGeom>
        </p:spPr>
      </p:pic>
      <p:sp>
        <p:nvSpPr>
          <p:cNvPr id="4" name="文本框 4"/>
          <p:cNvSpPr txBox="1"/>
          <p:nvPr userDrawn="1"/>
        </p:nvSpPr>
        <p:spPr>
          <a:xfrm>
            <a:off x="5232071" y="891929"/>
            <a:ext cx="2809295" cy="338554"/>
          </a:xfrm>
          <a:prstGeom prst="rect">
            <a:avLst/>
          </a:prstGeom>
          <a:noFill/>
        </p:spPr>
        <p:txBody>
          <a:bodyPr wrap="none" rtlCol="0">
            <a:spAutoFit/>
            <a:scene3d>
              <a:camera prst="orthographicFront"/>
              <a:lightRig rig="threePt" dir="t"/>
            </a:scene3d>
            <a:sp3d contourW="12700"/>
          </a:bodyPr>
          <a:lstStyle/>
          <a:p>
            <a:r>
              <a:rPr lang="en-US" altLang="zh-CN" sz="1600" b="1" u="sng" dirty="0">
                <a:solidFill>
                  <a:srgbClr val="D51C29"/>
                </a:solidFill>
                <a:latin typeface="Calibri" panose="020F0502020204030204" pitchFamily="34" charset="0"/>
              </a:rPr>
              <a:t>KHOA CÔNG</a:t>
            </a:r>
            <a:r>
              <a:rPr lang="en-US" altLang="zh-CN" sz="1600" b="1" u="sng" baseline="0" dirty="0">
                <a:solidFill>
                  <a:srgbClr val="D51C29"/>
                </a:solidFill>
                <a:latin typeface="Calibri" panose="020F0502020204030204" pitchFamily="34" charset="0"/>
              </a:rPr>
              <a:t> NGHỆ THÔNG TIN</a:t>
            </a:r>
            <a:endParaRPr lang="en-US" altLang="zh-CN" sz="1600" b="1" u="sng" dirty="0">
              <a:solidFill>
                <a:srgbClr val="D51C29"/>
              </a:solidFill>
              <a:latin typeface="Calibri" panose="020F0502020204030204" pitchFamily="34" charset="0"/>
            </a:endParaRPr>
          </a:p>
        </p:txBody>
      </p:sp>
      <p:pic>
        <p:nvPicPr>
          <p:cNvPr id="6"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1" y="1521978"/>
            <a:ext cx="2213113" cy="2599729"/>
          </a:xfrm>
          <a:prstGeom prst="rect">
            <a:avLst/>
          </a:prstGeom>
        </p:spPr>
      </p:pic>
      <p:pic>
        <p:nvPicPr>
          <p:cNvPr id="7" name="图片 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0800000" flipH="1">
            <a:off x="11313172" y="0"/>
            <a:ext cx="878828" cy="891928"/>
          </a:xfrm>
          <a:prstGeom prst="rect">
            <a:avLst/>
          </a:prstGeom>
        </p:spPr>
      </p:pic>
      <p:sp>
        <p:nvSpPr>
          <p:cNvPr id="10" name="Rectangle 9"/>
          <p:cNvSpPr/>
          <p:nvPr userDrawn="1"/>
        </p:nvSpPr>
        <p:spPr>
          <a:xfrm>
            <a:off x="0" y="0"/>
            <a:ext cx="12192000" cy="68580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ack background with red letters&#10;&#10;AI-generated content may be incorrect.">
            <a:extLst>
              <a:ext uri="{FF2B5EF4-FFF2-40B4-BE49-F238E27FC236}">
                <a16:creationId xmlns:a16="http://schemas.microsoft.com/office/drawing/2014/main" id="{7798EBCB-3629-F103-334E-13170E559E6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300170" y="105994"/>
            <a:ext cx="3591660" cy="891929"/>
          </a:xfrm>
          <a:prstGeom prst="rect">
            <a:avLst/>
          </a:prstGeom>
        </p:spPr>
      </p:pic>
    </p:spTree>
    <p:extLst>
      <p:ext uri="{BB962C8B-B14F-4D97-AF65-F5344CB8AC3E}">
        <p14:creationId xmlns:p14="http://schemas.microsoft.com/office/powerpoint/2010/main" val="291355650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188415"/>
            <a:ext cx="4463844" cy="6669586"/>
          </a:xfrm>
          <a:prstGeom prst="rect">
            <a:avLst/>
          </a:prstGeom>
        </p:spPr>
      </p:pic>
    </p:spTree>
    <p:extLst>
      <p:ext uri="{BB962C8B-B14F-4D97-AF65-F5344CB8AC3E}">
        <p14:creationId xmlns:p14="http://schemas.microsoft.com/office/powerpoint/2010/main" val="56560689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0" y="757925"/>
            <a:ext cx="6096000" cy="5550800"/>
          </a:xfrm>
          <a:prstGeom prst="rect">
            <a:avLst/>
          </a:prstGeom>
        </p:spPr>
      </p:pic>
      <p:sp>
        <p:nvSpPr>
          <p:cNvPr id="8" name="文本框 4"/>
          <p:cNvSpPr txBox="1"/>
          <p:nvPr userDrawn="1"/>
        </p:nvSpPr>
        <p:spPr>
          <a:xfrm>
            <a:off x="376578" y="757925"/>
            <a:ext cx="2569542" cy="307777"/>
          </a:xfrm>
          <a:prstGeom prst="rect">
            <a:avLst/>
          </a:prstGeom>
          <a:noFill/>
        </p:spPr>
        <p:txBody>
          <a:bodyPr wrap="square" rtlCol="0">
            <a:spAutoFit/>
            <a:scene3d>
              <a:camera prst="orthographicFront"/>
              <a:lightRig rig="threePt" dir="t"/>
            </a:scene3d>
            <a:sp3d contourW="12700"/>
          </a:bodyPr>
          <a:lstStyle/>
          <a:p>
            <a:r>
              <a:rPr lang="en-US" altLang="zh-CN" sz="1400" b="1" u="sng" dirty="0">
                <a:solidFill>
                  <a:srgbClr val="D51C29"/>
                </a:solidFill>
                <a:latin typeface="Calibri" panose="020F0502020204030204" pitchFamily="34" charset="0"/>
              </a:rPr>
              <a:t>KHOA CÔNG</a:t>
            </a:r>
            <a:r>
              <a:rPr lang="en-US" altLang="zh-CN" sz="1400" b="1" u="sng" baseline="0" dirty="0">
                <a:solidFill>
                  <a:srgbClr val="D51C29"/>
                </a:solidFill>
                <a:latin typeface="Calibri" panose="020F0502020204030204" pitchFamily="34" charset="0"/>
              </a:rPr>
              <a:t> NGHỆ THÔNG TIN</a:t>
            </a:r>
            <a:endParaRPr lang="en-US" altLang="zh-CN" sz="1400" b="1" u="sng" dirty="0">
              <a:solidFill>
                <a:srgbClr val="D51C29"/>
              </a:solidFill>
              <a:latin typeface="Calibri" panose="020F0502020204030204" pitchFamily="34" charset="0"/>
            </a:endParaRPr>
          </a:p>
        </p:txBody>
      </p:sp>
      <p:pic>
        <p:nvPicPr>
          <p:cNvPr id="5" name="Picture 4" descr="A black background with red letters&#10;&#10;AI-generated content may be incorrect.">
            <a:extLst>
              <a:ext uri="{FF2B5EF4-FFF2-40B4-BE49-F238E27FC236}">
                <a16:creationId xmlns:a16="http://schemas.microsoft.com/office/drawing/2014/main" id="{32D43E56-5763-F3AE-00F9-7E533B0F29D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9762" y="132561"/>
            <a:ext cx="2518244" cy="625364"/>
          </a:xfrm>
          <a:prstGeom prst="rect">
            <a:avLst/>
          </a:prstGeom>
        </p:spPr>
      </p:pic>
    </p:spTree>
    <p:extLst>
      <p:ext uri="{BB962C8B-B14F-4D97-AF65-F5344CB8AC3E}">
        <p14:creationId xmlns:p14="http://schemas.microsoft.com/office/powerpoint/2010/main" val="393834025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3AA381A-21CC-1A12-6BFB-E53D4AA6288D}"/>
              </a:ext>
            </a:extLst>
          </p:cNvPr>
          <p:cNvSpPr>
            <a:spLocks noGrp="1"/>
          </p:cNvSpPr>
          <p:nvPr>
            <p:ph sz="quarter" idx="10"/>
          </p:nvPr>
        </p:nvSpPr>
        <p:spPr>
          <a:xfrm>
            <a:off x="584200" y="1079500"/>
            <a:ext cx="11023600" cy="4699000"/>
          </a:xfrm>
          <a:prstGeom prst="rect">
            <a:avLst/>
          </a:prstGeom>
        </p:spPr>
        <p:txBody>
          <a:bodyPr/>
          <a:lstStyle>
            <a:lvl1pPr marL="457200" indent="-457200">
              <a:lnSpc>
                <a:spcPct val="100000"/>
              </a:lnSpc>
              <a:buClr>
                <a:srgbClr val="C00000"/>
              </a:buClr>
              <a:buFont typeface="Wingdings" panose="05000000000000000000" pitchFamily="2" charset="2"/>
              <a:buChar char="v"/>
              <a:defRPr b="0"/>
            </a:lvl1pPr>
            <a:lvl2pPr marL="685800" indent="-228600">
              <a:lnSpc>
                <a:spcPct val="100000"/>
              </a:lnSpc>
              <a:spcBef>
                <a:spcPts val="1200"/>
              </a:spcBef>
              <a:buFont typeface="Wingdings" panose="05000000000000000000" pitchFamily="2" charset="2"/>
              <a:buChar char="§"/>
              <a:defRPr/>
            </a:lvl2pPr>
            <a:lvl3pPr marL="1143000" indent="-228600">
              <a:lnSpc>
                <a:spcPct val="100000"/>
              </a:lnSpc>
              <a:spcBef>
                <a:spcPts val="1200"/>
              </a:spcBef>
              <a:buFont typeface="Courier New" panose="02070309020205020404" pitchFamily="49" charset="0"/>
              <a:buChar char="o"/>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descr="A black background with red letters&#10;&#10;AI-generated content may be incorrect.">
            <a:extLst>
              <a:ext uri="{FF2B5EF4-FFF2-40B4-BE49-F238E27FC236}">
                <a16:creationId xmlns:a16="http://schemas.microsoft.com/office/drawing/2014/main" id="{BD56CB16-B97E-57D8-90BB-E41380562EB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1" y="6515100"/>
            <a:ext cx="1028700" cy="306070"/>
          </a:xfrm>
          <a:prstGeom prst="rect">
            <a:avLst/>
          </a:prstGeom>
        </p:spPr>
      </p:pic>
    </p:spTree>
    <p:extLst>
      <p:ext uri="{BB962C8B-B14F-4D97-AF65-F5344CB8AC3E}">
        <p14:creationId xmlns:p14="http://schemas.microsoft.com/office/powerpoint/2010/main" val="272581049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background with red letters&#10;&#10;AI-generated content may be incorrect.">
            <a:extLst>
              <a:ext uri="{FF2B5EF4-FFF2-40B4-BE49-F238E27FC236}">
                <a16:creationId xmlns:a16="http://schemas.microsoft.com/office/drawing/2014/main" id="{851DA50E-1580-ED10-5580-2508E3CA955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91" y="6515100"/>
            <a:ext cx="1028700" cy="306070"/>
          </a:xfrm>
          <a:prstGeom prst="rect">
            <a:avLst/>
          </a:prstGeom>
        </p:spPr>
      </p:pic>
    </p:spTree>
    <p:extLst>
      <p:ext uri="{BB962C8B-B14F-4D97-AF65-F5344CB8AC3E}">
        <p14:creationId xmlns:p14="http://schemas.microsoft.com/office/powerpoint/2010/main" val="368111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cSld name="1_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ack background with red letters&#10;&#10;AI-generated content may be incorrect.">
            <a:extLst>
              <a:ext uri="{FF2B5EF4-FFF2-40B4-BE49-F238E27FC236}">
                <a16:creationId xmlns:a16="http://schemas.microsoft.com/office/drawing/2014/main" id="{5899F2EC-5F28-DDD9-EDA6-F2FF6C14E73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3127" y="6525529"/>
            <a:ext cx="914024" cy="249344"/>
          </a:xfrm>
          <a:prstGeom prst="rect">
            <a:avLst/>
          </a:prstGeom>
        </p:spPr>
      </p:pic>
    </p:spTree>
    <p:extLst>
      <p:ext uri="{BB962C8B-B14F-4D97-AF65-F5344CB8AC3E}">
        <p14:creationId xmlns:p14="http://schemas.microsoft.com/office/powerpoint/2010/main" val="275986291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descr="A black background with red letters&#10;&#10;AI-generated content may be incorrect.">
            <a:extLst>
              <a:ext uri="{FF2B5EF4-FFF2-40B4-BE49-F238E27FC236}">
                <a16:creationId xmlns:a16="http://schemas.microsoft.com/office/drawing/2014/main" id="{5899F2EC-5F28-DDD9-EDA6-F2FF6C14E73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173" y="6546272"/>
            <a:ext cx="990343" cy="270163"/>
          </a:xfrm>
          <a:prstGeom prst="rect">
            <a:avLst/>
          </a:prstGeom>
        </p:spPr>
      </p:pic>
    </p:spTree>
    <p:extLst>
      <p:ext uri="{BB962C8B-B14F-4D97-AF65-F5344CB8AC3E}">
        <p14:creationId xmlns:p14="http://schemas.microsoft.com/office/powerpoint/2010/main" val="403244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0" y="0"/>
            <a:ext cx="1557766" cy="1418446"/>
          </a:xfrm>
          <a:prstGeom prst="rect">
            <a:avLst/>
          </a:prstGeom>
        </p:spPr>
      </p:pic>
      <p:sp>
        <p:nvSpPr>
          <p:cNvPr id="3" name="文本框 2"/>
          <p:cNvSpPr txBox="1"/>
          <p:nvPr/>
        </p:nvSpPr>
        <p:spPr>
          <a:xfrm>
            <a:off x="4318000" y="2971800"/>
            <a:ext cx="3556000" cy="229870"/>
          </a:xfrm>
          <a:prstGeom prst="rect">
            <a:avLst/>
          </a:prstGeom>
          <a:noFill/>
        </p:spPr>
        <p:txBody>
          <a:bodyPr wrap="square" rtlCol="0">
            <a:spAutoFit/>
          </a:bodyPr>
          <a:lstStyle/>
          <a:p>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alpha val="0"/>
                  </a:schemeClr>
                </a:solidFill>
                <a:latin typeface="微软雅黑" panose="020B0503020204020204" pitchFamily="34" charset="-122"/>
                <a:ea typeface="微软雅黑" panose="020B0503020204020204" pitchFamily="34" charset="-122"/>
                <a:sym typeface="+mn-ea"/>
              </a:rPr>
              <a:t>PPT</a:t>
            </a:r>
            <a:r>
              <a:rPr lang="zh-CN" altLang="en-US" sz="300" dirty="0">
                <a:solidFill>
                  <a:schemeClr val="bg1">
                    <a:alpha val="0"/>
                  </a:schemeClr>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alpha val="0"/>
                  </a:schemeClr>
                </a:solidFill>
                <a:latin typeface="微软雅黑" panose="020B0503020204020204" pitchFamily="34" charset="-122"/>
                <a:ea typeface="微软雅黑" panose="020B0503020204020204" pitchFamily="34" charset="-122"/>
                <a:sym typeface="+mn-ea"/>
              </a:rPr>
              <a:t>ibaotu.com</a:t>
            </a:r>
          </a:p>
        </p:txBody>
      </p:sp>
      <p:sp>
        <p:nvSpPr>
          <p:cNvPr id="4" name="TextBox 3"/>
          <p:cNvSpPr txBox="1"/>
          <p:nvPr/>
        </p:nvSpPr>
        <p:spPr>
          <a:xfrm>
            <a:off x="11602899" y="6287572"/>
            <a:ext cx="474810" cy="369332"/>
          </a:xfrm>
          <a:prstGeom prst="rect">
            <a:avLst/>
          </a:prstGeom>
          <a:noFill/>
        </p:spPr>
        <p:txBody>
          <a:bodyPr wrap="none" rtlCol="0">
            <a:spAutoFit/>
          </a:bodyPr>
          <a:lstStyle/>
          <a:p>
            <a:fld id="{32052700-9C14-40BB-AC4A-3575FEFBB826}" type="slidenum">
              <a:rPr lang="en-US" b="1" smtClean="0">
                <a:latin typeface="Cambria" panose="02040503050406030204" pitchFamily="18" charset="0"/>
              </a:rPr>
              <a:t>‹#›</a:t>
            </a:fld>
            <a:endParaRPr lang="en-US" b="1" dirty="0">
              <a:latin typeface="Cambria" panose="02040503050406030204" pitchFamily="18" charset="0"/>
            </a:endParaRPr>
          </a:p>
        </p:txBody>
      </p:sp>
      <p:cxnSp>
        <p:nvCxnSpPr>
          <p:cNvPr id="5" name="Straight Connector 4"/>
          <p:cNvCxnSpPr/>
          <p:nvPr/>
        </p:nvCxnSpPr>
        <p:spPr>
          <a:xfrm flipV="1">
            <a:off x="0" y="6457950"/>
            <a:ext cx="11458575" cy="14288"/>
          </a:xfrm>
          <a:prstGeom prst="line">
            <a:avLst/>
          </a:prstGeom>
          <a:ln w="28575">
            <a:solidFill>
              <a:srgbClr val="D32F2F"/>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0800" y="6517929"/>
            <a:ext cx="1003300" cy="294229"/>
          </a:xfrm>
          <a:prstGeom prst="rect">
            <a:avLst/>
          </a:prstGeom>
        </p:spPr>
      </p:pic>
      <p:sp>
        <p:nvSpPr>
          <p:cNvPr id="8" name="TextBox 7"/>
          <p:cNvSpPr txBox="1"/>
          <p:nvPr/>
        </p:nvSpPr>
        <p:spPr>
          <a:xfrm>
            <a:off x="1025524" y="6517929"/>
            <a:ext cx="2311915" cy="276999"/>
          </a:xfrm>
          <a:prstGeom prst="rect">
            <a:avLst/>
          </a:prstGeom>
          <a:noFill/>
        </p:spPr>
        <p:txBody>
          <a:bodyPr wrap="none" rtlCol="0">
            <a:spAutoFit/>
          </a:bodyPr>
          <a:lstStyle/>
          <a:p>
            <a:r>
              <a:rPr lang="en-US" sz="1200" b="1" dirty="0">
                <a:solidFill>
                  <a:srgbClr val="D51C29"/>
                </a:solidFill>
                <a:latin typeface="Cambria" panose="02040503050406030204" pitchFamily="18" charset="0"/>
              </a:rPr>
              <a:t>KHOA</a:t>
            </a:r>
            <a:r>
              <a:rPr lang="en-US" sz="1200" b="1" baseline="0" dirty="0">
                <a:solidFill>
                  <a:srgbClr val="D51C29"/>
                </a:solidFill>
                <a:latin typeface="Cambria" panose="02040503050406030204" pitchFamily="18" charset="0"/>
              </a:rPr>
              <a:t> CÔNG NGHỆ THÔNG TIN</a:t>
            </a:r>
            <a:endParaRPr lang="en-US" sz="1200" b="1" dirty="0">
              <a:solidFill>
                <a:srgbClr val="D51C29"/>
              </a:solidFill>
              <a:latin typeface="Cambria" panose="02040503050406030204" pitchFamily="18" charset="0"/>
            </a:endParaRPr>
          </a:p>
        </p:txBody>
      </p:sp>
    </p:spTree>
    <p:extLst>
      <p:ext uri="{BB962C8B-B14F-4D97-AF65-F5344CB8AC3E}">
        <p14:creationId xmlns:p14="http://schemas.microsoft.com/office/powerpoint/2010/main" val="46424147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2" r:id="rId4"/>
    <p:sldLayoutId id="2147483665" r:id="rId5"/>
    <p:sldLayoutId id="2147483666" r:id="rId6"/>
    <p:sldLayoutId id="2147483667" r:id="rId7"/>
  </p:sldLayoutIdLst>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4.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en.wikipedia.org/wiki/Wilhelm_Schickard"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hyperlink" Target="https://vnexpress.net/kham-pha-may-tinh-170-tuoi-1511239.html"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0.jpeg"/><Relationship Id="rId5" Type="http://schemas.openxmlformats.org/officeDocument/2006/relationships/hyperlink" Target="../Reading/Week01/IBM_Tu%20tinh%20tien%20den%20phat%20trien.pdf" TargetMode="Externa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33.jpeg"/></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6.jpeg"/><Relationship Id="rId4" Type="http://schemas.openxmlformats.org/officeDocument/2006/relationships/image" Target="../media/image35.jpeg"/></Relationships>
</file>

<file path=ppt/slides/_rels/slide1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38.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49.jpeg"/><Relationship Id="rId7" Type="http://schemas.openxmlformats.org/officeDocument/2006/relationships/image" Target="../media/image53.jpeg"/><Relationship Id="rId2"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jpeg"/></Relationships>
</file>

<file path=ppt/slides/_rels/slide2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png"/><Relationship Id="rId1" Type="http://schemas.openxmlformats.org/officeDocument/2006/relationships/slideLayout" Target="../slideLayouts/slideLayout4.xml"/><Relationship Id="rId5" Type="http://schemas.openxmlformats.org/officeDocument/2006/relationships/image" Target="../media/image63.jpg"/><Relationship Id="rId4" Type="http://schemas.openxmlformats.org/officeDocument/2006/relationships/image" Target="../media/image62.jpg"/></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69.jpg"/><Relationship Id="rId5" Type="http://schemas.openxmlformats.org/officeDocument/2006/relationships/image" Target="../media/image68.png"/><Relationship Id="rId4" Type="http://schemas.openxmlformats.org/officeDocument/2006/relationships/image" Target="../media/image67.jpg"/></Relationships>
</file>

<file path=ppt/slides/_rels/slide35.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36.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png"/><Relationship Id="rId1" Type="http://schemas.openxmlformats.org/officeDocument/2006/relationships/slideLayout" Target="../slideLayouts/slideLayout4.xml"/><Relationship Id="rId6" Type="http://schemas.openxmlformats.org/officeDocument/2006/relationships/image" Target="../media/image76.jpg"/><Relationship Id="rId5" Type="http://schemas.openxmlformats.org/officeDocument/2006/relationships/image" Target="../media/image61.jpg"/><Relationship Id="rId4" Type="http://schemas.openxmlformats.org/officeDocument/2006/relationships/image" Target="../media/image75.jpg"/></Relationships>
</file>

<file path=ppt/slides/_rels/slide37.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image" Target="../media/image79.jpg"/><Relationship Id="rId1" Type="http://schemas.openxmlformats.org/officeDocument/2006/relationships/slideLayout" Target="../slideLayouts/slideLayout4.xml"/><Relationship Id="rId5" Type="http://schemas.openxmlformats.org/officeDocument/2006/relationships/image" Target="../media/image82.jpg"/><Relationship Id="rId4" Type="http://schemas.openxmlformats.org/officeDocument/2006/relationships/image" Target="../media/image81.jpg"/></Relationships>
</file>

<file path=ppt/slides/_rels/slide39.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image" Target="../media/image85.jpg"/><Relationship Id="rId1" Type="http://schemas.openxmlformats.org/officeDocument/2006/relationships/slideLayout" Target="../slideLayouts/slideLayout4.xml"/><Relationship Id="rId4" Type="http://schemas.openxmlformats.org/officeDocument/2006/relationships/image" Target="../media/image8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88.jpg"/><Relationship Id="rId7" Type="http://schemas.openxmlformats.org/officeDocument/2006/relationships/image" Target="../media/image92.jpg"/><Relationship Id="rId2" Type="http://schemas.openxmlformats.org/officeDocument/2006/relationships/image" Target="../media/image73.png"/><Relationship Id="rId1" Type="http://schemas.openxmlformats.org/officeDocument/2006/relationships/slideLayout" Target="../slideLayouts/slideLayout4.xml"/><Relationship Id="rId6" Type="http://schemas.openxmlformats.org/officeDocument/2006/relationships/image" Target="../media/image91.jpg"/><Relationship Id="rId5" Type="http://schemas.openxmlformats.org/officeDocument/2006/relationships/image" Target="../media/image90.jpg"/><Relationship Id="rId4" Type="http://schemas.openxmlformats.org/officeDocument/2006/relationships/image" Target="../media/image89.jpg"/></Relationships>
</file>

<file path=ppt/slides/_rels/slide43.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jpg"/><Relationship Id="rId7" Type="http://schemas.openxmlformats.org/officeDocument/2006/relationships/image" Target="../media/image97.jpg"/><Relationship Id="rId2" Type="http://schemas.openxmlformats.org/officeDocument/2006/relationships/image" Target="../media/image73.png"/><Relationship Id="rId1" Type="http://schemas.openxmlformats.org/officeDocument/2006/relationships/slideLayout" Target="../slideLayouts/slideLayout4.xml"/><Relationship Id="rId6" Type="http://schemas.openxmlformats.org/officeDocument/2006/relationships/image" Target="../media/image96.jpg"/><Relationship Id="rId5" Type="http://schemas.openxmlformats.org/officeDocument/2006/relationships/image" Target="../media/image95.jpg"/><Relationship Id="rId4" Type="http://schemas.openxmlformats.org/officeDocument/2006/relationships/image" Target="../media/image94.jpg"/></Relationships>
</file>

<file path=ppt/slides/_rels/slide44.xml.rels><?xml version="1.0" encoding="UTF-8" standalone="yes"?>
<Relationships xmlns="http://schemas.openxmlformats.org/package/2006/relationships"><Relationship Id="rId3" Type="http://schemas.openxmlformats.org/officeDocument/2006/relationships/image" Target="../media/image99.jpg"/><Relationship Id="rId2" Type="http://schemas.openxmlformats.org/officeDocument/2006/relationships/image" Target="../media/image73.png"/><Relationship Id="rId1" Type="http://schemas.openxmlformats.org/officeDocument/2006/relationships/slideLayout" Target="../slideLayouts/slideLayout4.xml"/><Relationship Id="rId4" Type="http://schemas.openxmlformats.org/officeDocument/2006/relationships/image" Target="../media/image100.jpg"/></Relationships>
</file>

<file path=ppt/slides/_rels/slide45.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image" Target="../media/image73.png"/><Relationship Id="rId1" Type="http://schemas.openxmlformats.org/officeDocument/2006/relationships/slideLayout" Target="../slideLayouts/slideLayout4.xml"/><Relationship Id="rId4" Type="http://schemas.openxmlformats.org/officeDocument/2006/relationships/image" Target="../media/image102.jpg"/></Relationships>
</file>

<file path=ppt/slides/_rels/slide46.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04.png"/></Relationships>
</file>

<file path=ppt/slides/_rels/slide48.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06.png"/></Relationships>
</file>

<file path=ppt/slides/_rels/slide49.xml.rels><?xml version="1.0" encoding="UTF-8" standalone="yes"?>
<Relationships xmlns="http://schemas.openxmlformats.org/package/2006/relationships"><Relationship Id="rId3" Type="http://schemas.openxmlformats.org/officeDocument/2006/relationships/hyperlink" Target="https://vnexpress.net/trung-tam-du-lieu-khong-lo-cua-facebook-o-vong-bac-cuc-3477807.html"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108.jpeg"/><Relationship Id="rId4" Type="http://schemas.openxmlformats.org/officeDocument/2006/relationships/image" Target="../media/image107.jpeg"/></Relationships>
</file>

<file path=ppt/slides/_rels/slide5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110.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13.gi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14.gi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16.gif"/><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EF99411-4709-4D85-A7C3-945C4791A054}"/>
              </a:ext>
            </a:extLst>
          </p:cNvPr>
          <p:cNvSpPr txBox="1"/>
          <p:nvPr/>
        </p:nvSpPr>
        <p:spPr>
          <a:xfrm>
            <a:off x="1302119" y="1625116"/>
            <a:ext cx="10184776" cy="830997"/>
          </a:xfrm>
          <a:prstGeom prst="rect">
            <a:avLst/>
          </a:prstGeom>
          <a:noFill/>
        </p:spPr>
        <p:txBody>
          <a:bodyPr wrap="none" rtlCol="0">
            <a:spAutoFit/>
            <a:scene3d>
              <a:camera prst="orthographicFront"/>
              <a:lightRig rig="threePt" dir="t"/>
            </a:scene3d>
            <a:sp3d contourW="12700"/>
          </a:bodyPr>
          <a:lstStyle/>
          <a:p>
            <a:pPr algn="ctr"/>
            <a:r>
              <a:rPr lang="en-US" altLang="zh-CN" sz="4800" b="1" dirty="0">
                <a:solidFill>
                  <a:srgbClr val="2C3E50"/>
                </a:solidFill>
                <a:latin typeface="Cambria" panose="02040503050406030204" pitchFamily="18" charset="0"/>
                <a:ea typeface="Tahoma" panose="020B0604030504040204" pitchFamily="34" charset="0"/>
                <a:cs typeface="Tahoma" panose="020B0604030504040204" pitchFamily="34" charset="0"/>
              </a:rPr>
              <a:t>NHẬP MÔN CÔNG NGHỆ THÔNG TIN</a:t>
            </a:r>
          </a:p>
        </p:txBody>
      </p:sp>
      <p:grpSp>
        <p:nvGrpSpPr>
          <p:cNvPr id="9" name="组合 8">
            <a:extLst>
              <a:ext uri="{FF2B5EF4-FFF2-40B4-BE49-F238E27FC236}">
                <a16:creationId xmlns:a16="http://schemas.microsoft.com/office/drawing/2014/main" id="{97D9BB3D-6037-4984-B1C9-6EA6F0733901}"/>
              </a:ext>
            </a:extLst>
          </p:cNvPr>
          <p:cNvGrpSpPr/>
          <p:nvPr/>
        </p:nvGrpSpPr>
        <p:grpSpPr>
          <a:xfrm>
            <a:off x="4520692" y="4315675"/>
            <a:ext cx="416937" cy="416934"/>
            <a:chOff x="891974" y="4415843"/>
            <a:chExt cx="450443" cy="450443"/>
          </a:xfrm>
        </p:grpSpPr>
        <p:sp>
          <p:nvSpPr>
            <p:cNvPr id="10" name="椭圆 9">
              <a:extLst>
                <a:ext uri="{FF2B5EF4-FFF2-40B4-BE49-F238E27FC236}">
                  <a16:creationId xmlns:a16="http://schemas.microsoft.com/office/drawing/2014/main" id="{9C9DB4BA-54F7-4C0E-AE0C-B1C46DE8FD76}"/>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1" name="椭圆 39">
              <a:extLst>
                <a:ext uri="{FF2B5EF4-FFF2-40B4-BE49-F238E27FC236}">
                  <a16:creationId xmlns:a16="http://schemas.microsoft.com/office/drawing/2014/main" id="{A2EF981A-E8A3-4B9C-9705-339D975A808A}"/>
                </a:ext>
              </a:extLst>
            </p:cNvPr>
            <p:cNvSpPr/>
            <p:nvPr/>
          </p:nvSpPr>
          <p:spPr>
            <a:xfrm>
              <a:off x="993275" y="4502064"/>
              <a:ext cx="247839" cy="278000"/>
            </a:xfrm>
            <a:custGeom>
              <a:avLst/>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2" name="文本框 11">
            <a:extLst>
              <a:ext uri="{FF2B5EF4-FFF2-40B4-BE49-F238E27FC236}">
                <a16:creationId xmlns:a16="http://schemas.microsoft.com/office/drawing/2014/main" id="{C9BD2F7B-3F77-4C00-A03B-0C17F27D1349}"/>
              </a:ext>
            </a:extLst>
          </p:cNvPr>
          <p:cNvSpPr txBox="1"/>
          <p:nvPr/>
        </p:nvSpPr>
        <p:spPr>
          <a:xfrm>
            <a:off x="5088019" y="4263055"/>
            <a:ext cx="4329488" cy="646331"/>
          </a:xfrm>
          <a:prstGeom prst="rect">
            <a:avLst/>
          </a:prstGeom>
          <a:noFill/>
        </p:spPr>
        <p:txBody>
          <a:bodyPr wrap="square" rtlCol="0">
            <a:spAutoFit/>
            <a:scene3d>
              <a:camera prst="orthographicFront"/>
              <a:lightRig rig="threePt" dir="t"/>
            </a:scene3d>
            <a:sp3d contourW="12700"/>
          </a:bodyPr>
          <a:lstStyle/>
          <a:p>
            <a:r>
              <a:rPr lang="en-US" altLang="zh-CN" b="1" dirty="0" err="1">
                <a:solidFill>
                  <a:schemeClr val="bg2">
                    <a:lumMod val="50000"/>
                  </a:schemeClr>
                </a:solidFill>
                <a:latin typeface="Cambria" panose="02040503050406030204" pitchFamily="18" charset="0"/>
                <a:ea typeface="+mj-ea"/>
              </a:rPr>
              <a:t>Nhóm</a:t>
            </a:r>
            <a:r>
              <a:rPr lang="en-US" altLang="zh-CN" b="1" dirty="0">
                <a:solidFill>
                  <a:schemeClr val="bg2">
                    <a:lumMod val="50000"/>
                  </a:schemeClr>
                </a:solidFill>
                <a:latin typeface="Cambria" panose="02040503050406030204" pitchFamily="18" charset="0"/>
                <a:ea typeface="+mj-ea"/>
              </a:rPr>
              <a:t> GV </a:t>
            </a:r>
            <a:r>
              <a:rPr lang="en-US" altLang="zh-CN" b="1" dirty="0" err="1">
                <a:solidFill>
                  <a:schemeClr val="bg2">
                    <a:lumMod val="50000"/>
                  </a:schemeClr>
                </a:solidFill>
                <a:latin typeface="Cambria" panose="02040503050406030204" pitchFamily="18" charset="0"/>
                <a:ea typeface="+mj-ea"/>
              </a:rPr>
              <a:t>biên</a:t>
            </a:r>
            <a:r>
              <a:rPr lang="en-US" altLang="zh-CN" b="1" dirty="0">
                <a:solidFill>
                  <a:schemeClr val="bg2">
                    <a:lumMod val="50000"/>
                  </a:schemeClr>
                </a:solidFill>
                <a:latin typeface="Cambria" panose="02040503050406030204" pitchFamily="18" charset="0"/>
                <a:ea typeface="+mj-ea"/>
              </a:rPr>
              <a:t> </a:t>
            </a:r>
            <a:r>
              <a:rPr lang="en-US" altLang="zh-CN" b="1" dirty="0" err="1">
                <a:solidFill>
                  <a:schemeClr val="bg2">
                    <a:lumMod val="50000"/>
                  </a:schemeClr>
                </a:solidFill>
                <a:latin typeface="Cambria" panose="02040503050406030204" pitchFamily="18" charset="0"/>
                <a:ea typeface="+mj-ea"/>
              </a:rPr>
              <a:t>soạn</a:t>
            </a:r>
            <a:r>
              <a:rPr lang="en-US" altLang="zh-CN" b="1" dirty="0">
                <a:solidFill>
                  <a:schemeClr val="bg2">
                    <a:lumMod val="50000"/>
                  </a:schemeClr>
                </a:solidFill>
                <a:latin typeface="Cambria" panose="02040503050406030204" pitchFamily="18" charset="0"/>
                <a:ea typeface="+mj-ea"/>
              </a:rPr>
              <a:t>:</a:t>
            </a:r>
          </a:p>
          <a:p>
            <a:r>
              <a:rPr lang="en-US" altLang="zh-CN" b="1" dirty="0">
                <a:solidFill>
                  <a:schemeClr val="bg2">
                    <a:lumMod val="50000"/>
                  </a:schemeClr>
                </a:solidFill>
                <a:latin typeface="Cambria" panose="02040503050406030204" pitchFamily="18" charset="0"/>
                <a:ea typeface="+mj-ea"/>
              </a:rPr>
              <a:t>Khoa Công nghệ thông tin</a:t>
            </a:r>
          </a:p>
        </p:txBody>
      </p:sp>
      <p:pic>
        <p:nvPicPr>
          <p:cNvPr id="18" name="William Joseph - Radioactive">
            <a:hlinkClick r:id="" action="ppaction://media"/>
            <a:extLst>
              <a:ext uri="{FF2B5EF4-FFF2-40B4-BE49-F238E27FC236}">
                <a16:creationId xmlns:a16="http://schemas.microsoft.com/office/drawing/2014/main" id="{74606A9D-B362-448E-BAAC-A60B438E8DB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0" y="-733425"/>
            <a:ext cx="609600" cy="609600"/>
          </a:xfrm>
          <a:prstGeom prst="rect">
            <a:avLst/>
          </a:prstGeom>
        </p:spPr>
      </p:pic>
      <p:grpSp>
        <p:nvGrpSpPr>
          <p:cNvPr id="14" name="组合 12">
            <a:extLst>
              <a:ext uri="{FF2B5EF4-FFF2-40B4-BE49-F238E27FC236}">
                <a16:creationId xmlns:a16="http://schemas.microsoft.com/office/drawing/2014/main" id="{A6373AAE-0444-45F1-A55E-2836D8D88CFA}"/>
              </a:ext>
            </a:extLst>
          </p:cNvPr>
          <p:cNvGrpSpPr/>
          <p:nvPr/>
        </p:nvGrpSpPr>
        <p:grpSpPr>
          <a:xfrm>
            <a:off x="4520692" y="5251040"/>
            <a:ext cx="416937" cy="416934"/>
            <a:chOff x="891974" y="4415843"/>
            <a:chExt cx="450443" cy="450443"/>
          </a:xfrm>
        </p:grpSpPr>
        <p:sp>
          <p:nvSpPr>
            <p:cNvPr id="15" name="椭圆 13">
              <a:extLst>
                <a:ext uri="{FF2B5EF4-FFF2-40B4-BE49-F238E27FC236}">
                  <a16:creationId xmlns:a16="http://schemas.microsoft.com/office/drawing/2014/main" id="{CDAA027D-F144-4D14-B4A5-F6916DF57A23}"/>
                </a:ext>
              </a:extLst>
            </p:cNvPr>
            <p:cNvSpPr/>
            <p:nvPr/>
          </p:nvSpPr>
          <p:spPr>
            <a:xfrm>
              <a:off x="891974" y="4415843"/>
              <a:ext cx="450443" cy="450443"/>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16" name="椭圆 44">
              <a:extLst>
                <a:ext uri="{FF2B5EF4-FFF2-40B4-BE49-F238E27FC236}">
                  <a16:creationId xmlns:a16="http://schemas.microsoft.com/office/drawing/2014/main" id="{92A36B17-D0F9-46AC-BA69-068766D94A9C}"/>
                </a:ext>
              </a:extLst>
            </p:cNvPr>
            <p:cNvSpPr/>
            <p:nvPr/>
          </p:nvSpPr>
          <p:spPr>
            <a:xfrm>
              <a:off x="978196" y="4510710"/>
              <a:ext cx="278000" cy="260708"/>
            </a:xfrm>
            <a:custGeom>
              <a:avLst/>
              <a:gdLst>
                <a:gd name="connsiteX0" fmla="*/ 249749 w 331788"/>
                <a:gd name="connsiteY0" fmla="*/ 163513 h 311151"/>
                <a:gd name="connsiteX1" fmla="*/ 243291 w 331788"/>
                <a:gd name="connsiteY1" fmla="*/ 171424 h 311151"/>
                <a:gd name="connsiteX2" fmla="*/ 243291 w 331788"/>
                <a:gd name="connsiteY2" fmla="*/ 218888 h 311151"/>
                <a:gd name="connsiteX3" fmla="*/ 238125 w 331788"/>
                <a:gd name="connsiteY3" fmla="*/ 229435 h 311151"/>
                <a:gd name="connsiteX4" fmla="*/ 249749 w 331788"/>
                <a:gd name="connsiteY4" fmla="*/ 241301 h 311151"/>
                <a:gd name="connsiteX5" fmla="*/ 260081 w 331788"/>
                <a:gd name="connsiteY5" fmla="*/ 236027 h 311151"/>
                <a:gd name="connsiteX6" fmla="*/ 288495 w 331788"/>
                <a:gd name="connsiteY6" fmla="*/ 236027 h 311151"/>
                <a:gd name="connsiteX7" fmla="*/ 307868 w 331788"/>
                <a:gd name="connsiteY7" fmla="*/ 236027 h 311151"/>
                <a:gd name="connsiteX8" fmla="*/ 314325 w 331788"/>
                <a:gd name="connsiteY8" fmla="*/ 229435 h 311151"/>
                <a:gd name="connsiteX9" fmla="*/ 307868 w 331788"/>
                <a:gd name="connsiteY9" fmla="*/ 221525 h 311151"/>
                <a:gd name="connsiteX10" fmla="*/ 260081 w 331788"/>
                <a:gd name="connsiteY10" fmla="*/ 221525 h 311151"/>
                <a:gd name="connsiteX11" fmla="*/ 257498 w 331788"/>
                <a:gd name="connsiteY11" fmla="*/ 218888 h 311151"/>
                <a:gd name="connsiteX12" fmla="*/ 257498 w 331788"/>
                <a:gd name="connsiteY12" fmla="*/ 171424 h 311151"/>
                <a:gd name="connsiteX13" fmla="*/ 249749 w 331788"/>
                <a:gd name="connsiteY13" fmla="*/ 163513 h 311151"/>
                <a:gd name="connsiteX14" fmla="*/ 250178 w 331788"/>
                <a:gd name="connsiteY14" fmla="*/ 147638 h 311151"/>
                <a:gd name="connsiteX15" fmla="*/ 289040 w 331788"/>
                <a:gd name="connsiteY15" fmla="*/ 158020 h 311151"/>
                <a:gd name="connsiteX16" fmla="*/ 331788 w 331788"/>
                <a:gd name="connsiteY16" fmla="*/ 229395 h 311151"/>
                <a:gd name="connsiteX17" fmla="*/ 250178 w 331788"/>
                <a:gd name="connsiteY17" fmla="*/ 311151 h 311151"/>
                <a:gd name="connsiteX18" fmla="*/ 175044 w 331788"/>
                <a:gd name="connsiteY18" fmla="*/ 260540 h 311151"/>
                <a:gd name="connsiteX19" fmla="*/ 169863 w 331788"/>
                <a:gd name="connsiteY19" fmla="*/ 229395 h 311151"/>
                <a:gd name="connsiteX20" fmla="*/ 250178 w 331788"/>
                <a:gd name="connsiteY20" fmla="*/ 147638 h 311151"/>
                <a:gd name="connsiteX21" fmla="*/ 22336 w 331788"/>
                <a:gd name="connsiteY21" fmla="*/ 44450 h 311151"/>
                <a:gd name="connsiteX22" fmla="*/ 15875 w 331788"/>
                <a:gd name="connsiteY22" fmla="*/ 49630 h 311151"/>
                <a:gd name="connsiteX23" fmla="*/ 15875 w 331788"/>
                <a:gd name="connsiteY23" fmla="*/ 93663 h 311151"/>
                <a:gd name="connsiteX24" fmla="*/ 273050 w 331788"/>
                <a:gd name="connsiteY24" fmla="*/ 93663 h 311151"/>
                <a:gd name="connsiteX25" fmla="*/ 273050 w 331788"/>
                <a:gd name="connsiteY25" fmla="*/ 49630 h 311151"/>
                <a:gd name="connsiteX26" fmla="*/ 267881 w 331788"/>
                <a:gd name="connsiteY26" fmla="*/ 44450 h 311151"/>
                <a:gd name="connsiteX27" fmla="*/ 245911 w 331788"/>
                <a:gd name="connsiteY27" fmla="*/ 44450 h 311151"/>
                <a:gd name="connsiteX28" fmla="*/ 245911 w 331788"/>
                <a:gd name="connsiteY28" fmla="*/ 53515 h 311151"/>
                <a:gd name="connsiteX29" fmla="*/ 231695 w 331788"/>
                <a:gd name="connsiteY29" fmla="*/ 67761 h 311151"/>
                <a:gd name="connsiteX30" fmla="*/ 212310 w 331788"/>
                <a:gd name="connsiteY30" fmla="*/ 67761 h 311151"/>
                <a:gd name="connsiteX31" fmla="*/ 198094 w 331788"/>
                <a:gd name="connsiteY31" fmla="*/ 53515 h 311151"/>
                <a:gd name="connsiteX32" fmla="*/ 198094 w 331788"/>
                <a:gd name="connsiteY32" fmla="*/ 44450 h 311151"/>
                <a:gd name="connsiteX33" fmla="*/ 168370 w 331788"/>
                <a:gd name="connsiteY33" fmla="*/ 44450 h 311151"/>
                <a:gd name="connsiteX34" fmla="*/ 168370 w 331788"/>
                <a:gd name="connsiteY34" fmla="*/ 53515 h 311151"/>
                <a:gd name="connsiteX35" fmla="*/ 154155 w 331788"/>
                <a:gd name="connsiteY35" fmla="*/ 67761 h 311151"/>
                <a:gd name="connsiteX36" fmla="*/ 134770 w 331788"/>
                <a:gd name="connsiteY36" fmla="*/ 67761 h 311151"/>
                <a:gd name="connsiteX37" fmla="*/ 120554 w 331788"/>
                <a:gd name="connsiteY37" fmla="*/ 53515 h 311151"/>
                <a:gd name="connsiteX38" fmla="*/ 120554 w 331788"/>
                <a:gd name="connsiteY38" fmla="*/ 44450 h 311151"/>
                <a:gd name="connsiteX39" fmla="*/ 92123 w 331788"/>
                <a:gd name="connsiteY39" fmla="*/ 44450 h 311151"/>
                <a:gd name="connsiteX40" fmla="*/ 92123 w 331788"/>
                <a:gd name="connsiteY40" fmla="*/ 53515 h 311151"/>
                <a:gd name="connsiteX41" fmla="*/ 77907 w 331788"/>
                <a:gd name="connsiteY41" fmla="*/ 67761 h 311151"/>
                <a:gd name="connsiteX42" fmla="*/ 58522 w 331788"/>
                <a:gd name="connsiteY42" fmla="*/ 67761 h 311151"/>
                <a:gd name="connsiteX43" fmla="*/ 44306 w 331788"/>
                <a:gd name="connsiteY43" fmla="*/ 53515 h 311151"/>
                <a:gd name="connsiteX44" fmla="*/ 44306 w 331788"/>
                <a:gd name="connsiteY44" fmla="*/ 44450 h 311151"/>
                <a:gd name="connsiteX45" fmla="*/ 22336 w 331788"/>
                <a:gd name="connsiteY45" fmla="*/ 44450 h 311151"/>
                <a:gd name="connsiteX46" fmla="*/ 58303 w 331788"/>
                <a:gd name="connsiteY46" fmla="*/ 0 h 311151"/>
                <a:gd name="connsiteX47" fmla="*/ 77737 w 331788"/>
                <a:gd name="connsiteY47" fmla="*/ 0 h 311151"/>
                <a:gd name="connsiteX48" fmla="*/ 91989 w 331788"/>
                <a:gd name="connsiteY48" fmla="*/ 14248 h 311151"/>
                <a:gd name="connsiteX49" fmla="*/ 91989 w 331788"/>
                <a:gd name="connsiteY49" fmla="*/ 29791 h 311151"/>
                <a:gd name="connsiteX50" fmla="*/ 120493 w 331788"/>
                <a:gd name="connsiteY50" fmla="*/ 29791 h 311151"/>
                <a:gd name="connsiteX51" fmla="*/ 120493 w 331788"/>
                <a:gd name="connsiteY51" fmla="*/ 14248 h 311151"/>
                <a:gd name="connsiteX52" fmla="*/ 134745 w 331788"/>
                <a:gd name="connsiteY52" fmla="*/ 0 h 311151"/>
                <a:gd name="connsiteX53" fmla="*/ 154179 w 331788"/>
                <a:gd name="connsiteY53" fmla="*/ 0 h 311151"/>
                <a:gd name="connsiteX54" fmla="*/ 168431 w 331788"/>
                <a:gd name="connsiteY54" fmla="*/ 14248 h 311151"/>
                <a:gd name="connsiteX55" fmla="*/ 168431 w 331788"/>
                <a:gd name="connsiteY55" fmla="*/ 29791 h 311151"/>
                <a:gd name="connsiteX56" fmla="*/ 198231 w 331788"/>
                <a:gd name="connsiteY56" fmla="*/ 29791 h 311151"/>
                <a:gd name="connsiteX57" fmla="*/ 198231 w 331788"/>
                <a:gd name="connsiteY57" fmla="*/ 14248 h 311151"/>
                <a:gd name="connsiteX58" fmla="*/ 212483 w 331788"/>
                <a:gd name="connsiteY58" fmla="*/ 0 h 311151"/>
                <a:gd name="connsiteX59" fmla="*/ 231917 w 331788"/>
                <a:gd name="connsiteY59" fmla="*/ 0 h 311151"/>
                <a:gd name="connsiteX60" fmla="*/ 246170 w 331788"/>
                <a:gd name="connsiteY60" fmla="*/ 14248 h 311151"/>
                <a:gd name="connsiteX61" fmla="*/ 246170 w 331788"/>
                <a:gd name="connsiteY61" fmla="*/ 29791 h 311151"/>
                <a:gd name="connsiteX62" fmla="*/ 268195 w 331788"/>
                <a:gd name="connsiteY62" fmla="*/ 29791 h 311151"/>
                <a:gd name="connsiteX63" fmla="*/ 288925 w 331788"/>
                <a:gd name="connsiteY63" fmla="*/ 50516 h 311151"/>
                <a:gd name="connsiteX64" fmla="*/ 288925 w 331788"/>
                <a:gd name="connsiteY64" fmla="*/ 146366 h 311151"/>
                <a:gd name="connsiteX65" fmla="*/ 286334 w 331788"/>
                <a:gd name="connsiteY65" fmla="*/ 143775 h 311151"/>
                <a:gd name="connsiteX66" fmla="*/ 250056 w 331788"/>
                <a:gd name="connsiteY66" fmla="*/ 137299 h 311151"/>
                <a:gd name="connsiteX67" fmla="*/ 215074 w 331788"/>
                <a:gd name="connsiteY67" fmla="*/ 143775 h 311151"/>
                <a:gd name="connsiteX68" fmla="*/ 185275 w 331788"/>
                <a:gd name="connsiteY68" fmla="*/ 164500 h 311151"/>
                <a:gd name="connsiteX69" fmla="*/ 165840 w 331788"/>
                <a:gd name="connsiteY69" fmla="*/ 192996 h 311151"/>
                <a:gd name="connsiteX70" fmla="*/ 158066 w 331788"/>
                <a:gd name="connsiteY70" fmla="*/ 229264 h 311151"/>
                <a:gd name="connsiteX71" fmla="*/ 163249 w 331788"/>
                <a:gd name="connsiteY71" fmla="*/ 260350 h 311151"/>
                <a:gd name="connsiteX72" fmla="*/ 22025 w 331788"/>
                <a:gd name="connsiteY72" fmla="*/ 260350 h 311151"/>
                <a:gd name="connsiteX73" fmla="*/ 0 w 331788"/>
                <a:gd name="connsiteY73" fmla="*/ 238330 h 311151"/>
                <a:gd name="connsiteX74" fmla="*/ 0 w 331788"/>
                <a:gd name="connsiteY74" fmla="*/ 50516 h 311151"/>
                <a:gd name="connsiteX75" fmla="*/ 22025 w 331788"/>
                <a:gd name="connsiteY75" fmla="*/ 29791 h 311151"/>
                <a:gd name="connsiteX76" fmla="*/ 44051 w 331788"/>
                <a:gd name="connsiteY76" fmla="*/ 29791 h 311151"/>
                <a:gd name="connsiteX77" fmla="*/ 44051 w 331788"/>
                <a:gd name="connsiteY77" fmla="*/ 14248 h 311151"/>
                <a:gd name="connsiteX78" fmla="*/ 58303 w 331788"/>
                <a:gd name="connsiteY78" fmla="*/ 0 h 311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311151">
                  <a:moveTo>
                    <a:pt x="249749" y="163513"/>
                  </a:moveTo>
                  <a:cubicBezTo>
                    <a:pt x="245874" y="163513"/>
                    <a:pt x="243291" y="167468"/>
                    <a:pt x="243291" y="171424"/>
                  </a:cubicBezTo>
                  <a:cubicBezTo>
                    <a:pt x="243291" y="171424"/>
                    <a:pt x="243291" y="171424"/>
                    <a:pt x="243291" y="218888"/>
                  </a:cubicBezTo>
                  <a:cubicBezTo>
                    <a:pt x="239417" y="221525"/>
                    <a:pt x="238125" y="225480"/>
                    <a:pt x="238125" y="229435"/>
                  </a:cubicBezTo>
                  <a:cubicBezTo>
                    <a:pt x="238125" y="236027"/>
                    <a:pt x="243291" y="241301"/>
                    <a:pt x="249749" y="241301"/>
                  </a:cubicBezTo>
                  <a:cubicBezTo>
                    <a:pt x="253624" y="241301"/>
                    <a:pt x="257498" y="239983"/>
                    <a:pt x="260081" y="236027"/>
                  </a:cubicBezTo>
                  <a:cubicBezTo>
                    <a:pt x="260081" y="236027"/>
                    <a:pt x="260081" y="236027"/>
                    <a:pt x="288495" y="236027"/>
                  </a:cubicBezTo>
                  <a:lnTo>
                    <a:pt x="307868" y="236027"/>
                  </a:lnTo>
                  <a:cubicBezTo>
                    <a:pt x="311742" y="236027"/>
                    <a:pt x="314325" y="233390"/>
                    <a:pt x="314325" y="229435"/>
                  </a:cubicBezTo>
                  <a:cubicBezTo>
                    <a:pt x="314325" y="225480"/>
                    <a:pt x="311742" y="221525"/>
                    <a:pt x="307868" y="221525"/>
                  </a:cubicBezTo>
                  <a:cubicBezTo>
                    <a:pt x="307868" y="221525"/>
                    <a:pt x="307868" y="221525"/>
                    <a:pt x="260081" y="221525"/>
                  </a:cubicBezTo>
                  <a:cubicBezTo>
                    <a:pt x="258790" y="221525"/>
                    <a:pt x="257498" y="220206"/>
                    <a:pt x="257498" y="218888"/>
                  </a:cubicBezTo>
                  <a:cubicBezTo>
                    <a:pt x="257498" y="218888"/>
                    <a:pt x="257498" y="218888"/>
                    <a:pt x="257498" y="171424"/>
                  </a:cubicBezTo>
                  <a:cubicBezTo>
                    <a:pt x="257498" y="167468"/>
                    <a:pt x="253624" y="163513"/>
                    <a:pt x="249749" y="163513"/>
                  </a:cubicBezTo>
                  <a:close/>
                  <a:moveTo>
                    <a:pt x="250178" y="147638"/>
                  </a:moveTo>
                  <a:cubicBezTo>
                    <a:pt x="264427" y="147638"/>
                    <a:pt x="277381" y="151531"/>
                    <a:pt x="289040" y="158020"/>
                  </a:cubicBezTo>
                  <a:cubicBezTo>
                    <a:pt x="314948" y="172295"/>
                    <a:pt x="331788" y="198249"/>
                    <a:pt x="331788" y="229395"/>
                  </a:cubicBezTo>
                  <a:cubicBezTo>
                    <a:pt x="331788" y="274815"/>
                    <a:pt x="295517" y="311151"/>
                    <a:pt x="250178" y="311151"/>
                  </a:cubicBezTo>
                  <a:cubicBezTo>
                    <a:pt x="216497" y="311151"/>
                    <a:pt x="186703" y="289090"/>
                    <a:pt x="175044" y="260540"/>
                  </a:cubicBezTo>
                  <a:cubicBezTo>
                    <a:pt x="171158" y="250158"/>
                    <a:pt x="169863" y="239776"/>
                    <a:pt x="169863" y="229395"/>
                  </a:cubicBezTo>
                  <a:cubicBezTo>
                    <a:pt x="169863" y="183974"/>
                    <a:pt x="206134" y="147638"/>
                    <a:pt x="250178" y="147638"/>
                  </a:cubicBezTo>
                  <a:close/>
                  <a:moveTo>
                    <a:pt x="22336" y="44450"/>
                  </a:moveTo>
                  <a:cubicBezTo>
                    <a:pt x="18459" y="44450"/>
                    <a:pt x="15875" y="47040"/>
                    <a:pt x="15875" y="49630"/>
                  </a:cubicBezTo>
                  <a:lnTo>
                    <a:pt x="15875" y="93663"/>
                  </a:lnTo>
                  <a:cubicBezTo>
                    <a:pt x="15875" y="93663"/>
                    <a:pt x="15875" y="93663"/>
                    <a:pt x="273050" y="93663"/>
                  </a:cubicBezTo>
                  <a:cubicBezTo>
                    <a:pt x="273050" y="93663"/>
                    <a:pt x="273050" y="93663"/>
                    <a:pt x="273050" y="49630"/>
                  </a:cubicBezTo>
                  <a:cubicBezTo>
                    <a:pt x="273050" y="47040"/>
                    <a:pt x="270466" y="44450"/>
                    <a:pt x="267881" y="44450"/>
                  </a:cubicBezTo>
                  <a:cubicBezTo>
                    <a:pt x="267881" y="44450"/>
                    <a:pt x="267881" y="44450"/>
                    <a:pt x="245911" y="44450"/>
                  </a:cubicBezTo>
                  <a:cubicBezTo>
                    <a:pt x="245911" y="44450"/>
                    <a:pt x="245911" y="44450"/>
                    <a:pt x="245911" y="53515"/>
                  </a:cubicBezTo>
                  <a:cubicBezTo>
                    <a:pt x="245911" y="61286"/>
                    <a:pt x="239449" y="67761"/>
                    <a:pt x="231695" y="67761"/>
                  </a:cubicBezTo>
                  <a:cubicBezTo>
                    <a:pt x="231695" y="67761"/>
                    <a:pt x="231695" y="67761"/>
                    <a:pt x="212310" y="67761"/>
                  </a:cubicBezTo>
                  <a:cubicBezTo>
                    <a:pt x="204556" y="67761"/>
                    <a:pt x="198094" y="61286"/>
                    <a:pt x="198094" y="53515"/>
                  </a:cubicBezTo>
                  <a:cubicBezTo>
                    <a:pt x="198094" y="53515"/>
                    <a:pt x="198094" y="53515"/>
                    <a:pt x="198094" y="44450"/>
                  </a:cubicBezTo>
                  <a:cubicBezTo>
                    <a:pt x="198094" y="44450"/>
                    <a:pt x="198094" y="44450"/>
                    <a:pt x="168370" y="44450"/>
                  </a:cubicBezTo>
                  <a:cubicBezTo>
                    <a:pt x="168370" y="44450"/>
                    <a:pt x="168370" y="44450"/>
                    <a:pt x="168370" y="53515"/>
                  </a:cubicBezTo>
                  <a:cubicBezTo>
                    <a:pt x="168370" y="61286"/>
                    <a:pt x="161909" y="67761"/>
                    <a:pt x="154155" y="67761"/>
                  </a:cubicBezTo>
                  <a:cubicBezTo>
                    <a:pt x="154155" y="67761"/>
                    <a:pt x="154155" y="67761"/>
                    <a:pt x="134770" y="67761"/>
                  </a:cubicBezTo>
                  <a:cubicBezTo>
                    <a:pt x="127016" y="67761"/>
                    <a:pt x="120554" y="61286"/>
                    <a:pt x="120554" y="53515"/>
                  </a:cubicBezTo>
                  <a:cubicBezTo>
                    <a:pt x="120554" y="53515"/>
                    <a:pt x="120554" y="53515"/>
                    <a:pt x="120554" y="44450"/>
                  </a:cubicBezTo>
                  <a:cubicBezTo>
                    <a:pt x="120554" y="44450"/>
                    <a:pt x="120554" y="44450"/>
                    <a:pt x="92123" y="44450"/>
                  </a:cubicBezTo>
                  <a:cubicBezTo>
                    <a:pt x="92123" y="44450"/>
                    <a:pt x="92123" y="44450"/>
                    <a:pt x="92123" y="53515"/>
                  </a:cubicBezTo>
                  <a:cubicBezTo>
                    <a:pt x="92123" y="61286"/>
                    <a:pt x="85661" y="67761"/>
                    <a:pt x="77907" y="67761"/>
                  </a:cubicBezTo>
                  <a:cubicBezTo>
                    <a:pt x="77907" y="67761"/>
                    <a:pt x="77907" y="67761"/>
                    <a:pt x="58522" y="67761"/>
                  </a:cubicBezTo>
                  <a:cubicBezTo>
                    <a:pt x="50768" y="67761"/>
                    <a:pt x="44306" y="61286"/>
                    <a:pt x="44306" y="53515"/>
                  </a:cubicBezTo>
                  <a:cubicBezTo>
                    <a:pt x="44306" y="53515"/>
                    <a:pt x="44306" y="53515"/>
                    <a:pt x="44306" y="44450"/>
                  </a:cubicBezTo>
                  <a:cubicBezTo>
                    <a:pt x="44306" y="44450"/>
                    <a:pt x="44306" y="44450"/>
                    <a:pt x="22336" y="44450"/>
                  </a:cubicBezTo>
                  <a:close/>
                  <a:moveTo>
                    <a:pt x="58303" y="0"/>
                  </a:moveTo>
                  <a:cubicBezTo>
                    <a:pt x="58303" y="0"/>
                    <a:pt x="58303" y="0"/>
                    <a:pt x="77737" y="0"/>
                  </a:cubicBezTo>
                  <a:cubicBezTo>
                    <a:pt x="85511" y="0"/>
                    <a:pt x="91989" y="6476"/>
                    <a:pt x="91989" y="14248"/>
                  </a:cubicBezTo>
                  <a:cubicBezTo>
                    <a:pt x="91989" y="14248"/>
                    <a:pt x="91989" y="14248"/>
                    <a:pt x="91989" y="29791"/>
                  </a:cubicBezTo>
                  <a:cubicBezTo>
                    <a:pt x="91989" y="29791"/>
                    <a:pt x="91989" y="29791"/>
                    <a:pt x="120493" y="29791"/>
                  </a:cubicBezTo>
                  <a:cubicBezTo>
                    <a:pt x="120493" y="29791"/>
                    <a:pt x="120493" y="29791"/>
                    <a:pt x="120493" y="14248"/>
                  </a:cubicBezTo>
                  <a:cubicBezTo>
                    <a:pt x="120493" y="6476"/>
                    <a:pt x="126971" y="0"/>
                    <a:pt x="134745" y="0"/>
                  </a:cubicBezTo>
                  <a:cubicBezTo>
                    <a:pt x="134745" y="0"/>
                    <a:pt x="134745" y="0"/>
                    <a:pt x="154179" y="0"/>
                  </a:cubicBezTo>
                  <a:cubicBezTo>
                    <a:pt x="161953" y="0"/>
                    <a:pt x="168431" y="6476"/>
                    <a:pt x="168431" y="14248"/>
                  </a:cubicBezTo>
                  <a:cubicBezTo>
                    <a:pt x="168431" y="14248"/>
                    <a:pt x="168431" y="14248"/>
                    <a:pt x="168431" y="29791"/>
                  </a:cubicBezTo>
                  <a:cubicBezTo>
                    <a:pt x="168431" y="29791"/>
                    <a:pt x="168431" y="29791"/>
                    <a:pt x="198231" y="29791"/>
                  </a:cubicBezTo>
                  <a:cubicBezTo>
                    <a:pt x="198231" y="29791"/>
                    <a:pt x="198231" y="29791"/>
                    <a:pt x="198231" y="14248"/>
                  </a:cubicBezTo>
                  <a:cubicBezTo>
                    <a:pt x="198231" y="6476"/>
                    <a:pt x="204709" y="0"/>
                    <a:pt x="212483" y="0"/>
                  </a:cubicBezTo>
                  <a:cubicBezTo>
                    <a:pt x="212483" y="0"/>
                    <a:pt x="212483" y="0"/>
                    <a:pt x="231917" y="0"/>
                  </a:cubicBezTo>
                  <a:cubicBezTo>
                    <a:pt x="239691" y="0"/>
                    <a:pt x="246170" y="6476"/>
                    <a:pt x="246170" y="14248"/>
                  </a:cubicBezTo>
                  <a:cubicBezTo>
                    <a:pt x="246170" y="14248"/>
                    <a:pt x="246170" y="14248"/>
                    <a:pt x="246170" y="29791"/>
                  </a:cubicBezTo>
                  <a:cubicBezTo>
                    <a:pt x="246170" y="29791"/>
                    <a:pt x="246170" y="29791"/>
                    <a:pt x="268195" y="29791"/>
                  </a:cubicBezTo>
                  <a:cubicBezTo>
                    <a:pt x="279856" y="29791"/>
                    <a:pt x="288925" y="38858"/>
                    <a:pt x="288925" y="50516"/>
                  </a:cubicBezTo>
                  <a:cubicBezTo>
                    <a:pt x="288925" y="50516"/>
                    <a:pt x="288925" y="50516"/>
                    <a:pt x="288925" y="146366"/>
                  </a:cubicBezTo>
                  <a:cubicBezTo>
                    <a:pt x="288925" y="145071"/>
                    <a:pt x="287630" y="145071"/>
                    <a:pt x="286334" y="143775"/>
                  </a:cubicBezTo>
                  <a:cubicBezTo>
                    <a:pt x="274673" y="139889"/>
                    <a:pt x="263013" y="137299"/>
                    <a:pt x="250056" y="137299"/>
                  </a:cubicBezTo>
                  <a:cubicBezTo>
                    <a:pt x="238396" y="137299"/>
                    <a:pt x="225439" y="139889"/>
                    <a:pt x="215074" y="143775"/>
                  </a:cubicBezTo>
                  <a:cubicBezTo>
                    <a:pt x="203413" y="148956"/>
                    <a:pt x="194344" y="155433"/>
                    <a:pt x="185275" y="164500"/>
                  </a:cubicBezTo>
                  <a:cubicBezTo>
                    <a:pt x="177501" y="172272"/>
                    <a:pt x="169727" y="182634"/>
                    <a:pt x="165840" y="192996"/>
                  </a:cubicBezTo>
                  <a:cubicBezTo>
                    <a:pt x="160658" y="204653"/>
                    <a:pt x="158066" y="216311"/>
                    <a:pt x="158066" y="229264"/>
                  </a:cubicBezTo>
                  <a:cubicBezTo>
                    <a:pt x="158066" y="239626"/>
                    <a:pt x="160658" y="249988"/>
                    <a:pt x="163249" y="260350"/>
                  </a:cubicBezTo>
                  <a:cubicBezTo>
                    <a:pt x="163249" y="260350"/>
                    <a:pt x="163249" y="260350"/>
                    <a:pt x="22025" y="260350"/>
                  </a:cubicBezTo>
                  <a:cubicBezTo>
                    <a:pt x="9069" y="260350"/>
                    <a:pt x="0" y="249988"/>
                    <a:pt x="0" y="238330"/>
                  </a:cubicBezTo>
                  <a:cubicBezTo>
                    <a:pt x="0" y="238330"/>
                    <a:pt x="0" y="238330"/>
                    <a:pt x="0" y="50516"/>
                  </a:cubicBezTo>
                  <a:cubicBezTo>
                    <a:pt x="0" y="38858"/>
                    <a:pt x="9069" y="29791"/>
                    <a:pt x="22025" y="29791"/>
                  </a:cubicBezTo>
                  <a:cubicBezTo>
                    <a:pt x="22025" y="29791"/>
                    <a:pt x="22025" y="29791"/>
                    <a:pt x="44051" y="29791"/>
                  </a:cubicBezTo>
                  <a:cubicBezTo>
                    <a:pt x="44051" y="29791"/>
                    <a:pt x="44051" y="29791"/>
                    <a:pt x="44051" y="14248"/>
                  </a:cubicBezTo>
                  <a:cubicBezTo>
                    <a:pt x="44051" y="6476"/>
                    <a:pt x="50529" y="0"/>
                    <a:pt x="58303" y="0"/>
                  </a:cubicBezTo>
                  <a:close/>
                </a:path>
              </a:pathLst>
            </a:custGeom>
            <a:solidFill>
              <a:schemeClr val="accent4"/>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grpSp>
      <p:sp>
        <p:nvSpPr>
          <p:cNvPr id="17" name="文本框 11">
            <a:extLst>
              <a:ext uri="{FF2B5EF4-FFF2-40B4-BE49-F238E27FC236}">
                <a16:creationId xmlns:a16="http://schemas.microsoft.com/office/drawing/2014/main" id="{C9BD2F7B-3F77-4C00-A03B-0C17F27D1349}"/>
              </a:ext>
            </a:extLst>
          </p:cNvPr>
          <p:cNvSpPr txBox="1"/>
          <p:nvPr/>
        </p:nvSpPr>
        <p:spPr>
          <a:xfrm>
            <a:off x="5088019" y="5275665"/>
            <a:ext cx="3698795" cy="369332"/>
          </a:xfrm>
          <a:prstGeom prst="rect">
            <a:avLst/>
          </a:prstGeom>
          <a:noFill/>
        </p:spPr>
        <p:txBody>
          <a:bodyPr wrap="square" rtlCol="0">
            <a:spAutoFit/>
            <a:scene3d>
              <a:camera prst="orthographicFront"/>
              <a:lightRig rig="threePt" dir="t"/>
            </a:scene3d>
            <a:sp3d contourW="12700"/>
          </a:bodyPr>
          <a:lstStyle/>
          <a:p>
            <a:r>
              <a:rPr lang="en-US" altLang="zh-CN" b="1" dirty="0">
                <a:solidFill>
                  <a:schemeClr val="bg2">
                    <a:lumMod val="50000"/>
                  </a:schemeClr>
                </a:solidFill>
                <a:latin typeface="Cambria" panose="02040503050406030204" pitchFamily="18" charset="0"/>
              </a:rPr>
              <a:t>HỌC KỲ I – NĂM HỌC 2025-2026</a:t>
            </a:r>
          </a:p>
        </p:txBody>
      </p:sp>
      <p:sp>
        <p:nvSpPr>
          <p:cNvPr id="20" name="椭圆 13">
            <a:extLst>
              <a:ext uri="{FF2B5EF4-FFF2-40B4-BE49-F238E27FC236}">
                <a16:creationId xmlns:a16="http://schemas.microsoft.com/office/drawing/2014/main" id="{CDAA027D-F144-4D14-B4A5-F6916DF57A23}"/>
              </a:ext>
            </a:extLst>
          </p:cNvPr>
          <p:cNvSpPr/>
          <p:nvPr/>
        </p:nvSpPr>
        <p:spPr>
          <a:xfrm>
            <a:off x="4520692" y="5953768"/>
            <a:ext cx="416937" cy="416934"/>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2" name="椭圆 11"/>
          <p:cNvSpPr/>
          <p:nvPr/>
        </p:nvSpPr>
        <p:spPr>
          <a:xfrm>
            <a:off x="4614254" y="6043476"/>
            <a:ext cx="229812" cy="237518"/>
          </a:xfrm>
          <a:custGeom>
            <a:avLst/>
            <a:gdLst>
              <a:gd name="connsiteX0" fmla="*/ 145025 w 331788"/>
              <a:gd name="connsiteY0" fmla="*/ 104594 h 331536"/>
              <a:gd name="connsiteX1" fmla="*/ 198438 w 331788"/>
              <a:gd name="connsiteY1" fmla="*/ 123670 h 331536"/>
              <a:gd name="connsiteX2" fmla="*/ 198438 w 331788"/>
              <a:gd name="connsiteY2" fmla="*/ 152614 h 331536"/>
              <a:gd name="connsiteX3" fmla="*/ 169334 w 331788"/>
              <a:gd name="connsiteY3" fmla="*/ 152614 h 331536"/>
              <a:gd name="connsiteX4" fmla="*/ 113771 w 331788"/>
              <a:gd name="connsiteY4" fmla="*/ 167085 h 331536"/>
              <a:gd name="connsiteX5" fmla="*/ 51594 w 331788"/>
              <a:gd name="connsiteY5" fmla="*/ 227603 h 331536"/>
              <a:gd name="connsiteX6" fmla="*/ 41010 w 331788"/>
              <a:gd name="connsiteY6" fmla="*/ 253915 h 331536"/>
              <a:gd name="connsiteX7" fmla="*/ 51594 w 331788"/>
              <a:gd name="connsiteY7" fmla="*/ 280228 h 331536"/>
              <a:gd name="connsiteX8" fmla="*/ 105833 w 331788"/>
              <a:gd name="connsiteY8" fmla="*/ 280228 h 331536"/>
              <a:gd name="connsiteX9" fmla="*/ 121708 w 331788"/>
              <a:gd name="connsiteY9" fmla="*/ 263125 h 331536"/>
              <a:gd name="connsiteX10" fmla="*/ 150813 w 331788"/>
              <a:gd name="connsiteY10" fmla="*/ 263125 h 331536"/>
              <a:gd name="connsiteX11" fmla="*/ 150813 w 331788"/>
              <a:gd name="connsiteY11" fmla="*/ 292068 h 331536"/>
              <a:gd name="connsiteX12" fmla="*/ 134938 w 331788"/>
              <a:gd name="connsiteY12" fmla="*/ 309171 h 331536"/>
              <a:gd name="connsiteX13" fmla="*/ 78052 w 331788"/>
              <a:gd name="connsiteY13" fmla="*/ 331536 h 331536"/>
              <a:gd name="connsiteX14" fmla="*/ 22489 w 331788"/>
              <a:gd name="connsiteY14" fmla="*/ 309171 h 331536"/>
              <a:gd name="connsiteX15" fmla="*/ 0 w 331788"/>
              <a:gd name="connsiteY15" fmla="*/ 253915 h 331536"/>
              <a:gd name="connsiteX16" fmla="*/ 22489 w 331788"/>
              <a:gd name="connsiteY16" fmla="*/ 198660 h 331536"/>
              <a:gd name="connsiteX17" fmla="*/ 84666 w 331788"/>
              <a:gd name="connsiteY17" fmla="*/ 136826 h 331536"/>
              <a:gd name="connsiteX18" fmla="*/ 145025 w 331788"/>
              <a:gd name="connsiteY18" fmla="*/ 104594 h 331536"/>
              <a:gd name="connsiteX19" fmla="*/ 254829 w 331788"/>
              <a:gd name="connsiteY19" fmla="*/ 43 h 331536"/>
              <a:gd name="connsiteX20" fmla="*/ 309472 w 331788"/>
              <a:gd name="connsiteY20" fmla="*/ 24739 h 331536"/>
              <a:gd name="connsiteX21" fmla="*/ 331788 w 331788"/>
              <a:gd name="connsiteY21" fmla="*/ 80057 h 331536"/>
              <a:gd name="connsiteX22" fmla="*/ 309472 w 331788"/>
              <a:gd name="connsiteY22" fmla="*/ 135376 h 331536"/>
              <a:gd name="connsiteX23" fmla="*/ 242522 w 331788"/>
              <a:gd name="connsiteY23" fmla="*/ 199914 h 331536"/>
              <a:gd name="connsiteX24" fmla="*/ 180823 w 331788"/>
              <a:gd name="connsiteY24" fmla="*/ 231524 h 331536"/>
              <a:gd name="connsiteX25" fmla="*/ 134877 w 331788"/>
              <a:gd name="connsiteY25" fmla="*/ 210451 h 331536"/>
              <a:gd name="connsiteX26" fmla="*/ 134877 w 331788"/>
              <a:gd name="connsiteY26" fmla="*/ 181474 h 331536"/>
              <a:gd name="connsiteX27" fmla="*/ 163757 w 331788"/>
              <a:gd name="connsiteY27" fmla="*/ 181474 h 331536"/>
              <a:gd name="connsiteX28" fmla="*/ 213641 w 331788"/>
              <a:gd name="connsiteY28" fmla="*/ 170937 h 331536"/>
              <a:gd name="connsiteX29" fmla="*/ 280591 w 331788"/>
              <a:gd name="connsiteY29" fmla="*/ 106399 h 331536"/>
              <a:gd name="connsiteX30" fmla="*/ 291093 w 331788"/>
              <a:gd name="connsiteY30" fmla="*/ 80057 h 331536"/>
              <a:gd name="connsiteX31" fmla="*/ 280591 w 331788"/>
              <a:gd name="connsiteY31" fmla="*/ 53715 h 331536"/>
              <a:gd name="connsiteX32" fmla="*/ 232020 w 331788"/>
              <a:gd name="connsiteY32" fmla="*/ 49764 h 331536"/>
              <a:gd name="connsiteX33" fmla="*/ 211016 w 331788"/>
              <a:gd name="connsiteY33" fmla="*/ 70838 h 331536"/>
              <a:gd name="connsiteX34" fmla="*/ 182135 w 331788"/>
              <a:gd name="connsiteY34" fmla="*/ 70838 h 331536"/>
              <a:gd name="connsiteX35" fmla="*/ 182135 w 331788"/>
              <a:gd name="connsiteY35" fmla="*/ 41861 h 331536"/>
              <a:gd name="connsiteX36" fmla="*/ 203139 w 331788"/>
              <a:gd name="connsiteY36" fmla="*/ 20788 h 331536"/>
              <a:gd name="connsiteX37" fmla="*/ 254829 w 331788"/>
              <a:gd name="connsiteY37" fmla="*/ 43 h 3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31788" h="331536">
                <a:moveTo>
                  <a:pt x="145025" y="104594"/>
                </a:moveTo>
                <a:cubicBezTo>
                  <a:pt x="164703" y="102292"/>
                  <a:pt x="183224" y="108541"/>
                  <a:pt x="198438" y="123670"/>
                </a:cubicBezTo>
                <a:cubicBezTo>
                  <a:pt x="206375" y="131564"/>
                  <a:pt x="206375" y="144720"/>
                  <a:pt x="198438" y="152614"/>
                </a:cubicBezTo>
                <a:cubicBezTo>
                  <a:pt x="190500" y="160507"/>
                  <a:pt x="177271" y="160507"/>
                  <a:pt x="169334" y="152614"/>
                </a:cubicBezTo>
                <a:cubicBezTo>
                  <a:pt x="150813" y="135511"/>
                  <a:pt x="127000" y="153929"/>
                  <a:pt x="113771" y="167085"/>
                </a:cubicBezTo>
                <a:cubicBezTo>
                  <a:pt x="113771" y="167085"/>
                  <a:pt x="113771" y="167085"/>
                  <a:pt x="51594" y="227603"/>
                </a:cubicBezTo>
                <a:cubicBezTo>
                  <a:pt x="44979" y="234181"/>
                  <a:pt x="41010" y="243391"/>
                  <a:pt x="41010" y="253915"/>
                </a:cubicBezTo>
                <a:cubicBezTo>
                  <a:pt x="41010" y="263125"/>
                  <a:pt x="44979" y="272334"/>
                  <a:pt x="51594" y="280228"/>
                </a:cubicBezTo>
                <a:cubicBezTo>
                  <a:pt x="66146" y="294699"/>
                  <a:pt x="89958" y="294699"/>
                  <a:pt x="105833" y="280228"/>
                </a:cubicBezTo>
                <a:cubicBezTo>
                  <a:pt x="105833" y="280228"/>
                  <a:pt x="105833" y="280228"/>
                  <a:pt x="121708" y="263125"/>
                </a:cubicBezTo>
                <a:cubicBezTo>
                  <a:pt x="129646" y="255231"/>
                  <a:pt x="142875" y="255231"/>
                  <a:pt x="150813" y="263125"/>
                </a:cubicBezTo>
                <a:cubicBezTo>
                  <a:pt x="158750" y="271018"/>
                  <a:pt x="158750" y="284174"/>
                  <a:pt x="150813" y="292068"/>
                </a:cubicBezTo>
                <a:cubicBezTo>
                  <a:pt x="150813" y="292068"/>
                  <a:pt x="150813" y="292068"/>
                  <a:pt x="134938" y="309171"/>
                </a:cubicBezTo>
                <a:cubicBezTo>
                  <a:pt x="119062" y="323643"/>
                  <a:pt x="99219" y="331536"/>
                  <a:pt x="78052" y="331536"/>
                </a:cubicBezTo>
                <a:cubicBezTo>
                  <a:pt x="58208" y="331536"/>
                  <a:pt x="38364" y="323643"/>
                  <a:pt x="22489" y="309171"/>
                </a:cubicBezTo>
                <a:cubicBezTo>
                  <a:pt x="7937" y="294699"/>
                  <a:pt x="0" y="274965"/>
                  <a:pt x="0" y="253915"/>
                </a:cubicBezTo>
                <a:cubicBezTo>
                  <a:pt x="0" y="232866"/>
                  <a:pt x="7937" y="213132"/>
                  <a:pt x="22489" y="198660"/>
                </a:cubicBezTo>
                <a:cubicBezTo>
                  <a:pt x="22489" y="198660"/>
                  <a:pt x="22489" y="198660"/>
                  <a:pt x="84666" y="136826"/>
                </a:cubicBezTo>
                <a:cubicBezTo>
                  <a:pt x="104510" y="117750"/>
                  <a:pt x="125346" y="106896"/>
                  <a:pt x="145025" y="104594"/>
                </a:cubicBezTo>
                <a:close/>
                <a:moveTo>
                  <a:pt x="254829" y="43"/>
                </a:moveTo>
                <a:cubicBezTo>
                  <a:pt x="273700" y="702"/>
                  <a:pt x="293063" y="8934"/>
                  <a:pt x="309472" y="24739"/>
                </a:cubicBezTo>
                <a:cubicBezTo>
                  <a:pt x="323912" y="39227"/>
                  <a:pt x="331788" y="58984"/>
                  <a:pt x="331788" y="80057"/>
                </a:cubicBezTo>
                <a:cubicBezTo>
                  <a:pt x="331788" y="101131"/>
                  <a:pt x="323912" y="120887"/>
                  <a:pt x="309472" y="135376"/>
                </a:cubicBezTo>
                <a:cubicBezTo>
                  <a:pt x="309472" y="135376"/>
                  <a:pt x="309472" y="135376"/>
                  <a:pt x="242522" y="199914"/>
                </a:cubicBezTo>
                <a:cubicBezTo>
                  <a:pt x="222831" y="220987"/>
                  <a:pt x="201827" y="231524"/>
                  <a:pt x="180823" y="231524"/>
                </a:cubicBezTo>
                <a:cubicBezTo>
                  <a:pt x="165070" y="231524"/>
                  <a:pt x="149317" y="223622"/>
                  <a:pt x="134877" y="210451"/>
                </a:cubicBezTo>
                <a:cubicBezTo>
                  <a:pt x="127000" y="202548"/>
                  <a:pt x="127000" y="189377"/>
                  <a:pt x="134877" y="181474"/>
                </a:cubicBezTo>
                <a:cubicBezTo>
                  <a:pt x="142753" y="173572"/>
                  <a:pt x="155881" y="173572"/>
                  <a:pt x="163757" y="181474"/>
                </a:cubicBezTo>
                <a:cubicBezTo>
                  <a:pt x="170321" y="186743"/>
                  <a:pt x="184761" y="201231"/>
                  <a:pt x="213641" y="170937"/>
                </a:cubicBezTo>
                <a:cubicBezTo>
                  <a:pt x="213641" y="170937"/>
                  <a:pt x="213641" y="170937"/>
                  <a:pt x="280591" y="106399"/>
                </a:cubicBezTo>
                <a:cubicBezTo>
                  <a:pt x="287155" y="98497"/>
                  <a:pt x="291093" y="89277"/>
                  <a:pt x="291093" y="80057"/>
                </a:cubicBezTo>
                <a:cubicBezTo>
                  <a:pt x="291093" y="69520"/>
                  <a:pt x="287155" y="60301"/>
                  <a:pt x="280591" y="53715"/>
                </a:cubicBezTo>
                <a:cubicBezTo>
                  <a:pt x="267464" y="40544"/>
                  <a:pt x="246460" y="33959"/>
                  <a:pt x="232020" y="49764"/>
                </a:cubicBezTo>
                <a:cubicBezTo>
                  <a:pt x="232020" y="49764"/>
                  <a:pt x="232020" y="49764"/>
                  <a:pt x="211016" y="70838"/>
                </a:cubicBezTo>
                <a:cubicBezTo>
                  <a:pt x="203139" y="78740"/>
                  <a:pt x="190012" y="78740"/>
                  <a:pt x="182135" y="70838"/>
                </a:cubicBezTo>
                <a:cubicBezTo>
                  <a:pt x="174259" y="62935"/>
                  <a:pt x="174259" y="49764"/>
                  <a:pt x="182135" y="41861"/>
                </a:cubicBezTo>
                <a:cubicBezTo>
                  <a:pt x="182135" y="41861"/>
                  <a:pt x="182135" y="41861"/>
                  <a:pt x="203139" y="20788"/>
                </a:cubicBezTo>
                <a:cubicBezTo>
                  <a:pt x="217579" y="6300"/>
                  <a:pt x="235958" y="-615"/>
                  <a:pt x="254829" y="43"/>
                </a:cubicBezTo>
                <a:close/>
              </a:path>
            </a:pathLst>
          </a:custGeom>
          <a:solidFill>
            <a:schemeClr val="bg2">
              <a:lumMod val="2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bg2">
                  <a:lumMod val="50000"/>
                </a:schemeClr>
              </a:solidFill>
              <a:latin typeface="Calibri" panose="020F0502020204030204" pitchFamily="34" charset="0"/>
            </a:endParaRPr>
          </a:p>
        </p:txBody>
      </p:sp>
      <p:sp>
        <p:nvSpPr>
          <p:cNvPr id="23" name="文本框 11">
            <a:extLst>
              <a:ext uri="{FF2B5EF4-FFF2-40B4-BE49-F238E27FC236}">
                <a16:creationId xmlns:a16="http://schemas.microsoft.com/office/drawing/2014/main" id="{C9BD2F7B-3F77-4C00-A03B-0C17F27D1349}"/>
              </a:ext>
            </a:extLst>
          </p:cNvPr>
          <p:cNvSpPr txBox="1"/>
          <p:nvPr/>
        </p:nvSpPr>
        <p:spPr>
          <a:xfrm>
            <a:off x="5088019" y="5953768"/>
            <a:ext cx="3698795" cy="369332"/>
          </a:xfrm>
          <a:prstGeom prst="rect">
            <a:avLst/>
          </a:prstGeom>
          <a:noFill/>
        </p:spPr>
        <p:txBody>
          <a:bodyPr wrap="square" rtlCol="0">
            <a:spAutoFit/>
            <a:scene3d>
              <a:camera prst="orthographicFront"/>
              <a:lightRig rig="threePt" dir="t"/>
            </a:scene3d>
            <a:sp3d contourW="12700"/>
          </a:bodyPr>
          <a:lstStyle/>
          <a:p>
            <a:r>
              <a:rPr lang="en-US" altLang="zh-CN" b="1" dirty="0">
                <a:solidFill>
                  <a:schemeClr val="bg2">
                    <a:lumMod val="50000"/>
                  </a:schemeClr>
                </a:solidFill>
                <a:latin typeface="Cambria" panose="02040503050406030204" pitchFamily="18" charset="0"/>
              </a:rPr>
              <a:t>KHÓA 31-CNTT</a:t>
            </a:r>
          </a:p>
        </p:txBody>
      </p:sp>
      <p:sp>
        <p:nvSpPr>
          <p:cNvPr id="19" name="文本框 6">
            <a:extLst>
              <a:ext uri="{FF2B5EF4-FFF2-40B4-BE49-F238E27FC236}">
                <a16:creationId xmlns:a16="http://schemas.microsoft.com/office/drawing/2014/main" id="{CEF99411-4709-4D85-A7C3-945C4791A054}"/>
              </a:ext>
            </a:extLst>
          </p:cNvPr>
          <p:cNvSpPr txBox="1"/>
          <p:nvPr/>
        </p:nvSpPr>
        <p:spPr>
          <a:xfrm>
            <a:off x="1570950" y="2801118"/>
            <a:ext cx="10527265" cy="584775"/>
          </a:xfrm>
          <a:prstGeom prst="rect">
            <a:avLst/>
          </a:prstGeom>
          <a:noFill/>
        </p:spPr>
        <p:txBody>
          <a:bodyPr wrap="square" rtlCol="0">
            <a:spAutoFit/>
            <a:scene3d>
              <a:camera prst="orthographicFront"/>
              <a:lightRig rig="threePt" dir="t"/>
            </a:scene3d>
            <a:sp3d contourW="12700"/>
          </a:bodyPr>
          <a:lstStyle/>
          <a:p>
            <a:pPr algn="ctr"/>
            <a:r>
              <a:rPr lang="en-US" altLang="zh-CN" sz="3200" b="1" dirty="0">
                <a:solidFill>
                  <a:srgbClr val="D32F2F"/>
                </a:solidFill>
                <a:latin typeface="Cambria" panose="02040503050406030204" pitchFamily="18" charset="0"/>
                <a:ea typeface="Tahoma" panose="020B0604030504040204" pitchFamily="34" charset="0"/>
                <a:cs typeface="Tahoma" panose="020B0604030504040204" pitchFamily="34" charset="0"/>
              </a:rPr>
              <a:t>CHƯƠNG 1_1: TỔNG QUAN VỀ CNTT &amp; TRUYỀN THÔNG</a:t>
            </a:r>
          </a:p>
        </p:txBody>
      </p:sp>
    </p:spTree>
    <p:extLst>
      <p:ext uri="{BB962C8B-B14F-4D97-AF65-F5344CB8AC3E}">
        <p14:creationId xmlns:p14="http://schemas.microsoft.com/office/powerpoint/2010/main" val="367136365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timing>
    <p:tnLst>
      <p:par>
        <p:cTn id="1" dur="indefinite" restart="never" nodeType="tmRoot">
          <p:childTnLst>
            <p:audio>
              <p:cMediaNode vol="80000" numSld="999">
                <p:cTn id="2" repeatCount="indefinite" fill="hold" display="0">
                  <p:stCondLst>
                    <p:cond delay="indefinite"/>
                  </p:stCondLst>
                  <p:endCondLst>
                    <p:cond evt="onStopAudio" delay="0">
                      <p:tgtEl>
                        <p:sldTgt/>
                      </p:tgtEl>
                    </p:cond>
                  </p:endCondLst>
                </p:cTn>
                <p:tgtEl>
                  <p:spTgt spid="1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3E53-0264-04E9-C39D-05C325914B1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054E86D-A7B9-3C92-F0E0-C228409741B5}"/>
              </a:ext>
            </a:extLst>
          </p:cNvPr>
          <p:cNvSpPr txBox="1"/>
          <p:nvPr/>
        </p:nvSpPr>
        <p:spPr>
          <a:xfrm>
            <a:off x="2496889" y="461362"/>
            <a:ext cx="3049233" cy="830997"/>
          </a:xfrm>
          <a:prstGeom prst="rect">
            <a:avLst/>
          </a:prstGeom>
          <a:noFill/>
        </p:spPr>
        <p:txBody>
          <a:bodyPr wrap="none" rtlCol="0">
            <a:spAutoFit/>
            <a:scene3d>
              <a:camera prst="orthographicFront"/>
              <a:lightRig rig="threePt" dir="t"/>
            </a:scene3d>
            <a:sp3d contourW="12700"/>
          </a:bodyPr>
          <a:lstStyle/>
          <a:p>
            <a:pPr algn="ctr"/>
            <a:r>
              <a:rPr lang="en-US" altLang="zh-CN" sz="4800" b="1" dirty="0">
                <a:solidFill>
                  <a:schemeClr val="accent1"/>
                </a:solidFill>
                <a:latin typeface="Cambria" panose="02040503050406030204" pitchFamily="18" charset="0"/>
                <a:ea typeface="+mj-ea"/>
                <a:cs typeface="经典综艺体简" panose="02010609000101010101" pitchFamily="49" charset="-122"/>
              </a:rPr>
              <a:t>NỘI DUNG</a:t>
            </a:r>
          </a:p>
        </p:txBody>
      </p:sp>
      <p:sp>
        <p:nvSpPr>
          <p:cNvPr id="5" name="文本框 4">
            <a:extLst>
              <a:ext uri="{FF2B5EF4-FFF2-40B4-BE49-F238E27FC236}">
                <a16:creationId xmlns:a16="http://schemas.microsoft.com/office/drawing/2014/main" id="{1D1E59C4-CC0A-AAE5-AF41-09C81BDFE736}"/>
              </a:ext>
            </a:extLst>
          </p:cNvPr>
          <p:cNvSpPr txBox="1"/>
          <p:nvPr/>
        </p:nvSpPr>
        <p:spPr>
          <a:xfrm>
            <a:off x="4070012" y="2459268"/>
            <a:ext cx="7890867" cy="523220"/>
          </a:xfrm>
          <a:prstGeom prst="rect">
            <a:avLst/>
          </a:prstGeom>
          <a:noFill/>
        </p:spPr>
        <p:txBody>
          <a:bodyPr wrap="square" rtlCol="0">
            <a:spAutoFit/>
            <a:scene3d>
              <a:camera prst="orthographicFront"/>
              <a:lightRig rig="threePt" dir="t"/>
            </a:scene3d>
            <a:sp3d contourW="12700"/>
          </a:bodyPr>
          <a:lstStyle/>
          <a:p>
            <a:pPr marR="5080">
              <a:lnSpc>
                <a:spcPct val="100000"/>
              </a:lnSpc>
              <a:spcBef>
                <a:spcPts val="295"/>
              </a:spcBef>
            </a:pPr>
            <a:r>
              <a:rPr lang="en-US" sz="2800" b="1">
                <a:solidFill>
                  <a:schemeClr val="accent2"/>
                </a:solidFill>
                <a:latin typeface="Cambria" panose="02040503050406030204" pitchFamily="18" charset="0"/>
              </a:rPr>
              <a:t>SƠ LƯỢC LỊCH </a:t>
            </a:r>
            <a:r>
              <a:rPr lang="en-US" sz="2800" b="1" dirty="0">
                <a:solidFill>
                  <a:schemeClr val="accent2"/>
                </a:solidFill>
                <a:latin typeface="Cambria" panose="02040503050406030204" pitchFamily="18" charset="0"/>
              </a:rPr>
              <a:t>SỬ MÁY TÍNH</a:t>
            </a:r>
            <a:endParaRPr lang="vi-VN" sz="2800" b="1" dirty="0">
              <a:solidFill>
                <a:schemeClr val="accent2"/>
              </a:solidFill>
              <a:latin typeface="Cambria" panose="02040503050406030204" pitchFamily="18" charset="0"/>
            </a:endParaRPr>
          </a:p>
        </p:txBody>
      </p:sp>
      <p:sp>
        <p:nvSpPr>
          <p:cNvPr id="14" name="文本框 13">
            <a:extLst>
              <a:ext uri="{FF2B5EF4-FFF2-40B4-BE49-F238E27FC236}">
                <a16:creationId xmlns:a16="http://schemas.microsoft.com/office/drawing/2014/main" id="{A7E94E9B-0CD4-839B-19D9-C1AD42A8B811}"/>
              </a:ext>
            </a:extLst>
          </p:cNvPr>
          <p:cNvSpPr txBox="1"/>
          <p:nvPr/>
        </p:nvSpPr>
        <p:spPr>
          <a:xfrm>
            <a:off x="4070012" y="3207847"/>
            <a:ext cx="6716610" cy="523220"/>
          </a:xfrm>
          <a:prstGeom prst="rect">
            <a:avLst/>
          </a:prstGeom>
          <a:noFill/>
        </p:spPr>
        <p:txBody>
          <a:bodyPr wrap="square" rtlCol="0">
            <a:spAutoFit/>
            <a:scene3d>
              <a:camera prst="orthographicFront"/>
              <a:lightRig rig="threePt" dir="t"/>
            </a:scene3d>
            <a:sp3d contourW="12700"/>
          </a:bodyPr>
          <a:lstStyle/>
          <a:p>
            <a:pPr marR="5080">
              <a:lnSpc>
                <a:spcPct val="100000"/>
              </a:lnSpc>
              <a:spcBef>
                <a:spcPts val="295"/>
              </a:spcBef>
            </a:pPr>
            <a:r>
              <a:rPr lang="en-US" sz="2800" b="1">
                <a:solidFill>
                  <a:schemeClr val="accent2"/>
                </a:solidFill>
                <a:latin typeface="Cambria" panose="02040503050406030204" pitchFamily="18" charset="0"/>
              </a:rPr>
              <a:t>PHẦN CỨNG MÁY TÍNH</a:t>
            </a:r>
            <a:endParaRPr lang="vi-VN" sz="2800" b="1" dirty="0">
              <a:solidFill>
                <a:schemeClr val="accent2"/>
              </a:solidFill>
              <a:latin typeface="Cambria" panose="02040503050406030204" pitchFamily="18" charset="0"/>
            </a:endParaRPr>
          </a:p>
        </p:txBody>
      </p:sp>
      <p:sp>
        <p:nvSpPr>
          <p:cNvPr id="16" name="文本框 15">
            <a:extLst>
              <a:ext uri="{FF2B5EF4-FFF2-40B4-BE49-F238E27FC236}">
                <a16:creationId xmlns:a16="http://schemas.microsoft.com/office/drawing/2014/main" id="{CAF3EED4-CB66-4825-18BE-DB416A90710F}"/>
              </a:ext>
            </a:extLst>
          </p:cNvPr>
          <p:cNvSpPr txBox="1"/>
          <p:nvPr/>
        </p:nvSpPr>
        <p:spPr>
          <a:xfrm>
            <a:off x="3144259" y="1619831"/>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01.</a:t>
            </a:r>
          </a:p>
        </p:txBody>
      </p:sp>
      <p:sp>
        <p:nvSpPr>
          <p:cNvPr id="19" name="文本框 18">
            <a:extLst>
              <a:ext uri="{FF2B5EF4-FFF2-40B4-BE49-F238E27FC236}">
                <a16:creationId xmlns:a16="http://schemas.microsoft.com/office/drawing/2014/main" id="{DEE2BABB-436E-4A2B-D77F-48D262164048}"/>
              </a:ext>
            </a:extLst>
          </p:cNvPr>
          <p:cNvSpPr txBox="1"/>
          <p:nvPr/>
        </p:nvSpPr>
        <p:spPr>
          <a:xfrm>
            <a:off x="3144259" y="2336637"/>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a:solidFill>
                  <a:schemeClr val="accent1"/>
                </a:solidFill>
                <a:latin typeface="Cambria" panose="02040503050406030204" pitchFamily="18" charset="0"/>
              </a:rPr>
              <a:t>02.</a:t>
            </a:r>
            <a:endParaRPr lang="en-US" altLang="zh-CN" sz="4000" b="1" i="1" dirty="0">
              <a:solidFill>
                <a:schemeClr val="accent1"/>
              </a:solidFill>
              <a:latin typeface="Cambria" panose="02040503050406030204" pitchFamily="18" charset="0"/>
            </a:endParaRPr>
          </a:p>
        </p:txBody>
      </p:sp>
      <p:sp>
        <p:nvSpPr>
          <p:cNvPr id="29" name="文本框 16">
            <a:extLst>
              <a:ext uri="{FF2B5EF4-FFF2-40B4-BE49-F238E27FC236}">
                <a16:creationId xmlns:a16="http://schemas.microsoft.com/office/drawing/2014/main" id="{6570C470-CDE6-6A73-1FF7-8A103FC67E6E}"/>
              </a:ext>
            </a:extLst>
          </p:cNvPr>
          <p:cNvSpPr txBox="1"/>
          <p:nvPr/>
        </p:nvSpPr>
        <p:spPr>
          <a:xfrm>
            <a:off x="3144259" y="3082080"/>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dirty="0">
                <a:solidFill>
                  <a:schemeClr val="accent1"/>
                </a:solidFill>
                <a:latin typeface="Cambria" panose="02040503050406030204" pitchFamily="18" charset="0"/>
              </a:rPr>
              <a:t>03.</a:t>
            </a:r>
          </a:p>
        </p:txBody>
      </p:sp>
      <p:sp>
        <p:nvSpPr>
          <p:cNvPr id="4" name="文本框 16">
            <a:extLst>
              <a:ext uri="{FF2B5EF4-FFF2-40B4-BE49-F238E27FC236}">
                <a16:creationId xmlns:a16="http://schemas.microsoft.com/office/drawing/2014/main" id="{75979E2B-3DA6-23D7-92F4-D15E79F6D9AE}"/>
              </a:ext>
            </a:extLst>
          </p:cNvPr>
          <p:cNvSpPr txBox="1"/>
          <p:nvPr/>
        </p:nvSpPr>
        <p:spPr>
          <a:xfrm>
            <a:off x="3144259" y="3827523"/>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a:solidFill>
                  <a:schemeClr val="accent1"/>
                </a:solidFill>
                <a:latin typeface="Cambria" panose="02040503050406030204" pitchFamily="18" charset="0"/>
              </a:rPr>
              <a:t>04.</a:t>
            </a:r>
            <a:endParaRPr lang="en-US" altLang="zh-CN" sz="4000" b="1" i="1" dirty="0">
              <a:solidFill>
                <a:schemeClr val="accent1"/>
              </a:solidFill>
              <a:latin typeface="Cambria" panose="02040503050406030204" pitchFamily="18" charset="0"/>
            </a:endParaRPr>
          </a:p>
        </p:txBody>
      </p:sp>
      <p:sp>
        <p:nvSpPr>
          <p:cNvPr id="6" name="文本框 4">
            <a:extLst>
              <a:ext uri="{FF2B5EF4-FFF2-40B4-BE49-F238E27FC236}">
                <a16:creationId xmlns:a16="http://schemas.microsoft.com/office/drawing/2014/main" id="{75B02497-460D-8C9E-F150-22EC84B18C3E}"/>
              </a:ext>
            </a:extLst>
          </p:cNvPr>
          <p:cNvSpPr txBox="1"/>
          <p:nvPr/>
        </p:nvSpPr>
        <p:spPr>
          <a:xfrm>
            <a:off x="4070012" y="1710110"/>
            <a:ext cx="7068041" cy="523220"/>
          </a:xfrm>
          <a:prstGeom prst="rect">
            <a:avLst/>
          </a:prstGeom>
          <a:noFill/>
        </p:spPr>
        <p:txBody>
          <a:bodyPr wrap="square" rtlCol="0">
            <a:spAutoFit/>
            <a:scene3d>
              <a:camera prst="orthographicFront"/>
              <a:lightRig rig="threePt" dir="t"/>
            </a:scene3d>
            <a:sp3d contourW="12700"/>
          </a:bodyPr>
          <a:lstStyle/>
          <a:p>
            <a:pPr marR="5080">
              <a:lnSpc>
                <a:spcPct val="100000"/>
              </a:lnSpc>
              <a:spcBef>
                <a:spcPts val="295"/>
              </a:spcBef>
            </a:pPr>
            <a:r>
              <a:rPr lang="en-US" sz="2800" b="1">
                <a:solidFill>
                  <a:schemeClr val="accent2"/>
                </a:solidFill>
                <a:latin typeface="Cambria" panose="02040503050406030204" pitchFamily="18" charset="0"/>
              </a:rPr>
              <a:t>ĐỊNH NGHĨA VỀ CÔNG NGHỆ THÔNG TIN</a:t>
            </a:r>
            <a:endParaRPr lang="vi-VN" sz="2800" b="1" dirty="0">
              <a:solidFill>
                <a:schemeClr val="accent2"/>
              </a:solidFill>
              <a:latin typeface="Cambria" panose="02040503050406030204" pitchFamily="18" charset="0"/>
            </a:endParaRPr>
          </a:p>
        </p:txBody>
      </p:sp>
      <p:sp>
        <p:nvSpPr>
          <p:cNvPr id="7" name="文本框 7">
            <a:extLst>
              <a:ext uri="{FF2B5EF4-FFF2-40B4-BE49-F238E27FC236}">
                <a16:creationId xmlns:a16="http://schemas.microsoft.com/office/drawing/2014/main" id="{9C81A08B-1BBE-DD8D-10A8-41A1853E0230}"/>
              </a:ext>
            </a:extLst>
          </p:cNvPr>
          <p:cNvSpPr txBox="1"/>
          <p:nvPr/>
        </p:nvSpPr>
        <p:spPr>
          <a:xfrm>
            <a:off x="4100246" y="4804625"/>
            <a:ext cx="6024255" cy="523220"/>
          </a:xfrm>
          <a:prstGeom prst="rect">
            <a:avLst/>
          </a:prstGeom>
          <a:noFill/>
        </p:spPr>
        <p:txBody>
          <a:bodyPr wrap="square" rtlCol="0">
            <a:spAutoFit/>
            <a:scene3d>
              <a:camera prst="orthographicFront"/>
              <a:lightRig rig="threePt" dir="t"/>
            </a:scene3d>
            <a:sp3d contourW="12700"/>
          </a:bodyPr>
          <a:lstStyle/>
          <a:p>
            <a:r>
              <a:rPr lang="en-US" altLang="zh-CN" sz="2800" b="1">
                <a:solidFill>
                  <a:schemeClr val="accent2"/>
                </a:solidFill>
                <a:latin typeface="Cambria" panose="02040503050406030204" pitchFamily="18" charset="0"/>
              </a:rPr>
              <a:t>TẦM QUAN TRỌNG CỦA CNTT</a:t>
            </a:r>
            <a:endParaRPr lang="en-US" altLang="zh-CN" sz="2800" b="1" dirty="0">
              <a:solidFill>
                <a:schemeClr val="accent2"/>
              </a:solidFill>
              <a:latin typeface="Cambria" panose="02040503050406030204" pitchFamily="18" charset="0"/>
            </a:endParaRPr>
          </a:p>
        </p:txBody>
      </p:sp>
      <p:sp>
        <p:nvSpPr>
          <p:cNvPr id="8" name="文本框 16">
            <a:extLst>
              <a:ext uri="{FF2B5EF4-FFF2-40B4-BE49-F238E27FC236}">
                <a16:creationId xmlns:a16="http://schemas.microsoft.com/office/drawing/2014/main" id="{A00044FF-4271-151C-3B28-55CF85B6AE9E}"/>
              </a:ext>
            </a:extLst>
          </p:cNvPr>
          <p:cNvSpPr txBox="1"/>
          <p:nvPr/>
        </p:nvSpPr>
        <p:spPr>
          <a:xfrm>
            <a:off x="3144259" y="4679773"/>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a:solidFill>
                  <a:schemeClr val="accent1"/>
                </a:solidFill>
                <a:latin typeface="Cambria" panose="02040503050406030204" pitchFamily="18" charset="0"/>
              </a:rPr>
              <a:t>05.</a:t>
            </a:r>
            <a:endParaRPr lang="en-US" altLang="zh-CN" sz="4000" b="1" i="1" dirty="0">
              <a:solidFill>
                <a:schemeClr val="accent1"/>
              </a:solidFill>
              <a:latin typeface="Cambria" panose="02040503050406030204" pitchFamily="18" charset="0"/>
            </a:endParaRPr>
          </a:p>
        </p:txBody>
      </p:sp>
      <p:sp>
        <p:nvSpPr>
          <p:cNvPr id="9" name="文本框 13">
            <a:extLst>
              <a:ext uri="{FF2B5EF4-FFF2-40B4-BE49-F238E27FC236}">
                <a16:creationId xmlns:a16="http://schemas.microsoft.com/office/drawing/2014/main" id="{53747A2E-0C42-328C-B748-60456D06F9E3}"/>
              </a:ext>
            </a:extLst>
          </p:cNvPr>
          <p:cNvSpPr txBox="1"/>
          <p:nvPr/>
        </p:nvSpPr>
        <p:spPr>
          <a:xfrm>
            <a:off x="4070012" y="3934330"/>
            <a:ext cx="6716610" cy="523220"/>
          </a:xfrm>
          <a:prstGeom prst="rect">
            <a:avLst/>
          </a:prstGeom>
          <a:noFill/>
        </p:spPr>
        <p:txBody>
          <a:bodyPr wrap="square" rtlCol="0">
            <a:spAutoFit/>
            <a:scene3d>
              <a:camera prst="orthographicFront"/>
              <a:lightRig rig="threePt" dir="t"/>
            </a:scene3d>
            <a:sp3d contourW="12700"/>
          </a:bodyPr>
          <a:lstStyle/>
          <a:p>
            <a:pPr marR="5080">
              <a:lnSpc>
                <a:spcPct val="100000"/>
              </a:lnSpc>
              <a:spcBef>
                <a:spcPts val="295"/>
              </a:spcBef>
            </a:pPr>
            <a:r>
              <a:rPr lang="en-US" sz="2800" b="1" dirty="0">
                <a:solidFill>
                  <a:schemeClr val="accent2"/>
                </a:solidFill>
                <a:latin typeface="Cambria" panose="02040503050406030204" pitchFamily="18" charset="0"/>
              </a:rPr>
              <a:t>CUỘC CÁCH MẠNG CÔNG NGHIỆP 4.0</a:t>
            </a:r>
            <a:endParaRPr lang="vi-VN" sz="2800" b="1" dirty="0">
              <a:solidFill>
                <a:schemeClr val="accent2"/>
              </a:solidFill>
              <a:latin typeface="Cambria" panose="02040503050406030204" pitchFamily="18" charset="0"/>
            </a:endParaRPr>
          </a:p>
        </p:txBody>
      </p:sp>
      <p:sp>
        <p:nvSpPr>
          <p:cNvPr id="10" name="文本框 7">
            <a:extLst>
              <a:ext uri="{FF2B5EF4-FFF2-40B4-BE49-F238E27FC236}">
                <a16:creationId xmlns:a16="http://schemas.microsoft.com/office/drawing/2014/main" id="{B5F94153-AEF3-7600-D903-4F7FBC5CDA2D}"/>
              </a:ext>
            </a:extLst>
          </p:cNvPr>
          <p:cNvSpPr txBox="1"/>
          <p:nvPr/>
        </p:nvSpPr>
        <p:spPr>
          <a:xfrm>
            <a:off x="4100246" y="5656875"/>
            <a:ext cx="6024255" cy="523220"/>
          </a:xfrm>
          <a:prstGeom prst="rect">
            <a:avLst/>
          </a:prstGeom>
          <a:noFill/>
        </p:spPr>
        <p:txBody>
          <a:bodyPr wrap="square" rtlCol="0">
            <a:spAutoFit/>
            <a:scene3d>
              <a:camera prst="orthographicFront"/>
              <a:lightRig rig="threePt" dir="t"/>
            </a:scene3d>
            <a:sp3d contourW="12700"/>
          </a:bodyPr>
          <a:lstStyle/>
          <a:p>
            <a:r>
              <a:rPr lang="en-US" altLang="zh-CN" sz="2800" b="1">
                <a:solidFill>
                  <a:schemeClr val="accent2"/>
                </a:solidFill>
                <a:latin typeface="Cambria" panose="02040503050406030204" pitchFamily="18" charset="0"/>
              </a:rPr>
              <a:t>THÔNG TIN VÀ HỆ ĐẾM</a:t>
            </a:r>
            <a:endParaRPr lang="en-US" altLang="zh-CN" sz="2800" b="1" dirty="0">
              <a:solidFill>
                <a:schemeClr val="accent2"/>
              </a:solidFill>
              <a:latin typeface="Cambria" panose="02040503050406030204" pitchFamily="18" charset="0"/>
            </a:endParaRPr>
          </a:p>
        </p:txBody>
      </p:sp>
      <p:sp>
        <p:nvSpPr>
          <p:cNvPr id="11" name="文本框 16">
            <a:extLst>
              <a:ext uri="{FF2B5EF4-FFF2-40B4-BE49-F238E27FC236}">
                <a16:creationId xmlns:a16="http://schemas.microsoft.com/office/drawing/2014/main" id="{3D016684-212C-59B6-E598-D9DBC8F34D96}"/>
              </a:ext>
            </a:extLst>
          </p:cNvPr>
          <p:cNvSpPr txBox="1"/>
          <p:nvPr/>
        </p:nvSpPr>
        <p:spPr>
          <a:xfrm>
            <a:off x="3144259" y="5532023"/>
            <a:ext cx="1020443" cy="707886"/>
          </a:xfrm>
          <a:prstGeom prst="rect">
            <a:avLst/>
          </a:prstGeom>
          <a:noFill/>
        </p:spPr>
        <p:txBody>
          <a:bodyPr wrap="square" rtlCol="0">
            <a:spAutoFit/>
            <a:scene3d>
              <a:camera prst="orthographicFront"/>
              <a:lightRig rig="threePt" dir="t"/>
            </a:scene3d>
            <a:sp3d contourW="12700"/>
          </a:bodyPr>
          <a:lstStyle/>
          <a:p>
            <a:r>
              <a:rPr lang="en-US" altLang="zh-CN" sz="4000" b="1" i="1">
                <a:solidFill>
                  <a:schemeClr val="accent1"/>
                </a:solidFill>
                <a:latin typeface="Cambria" panose="02040503050406030204" pitchFamily="18" charset="0"/>
              </a:rPr>
              <a:t>06.</a:t>
            </a:r>
            <a:endParaRPr lang="en-US" altLang="zh-CN" sz="4000" b="1" i="1" dirty="0">
              <a:solidFill>
                <a:schemeClr val="accent1"/>
              </a:solidFill>
              <a:latin typeface="Cambria" panose="02040503050406030204" pitchFamily="18" charset="0"/>
            </a:endParaRPr>
          </a:p>
        </p:txBody>
      </p:sp>
    </p:spTree>
    <p:extLst>
      <p:ext uri="{BB962C8B-B14F-4D97-AF65-F5344CB8AC3E}">
        <p14:creationId xmlns:p14="http://schemas.microsoft.com/office/powerpoint/2010/main" val="963379966"/>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5088C-332A-24D9-6D1D-91998BB14E6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0F4277A-ADE1-0766-BA29-04EF7E7AACB8}"/>
              </a:ext>
            </a:extLst>
          </p:cNvPr>
          <p:cNvSpPr txBox="1"/>
          <p:nvPr/>
        </p:nvSpPr>
        <p:spPr>
          <a:xfrm>
            <a:off x="1144173" y="1257700"/>
            <a:ext cx="10564687" cy="2171300"/>
          </a:xfrm>
          <a:prstGeom prst="rect">
            <a:avLst/>
          </a:prstGeom>
          <a:noFill/>
        </p:spPr>
        <p:txBody>
          <a:bodyPr wrap="none" rtlCol="0">
            <a:spAutoFit/>
            <a:scene3d>
              <a:camera prst="orthographicFront"/>
              <a:lightRig rig="threePt" dir="t"/>
            </a:scene3d>
            <a:sp3d contourW="12700"/>
          </a:bodyPr>
          <a:lstStyle/>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PHẦN 1</a:t>
            </a:r>
          </a:p>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ĐỊNH NGHĨA CÔNG NGHỆ THÔNG TIN</a:t>
            </a:r>
            <a:endParaRPr lang="en-US" altLang="zh-CN" sz="4800" b="1" dirty="0">
              <a:solidFill>
                <a:srgbClr val="0070C0"/>
              </a:solidFill>
              <a:latin typeface="Cambria" panose="02040503050406030204" pitchFamily="18" charset="0"/>
              <a:ea typeface="+mj-ea"/>
              <a:cs typeface="经典综艺体简" panose="02010609000101010101" pitchFamily="49" charset="-122"/>
            </a:endParaRPr>
          </a:p>
        </p:txBody>
      </p:sp>
    </p:spTree>
    <p:extLst>
      <p:ext uri="{BB962C8B-B14F-4D97-AF65-F5344CB8AC3E}">
        <p14:creationId xmlns:p14="http://schemas.microsoft.com/office/powerpoint/2010/main" val="1671606383"/>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92903" y="163907"/>
            <a:ext cx="8806193" cy="830997"/>
          </a:xfrm>
          <a:prstGeom prst="rect">
            <a:avLst/>
          </a:prstGeom>
          <a:noFill/>
        </p:spPr>
        <p:txBody>
          <a:bodyPr wrap="none" rtlCol="0">
            <a:spAutoFit/>
            <a:scene3d>
              <a:camera prst="orthographicFront"/>
              <a:lightRig rig="threePt" dir="t"/>
            </a:scene3d>
            <a:sp3d contourW="12700"/>
          </a:bodyPr>
          <a:lstStyle/>
          <a:p>
            <a:pPr algn="ctr"/>
            <a:r>
              <a:rPr lang="en-US" altLang="zh-CN" sz="4800" b="1">
                <a:solidFill>
                  <a:schemeClr val="accent1"/>
                </a:solidFill>
                <a:latin typeface="Cambria" panose="02040503050406030204" pitchFamily="18" charset="0"/>
                <a:ea typeface="+mj-ea"/>
                <a:cs typeface="经典综艺体简" panose="02010609000101010101" pitchFamily="49" charset="-122"/>
              </a:rPr>
              <a:t>CÔNG NGHỆ THÔNG TIN LÀ GÌ?</a:t>
            </a:r>
            <a:endParaRPr lang="en-US" altLang="zh-CN" sz="4800" b="1" dirty="0">
              <a:solidFill>
                <a:schemeClr val="accent1"/>
              </a:solidFill>
              <a:latin typeface="Cambria" panose="02040503050406030204" pitchFamily="18" charset="0"/>
              <a:ea typeface="+mj-ea"/>
              <a:cs typeface="经典综艺体简" panose="02010609000101010101" pitchFamily="49" charset="-122"/>
            </a:endParaRPr>
          </a:p>
        </p:txBody>
      </p:sp>
      <p:sp>
        <p:nvSpPr>
          <p:cNvPr id="5" name="文本框 4"/>
          <p:cNvSpPr txBox="1"/>
          <p:nvPr/>
        </p:nvSpPr>
        <p:spPr>
          <a:xfrm>
            <a:off x="1561605" y="1569949"/>
            <a:ext cx="10039156" cy="3404202"/>
          </a:xfrm>
          <a:prstGeom prst="rect">
            <a:avLst/>
          </a:prstGeom>
          <a:noFill/>
        </p:spPr>
        <p:txBody>
          <a:bodyPr wrap="square" rtlCol="0">
            <a:spAutoFit/>
            <a:scene3d>
              <a:camera prst="orthographicFront"/>
              <a:lightRig rig="threePt" dir="t"/>
            </a:scene3d>
            <a:sp3d contourW="12700"/>
          </a:bodyPr>
          <a:lstStyle/>
          <a:p>
            <a:pPr marR="5080">
              <a:lnSpc>
                <a:spcPct val="100000"/>
              </a:lnSpc>
              <a:spcBef>
                <a:spcPts val="295"/>
              </a:spcBef>
            </a:pPr>
            <a:r>
              <a:rPr lang="en-US" sz="3200" b="1">
                <a:solidFill>
                  <a:schemeClr val="accent2"/>
                </a:solidFill>
                <a:latin typeface="Cambria" panose="02040503050406030204" pitchFamily="18" charset="0"/>
              </a:rPr>
              <a:t>Định nghĩa:</a:t>
            </a:r>
          </a:p>
          <a:p>
            <a:pPr marL="738188" marR="5080">
              <a:lnSpc>
                <a:spcPct val="130000"/>
              </a:lnSpc>
              <a:spcBef>
                <a:spcPts val="600"/>
              </a:spcBef>
            </a:pPr>
            <a:r>
              <a:rPr lang="vi-VN" sz="2800"/>
              <a:t>Theo </a:t>
            </a:r>
            <a:r>
              <a:rPr lang="vi-VN" sz="2800" b="1"/>
              <a:t>Luật Công nghệ thông tin 2006</a:t>
            </a:r>
            <a:r>
              <a:rPr lang="vi-VN" sz="2800"/>
              <a:t> của Việt Nam: </a:t>
            </a:r>
            <a:r>
              <a:rPr lang="vi-VN" sz="2800" i="1"/>
              <a:t>"Công nghệ thông tin là tập hợp các phương pháp khoa học, công nghệ và công cụ, phương tiện kỹ thuật hiện đại để sản xuất, truyền đưa, thu thập, xử lý, lưu trữ và trao đổi thông tin số."</a:t>
            </a:r>
            <a:endParaRPr lang="vi-VN" sz="2800" b="1" dirty="0">
              <a:solidFill>
                <a:schemeClr val="accent2"/>
              </a:solidFill>
              <a:latin typeface="Cambria" panose="02040503050406030204" pitchFamily="18" charset="0"/>
            </a:endParaRPr>
          </a:p>
        </p:txBody>
      </p:sp>
    </p:spTree>
    <p:extLst>
      <p:ext uri="{BB962C8B-B14F-4D97-AF65-F5344CB8AC3E}">
        <p14:creationId xmlns:p14="http://schemas.microsoft.com/office/powerpoint/2010/main" val="13380952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50E27-B240-3FBE-F8FF-A49900DAEF3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6B37981A-8755-F874-3268-330A9CFF08E7}"/>
              </a:ext>
            </a:extLst>
          </p:cNvPr>
          <p:cNvSpPr txBox="1"/>
          <p:nvPr/>
        </p:nvSpPr>
        <p:spPr>
          <a:xfrm>
            <a:off x="624119" y="163907"/>
            <a:ext cx="10943765" cy="830997"/>
          </a:xfrm>
          <a:prstGeom prst="rect">
            <a:avLst/>
          </a:prstGeom>
          <a:noFill/>
        </p:spPr>
        <p:txBody>
          <a:bodyPr wrap="none" rtlCol="0">
            <a:spAutoFit/>
            <a:scene3d>
              <a:camera prst="orthographicFront"/>
              <a:lightRig rig="threePt" dir="t"/>
            </a:scene3d>
            <a:sp3d contourW="12700"/>
          </a:bodyPr>
          <a:lstStyle/>
          <a:p>
            <a:pPr algn="ctr"/>
            <a:r>
              <a:rPr lang="en-US" altLang="zh-CN" sz="4800" b="1">
                <a:solidFill>
                  <a:schemeClr val="accent1"/>
                </a:solidFill>
                <a:latin typeface="Cambria" panose="02040503050406030204" pitchFamily="18" charset="0"/>
                <a:ea typeface="+mj-ea"/>
                <a:cs typeface="经典综艺体简" panose="02010609000101010101" pitchFamily="49" charset="-122"/>
              </a:rPr>
              <a:t>TRỤ CỘT CỦA CÔNG NGHỆ THÔNG TIN</a:t>
            </a:r>
            <a:endParaRPr lang="en-US" altLang="zh-CN" sz="4800" b="1" dirty="0">
              <a:solidFill>
                <a:schemeClr val="accent1"/>
              </a:solidFill>
              <a:latin typeface="Cambria" panose="02040503050406030204" pitchFamily="18" charset="0"/>
              <a:ea typeface="+mj-ea"/>
              <a:cs typeface="经典综艺体简" panose="02010609000101010101" pitchFamily="49" charset="-122"/>
            </a:endParaRPr>
          </a:p>
        </p:txBody>
      </p:sp>
      <p:sp>
        <p:nvSpPr>
          <p:cNvPr id="5" name="文本框 4">
            <a:extLst>
              <a:ext uri="{FF2B5EF4-FFF2-40B4-BE49-F238E27FC236}">
                <a16:creationId xmlns:a16="http://schemas.microsoft.com/office/drawing/2014/main" id="{52C3FCC9-D232-386B-6116-106EB5736FE5}"/>
              </a:ext>
            </a:extLst>
          </p:cNvPr>
          <p:cNvSpPr txBox="1"/>
          <p:nvPr/>
        </p:nvSpPr>
        <p:spPr>
          <a:xfrm>
            <a:off x="943434" y="1206393"/>
            <a:ext cx="10943765" cy="2609882"/>
          </a:xfrm>
          <a:prstGeom prst="rect">
            <a:avLst/>
          </a:prstGeom>
          <a:noFill/>
        </p:spPr>
        <p:txBody>
          <a:bodyPr wrap="square" rtlCol="0">
            <a:spAutoFit/>
            <a:scene3d>
              <a:camera prst="orthographicFront"/>
              <a:lightRig rig="threePt" dir="t"/>
            </a:scene3d>
            <a:sp3d contourW="12700"/>
          </a:bodyPr>
          <a:lstStyle/>
          <a:p>
            <a:pPr>
              <a:lnSpc>
                <a:spcPct val="120000"/>
              </a:lnSpc>
            </a:pPr>
            <a:r>
              <a:rPr lang="vi-VN" sz="2000"/>
              <a:t>CNTT là một lĩnh vực rộng lớn, có thể được cấu thành từ 4 trụ cột chính sau:</a:t>
            </a:r>
            <a:endParaRPr lang="en-US" sz="2000"/>
          </a:p>
          <a:p>
            <a:pPr>
              <a:lnSpc>
                <a:spcPct val="120000"/>
              </a:lnSpc>
            </a:pPr>
            <a:endParaRPr lang="vi-VN" sz="1050"/>
          </a:p>
          <a:p>
            <a:pPr marL="461963" indent="-461963">
              <a:lnSpc>
                <a:spcPct val="120000"/>
              </a:lnSpc>
              <a:buClr>
                <a:srgbClr val="C00000"/>
              </a:buClr>
              <a:buFont typeface="Wingdings" panose="05000000000000000000" pitchFamily="2" charset="2"/>
              <a:buChar char="v"/>
            </a:pPr>
            <a:r>
              <a:rPr lang="vi-VN" sz="2000" b="1"/>
              <a:t>Phần cứng (Hardware):</a:t>
            </a:r>
            <a:r>
              <a:rPr lang="vi-VN" sz="2000"/>
              <a:t> Các thiết bị vật lý.</a:t>
            </a:r>
          </a:p>
          <a:p>
            <a:pPr lvl="1">
              <a:lnSpc>
                <a:spcPct val="120000"/>
              </a:lnSpc>
            </a:pPr>
            <a:r>
              <a:rPr lang="vi-VN" sz="2000" i="1"/>
              <a:t>Ví dụ:</a:t>
            </a:r>
            <a:r>
              <a:rPr lang="vi-VN" sz="2000"/>
              <a:t> Máy tính, máy chủ (server), điện thoại thông minh, thiết bị mạng (router, switch).</a:t>
            </a:r>
          </a:p>
          <a:p>
            <a:pPr marL="461963" indent="-461963">
              <a:lnSpc>
                <a:spcPct val="120000"/>
              </a:lnSpc>
              <a:spcBef>
                <a:spcPts val="600"/>
              </a:spcBef>
              <a:buClr>
                <a:srgbClr val="C00000"/>
              </a:buClr>
              <a:buFont typeface="Wingdings" panose="05000000000000000000" pitchFamily="2" charset="2"/>
              <a:buChar char="v"/>
            </a:pPr>
            <a:r>
              <a:rPr lang="vi-VN" sz="2000" b="1"/>
              <a:t>Phần mềm (Software):</a:t>
            </a:r>
            <a:r>
              <a:rPr lang="vi-VN" sz="2000"/>
              <a:t> Các chương trình và hệ điều hành.</a:t>
            </a:r>
          </a:p>
          <a:p>
            <a:pPr lvl="1">
              <a:lnSpc>
                <a:spcPct val="120000"/>
              </a:lnSpc>
            </a:pPr>
            <a:r>
              <a:rPr lang="vi-VN" sz="2000" i="1"/>
              <a:t>Ví dụ:</a:t>
            </a:r>
            <a:r>
              <a:rPr lang="vi-VN" sz="2000"/>
              <a:t> Windows, macOS, Microsoft Office, Photoshop, và các ứng dụng bạn dùng hàng ngày.</a:t>
            </a:r>
          </a:p>
        </p:txBody>
      </p:sp>
      <p:sp>
        <p:nvSpPr>
          <p:cNvPr id="3" name="文本框 4">
            <a:extLst>
              <a:ext uri="{FF2B5EF4-FFF2-40B4-BE49-F238E27FC236}">
                <a16:creationId xmlns:a16="http://schemas.microsoft.com/office/drawing/2014/main" id="{73D3006F-DE5D-5CA0-0FFD-6ED768425159}"/>
              </a:ext>
            </a:extLst>
          </p:cNvPr>
          <p:cNvSpPr txBox="1"/>
          <p:nvPr/>
        </p:nvSpPr>
        <p:spPr>
          <a:xfrm>
            <a:off x="2078171" y="3692287"/>
            <a:ext cx="10113829" cy="1612686"/>
          </a:xfrm>
          <a:prstGeom prst="rect">
            <a:avLst/>
          </a:prstGeom>
          <a:noFill/>
        </p:spPr>
        <p:txBody>
          <a:bodyPr wrap="square" rtlCol="0">
            <a:spAutoFit/>
            <a:scene3d>
              <a:camera prst="orthographicFront"/>
              <a:lightRig rig="threePt" dir="t"/>
            </a:scene3d>
            <a:sp3d contourW="12700"/>
          </a:bodyPr>
          <a:lstStyle/>
          <a:p>
            <a:pPr marL="342900" indent="-342900">
              <a:lnSpc>
                <a:spcPct val="120000"/>
              </a:lnSpc>
              <a:buClr>
                <a:srgbClr val="C00000"/>
              </a:buClr>
              <a:buFont typeface="Wingdings" panose="05000000000000000000" pitchFamily="2" charset="2"/>
              <a:buChar char="v"/>
            </a:pPr>
            <a:r>
              <a:rPr lang="vi-VN" sz="2000" b="1"/>
              <a:t>Mạng máy tính &amp; Viễn thông (Networking):</a:t>
            </a:r>
            <a:r>
              <a:rPr lang="vi-VN" sz="2000"/>
              <a:t> Hạ tầng kết nối.</a:t>
            </a:r>
          </a:p>
          <a:p>
            <a:pPr lvl="1">
              <a:lnSpc>
                <a:spcPct val="120000"/>
              </a:lnSpc>
            </a:pPr>
            <a:r>
              <a:rPr lang="vi-VN" sz="2000" i="1"/>
              <a:t>Ví dụ:</a:t>
            </a:r>
            <a:r>
              <a:rPr lang="vi-VN" sz="2000"/>
              <a:t> Mạng Internet, mạng LAN tại trường học, Wifi, 4G/5G.</a:t>
            </a:r>
          </a:p>
          <a:p>
            <a:pPr marL="342900" indent="-342900">
              <a:lnSpc>
                <a:spcPct val="120000"/>
              </a:lnSpc>
              <a:spcBef>
                <a:spcPts val="600"/>
              </a:spcBef>
              <a:buClr>
                <a:srgbClr val="C00000"/>
              </a:buClr>
              <a:buFont typeface="Wingdings" panose="05000000000000000000" pitchFamily="2" charset="2"/>
              <a:buChar char="v"/>
            </a:pPr>
            <a:r>
              <a:rPr lang="vi-VN" sz="2000" b="1"/>
              <a:t>Cơ sở dữ liệu (Databases):</a:t>
            </a:r>
            <a:r>
              <a:rPr lang="vi-VN" sz="2000"/>
              <a:t> Hệ thống lưu trữ và quản lý dữ liệu.</a:t>
            </a:r>
          </a:p>
          <a:p>
            <a:pPr lvl="1">
              <a:lnSpc>
                <a:spcPct val="120000"/>
              </a:lnSpc>
            </a:pPr>
            <a:r>
              <a:rPr lang="vi-VN" sz="2000" i="1"/>
              <a:t>Ví dụ:</a:t>
            </a:r>
            <a:r>
              <a:rPr lang="vi-VN" sz="2000"/>
              <a:t> Nơi lưu trữ thông tin sinh viên, sản phẩm của một trang thương mại điện tử.</a:t>
            </a:r>
            <a:endParaRPr lang="en-US" sz="2000"/>
          </a:p>
        </p:txBody>
      </p:sp>
      <p:sp>
        <p:nvSpPr>
          <p:cNvPr id="4" name="文本框 4">
            <a:extLst>
              <a:ext uri="{FF2B5EF4-FFF2-40B4-BE49-F238E27FC236}">
                <a16:creationId xmlns:a16="http://schemas.microsoft.com/office/drawing/2014/main" id="{599F8D40-B504-D35F-EA57-15F736EDDFB9}"/>
              </a:ext>
            </a:extLst>
          </p:cNvPr>
          <p:cNvSpPr txBox="1"/>
          <p:nvPr/>
        </p:nvSpPr>
        <p:spPr>
          <a:xfrm>
            <a:off x="3899971" y="5505091"/>
            <a:ext cx="7667913" cy="1074077"/>
          </a:xfrm>
          <a:prstGeom prst="rect">
            <a:avLst/>
          </a:prstGeom>
          <a:solidFill>
            <a:srgbClr val="D1F3FF"/>
          </a:solidFill>
        </p:spPr>
        <p:style>
          <a:lnRef idx="2">
            <a:schemeClr val="accent5"/>
          </a:lnRef>
          <a:fillRef idx="1">
            <a:schemeClr val="lt1"/>
          </a:fillRef>
          <a:effectRef idx="0">
            <a:schemeClr val="accent5"/>
          </a:effectRef>
          <a:fontRef idx="minor">
            <a:schemeClr val="dk1"/>
          </a:fontRef>
        </p:style>
        <p:txBody>
          <a:bodyPr wrap="square" lIns="182880" tIns="182880" bIns="182880" rtlCol="0">
            <a:spAutoFit/>
            <a:scene3d>
              <a:camera prst="orthographicFront"/>
              <a:lightRig rig="threePt" dir="t"/>
            </a:scene3d>
            <a:sp3d contourW="12700"/>
          </a:bodyPr>
          <a:lstStyle/>
          <a:p>
            <a:pPr marL="0" lvl="1">
              <a:lnSpc>
                <a:spcPct val="120000"/>
              </a:lnSpc>
              <a:spcBef>
                <a:spcPts val="600"/>
              </a:spcBef>
              <a:spcAft>
                <a:spcPts val="600"/>
              </a:spcAft>
            </a:pPr>
            <a:r>
              <a:rPr lang="vi-VN" sz="2000"/>
              <a:t>Công nghệ thông tin tập trung vào việc </a:t>
            </a:r>
            <a:r>
              <a:rPr lang="vi-VN" sz="2000" b="1"/>
              <a:t>sử dụng và quản lý</a:t>
            </a:r>
            <a:r>
              <a:rPr lang="vi-VN" sz="2000"/>
              <a:t> các trụ cột này để phục vụ con người và doanh nghiệp.</a:t>
            </a:r>
            <a:endParaRPr lang="en-US" sz="2000"/>
          </a:p>
        </p:txBody>
      </p:sp>
    </p:spTree>
    <p:extLst>
      <p:ext uri="{BB962C8B-B14F-4D97-AF65-F5344CB8AC3E}">
        <p14:creationId xmlns:p14="http://schemas.microsoft.com/office/powerpoint/2010/main" val="1256916290"/>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2443-C635-38B9-C075-C5CB5A64576D}"/>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53AD202-5980-8976-01D5-E7425B435C08}"/>
              </a:ext>
            </a:extLst>
          </p:cNvPr>
          <p:cNvSpPr txBox="1"/>
          <p:nvPr/>
        </p:nvSpPr>
        <p:spPr>
          <a:xfrm>
            <a:off x="3818027" y="1662201"/>
            <a:ext cx="5481372" cy="2171300"/>
          </a:xfrm>
          <a:prstGeom prst="rect">
            <a:avLst/>
          </a:prstGeom>
          <a:noFill/>
        </p:spPr>
        <p:txBody>
          <a:bodyPr wrap="none" rtlCol="0">
            <a:spAutoFit/>
            <a:scene3d>
              <a:camera prst="orthographicFront"/>
              <a:lightRig rig="threePt" dir="t"/>
            </a:scene3d>
            <a:sp3d contourW="12700"/>
          </a:bodyPr>
          <a:lstStyle/>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PHẦN 2</a:t>
            </a:r>
          </a:p>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LỊCH SỬ MÁY TÍNH</a:t>
            </a:r>
            <a:endParaRPr lang="en-US" altLang="zh-CN" sz="4800" b="1" dirty="0">
              <a:solidFill>
                <a:srgbClr val="0070C0"/>
              </a:solidFill>
              <a:latin typeface="Cambria" panose="02040503050406030204" pitchFamily="18" charset="0"/>
              <a:ea typeface="+mj-ea"/>
              <a:cs typeface="经典综艺体简" panose="02010609000101010101" pitchFamily="49" charset="-122"/>
            </a:endParaRPr>
          </a:p>
        </p:txBody>
      </p:sp>
    </p:spTree>
    <p:extLst>
      <p:ext uri="{BB962C8B-B14F-4D97-AF65-F5344CB8AC3E}">
        <p14:creationId xmlns:p14="http://schemas.microsoft.com/office/powerpoint/2010/main" val="4114276565"/>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0" y="0"/>
            <a:ext cx="0" cy="0"/>
          </a:xfrm>
        </p:spPr>
        <p:txBody>
          <a:bodyPr/>
          <a:lstStyle/>
          <a:p>
            <a:r>
              <a:rPr lang="en-US" sz="3600" dirty="0"/>
              <a:t>LỊCH SỬ MÁY TÍNH</a:t>
            </a:r>
            <a:endParaRPr lang="en-US" sz="2000" dirty="0"/>
          </a:p>
        </p:txBody>
      </p:sp>
      <p:sp>
        <p:nvSpPr>
          <p:cNvPr id="64515" name="Freeform 3"/>
          <p:cNvSpPr>
            <a:spLocks noEditPoints="1"/>
          </p:cNvSpPr>
          <p:nvPr/>
        </p:nvSpPr>
        <p:spPr bwMode="gray">
          <a:xfrm>
            <a:off x="2971800" y="1981200"/>
            <a:ext cx="5943600" cy="4038600"/>
          </a:xfrm>
          <a:custGeom>
            <a:avLst/>
            <a:gdLst/>
            <a:ahLst/>
            <a:cxnLst>
              <a:cxn ang="0">
                <a:pos x="1092" y="50"/>
              </a:cxn>
              <a:cxn ang="0">
                <a:pos x="822" y="168"/>
              </a:cxn>
              <a:cxn ang="0">
                <a:pos x="594" y="300"/>
              </a:cxn>
              <a:cxn ang="0">
                <a:pos x="406" y="446"/>
              </a:cxn>
              <a:cxn ang="0">
                <a:pos x="254" y="604"/>
              </a:cxn>
              <a:cxn ang="0">
                <a:pos x="140" y="772"/>
              </a:cxn>
              <a:cxn ang="0">
                <a:pos x="60" y="944"/>
              </a:cxn>
              <a:cxn ang="0">
                <a:pos x="14" y="1122"/>
              </a:cxn>
              <a:cxn ang="0">
                <a:pos x="0" y="1300"/>
              </a:cxn>
              <a:cxn ang="0">
                <a:pos x="18" y="1476"/>
              </a:cxn>
              <a:cxn ang="0">
                <a:pos x="64" y="1650"/>
              </a:cxn>
              <a:cxn ang="0">
                <a:pos x="138" y="1818"/>
              </a:cxn>
              <a:cxn ang="0">
                <a:pos x="238" y="1978"/>
              </a:cxn>
              <a:cxn ang="0">
                <a:pos x="364" y="2126"/>
              </a:cxn>
              <a:cxn ang="0">
                <a:pos x="512" y="2262"/>
              </a:cxn>
              <a:cxn ang="0">
                <a:pos x="684" y="2382"/>
              </a:cxn>
              <a:cxn ang="0">
                <a:pos x="874" y="2484"/>
              </a:cxn>
              <a:cxn ang="0">
                <a:pos x="1086" y="2564"/>
              </a:cxn>
              <a:cxn ang="0">
                <a:pos x="1314" y="2622"/>
              </a:cxn>
              <a:cxn ang="0">
                <a:pos x="1558" y="2654"/>
              </a:cxn>
              <a:cxn ang="0">
                <a:pos x="1818" y="2658"/>
              </a:cxn>
              <a:cxn ang="0">
                <a:pos x="2090" y="2632"/>
              </a:cxn>
              <a:cxn ang="0">
                <a:pos x="2374" y="2574"/>
              </a:cxn>
              <a:cxn ang="0">
                <a:pos x="2544" y="2912"/>
              </a:cxn>
              <a:cxn ang="0">
                <a:pos x="1868" y="1552"/>
              </a:cxn>
              <a:cxn ang="0">
                <a:pos x="1956" y="1914"/>
              </a:cxn>
              <a:cxn ang="0">
                <a:pos x="1788" y="1936"/>
              </a:cxn>
              <a:cxn ang="0">
                <a:pos x="1616" y="1934"/>
              </a:cxn>
              <a:cxn ang="0">
                <a:pos x="1442" y="1912"/>
              </a:cxn>
              <a:cxn ang="0">
                <a:pos x="1272" y="1872"/>
              </a:cxn>
              <a:cxn ang="0">
                <a:pos x="1108" y="1812"/>
              </a:cxn>
              <a:cxn ang="0">
                <a:pos x="952" y="1736"/>
              </a:cxn>
              <a:cxn ang="0">
                <a:pos x="810" y="1646"/>
              </a:cxn>
              <a:cxn ang="0">
                <a:pos x="684" y="1542"/>
              </a:cxn>
              <a:cxn ang="0">
                <a:pos x="578" y="1428"/>
              </a:cxn>
              <a:cxn ang="0">
                <a:pos x="494" y="1304"/>
              </a:cxn>
              <a:cxn ang="0">
                <a:pos x="438" y="1170"/>
              </a:cxn>
              <a:cxn ang="0">
                <a:pos x="410" y="1032"/>
              </a:cxn>
              <a:cxn ang="0">
                <a:pos x="416" y="888"/>
              </a:cxn>
              <a:cxn ang="0">
                <a:pos x="460" y="742"/>
              </a:cxn>
              <a:cxn ang="0">
                <a:pos x="544" y="592"/>
              </a:cxn>
              <a:cxn ang="0">
                <a:pos x="670" y="444"/>
              </a:cxn>
              <a:cxn ang="0">
                <a:pos x="844" y="298"/>
              </a:cxn>
              <a:cxn ang="0">
                <a:pos x="1070" y="154"/>
              </a:cxn>
              <a:cxn ang="0">
                <a:pos x="1348" y="16"/>
              </a:cxn>
              <a:cxn ang="0">
                <a:pos x="1244" y="0"/>
              </a:cxn>
              <a:cxn ang="0">
                <a:pos x="2820" y="1934"/>
              </a:cxn>
              <a:cxn ang="0">
                <a:pos x="2820" y="1934"/>
              </a:cxn>
            </a:cxnLst>
            <a:rect l="0" t="0" r="r" b="b"/>
            <a:pathLst>
              <a:path w="2820" h="2912">
                <a:moveTo>
                  <a:pt x="1244" y="0"/>
                </a:moveTo>
                <a:lnTo>
                  <a:pt x="1092" y="50"/>
                </a:lnTo>
                <a:lnTo>
                  <a:pt x="952" y="106"/>
                </a:lnTo>
                <a:lnTo>
                  <a:pt x="822" y="168"/>
                </a:lnTo>
                <a:lnTo>
                  <a:pt x="704" y="232"/>
                </a:lnTo>
                <a:lnTo>
                  <a:pt x="594" y="300"/>
                </a:lnTo>
                <a:lnTo>
                  <a:pt x="494" y="372"/>
                </a:lnTo>
                <a:lnTo>
                  <a:pt x="406" y="446"/>
                </a:lnTo>
                <a:lnTo>
                  <a:pt x="324" y="524"/>
                </a:lnTo>
                <a:lnTo>
                  <a:pt x="254" y="604"/>
                </a:lnTo>
                <a:lnTo>
                  <a:pt x="192" y="686"/>
                </a:lnTo>
                <a:lnTo>
                  <a:pt x="140" y="772"/>
                </a:lnTo>
                <a:lnTo>
                  <a:pt x="96" y="856"/>
                </a:lnTo>
                <a:lnTo>
                  <a:pt x="60" y="944"/>
                </a:lnTo>
                <a:lnTo>
                  <a:pt x="32" y="1032"/>
                </a:lnTo>
                <a:lnTo>
                  <a:pt x="14" y="1122"/>
                </a:lnTo>
                <a:lnTo>
                  <a:pt x="2" y="1210"/>
                </a:lnTo>
                <a:lnTo>
                  <a:pt x="0" y="1300"/>
                </a:lnTo>
                <a:lnTo>
                  <a:pt x="4" y="1388"/>
                </a:lnTo>
                <a:lnTo>
                  <a:pt x="18" y="1476"/>
                </a:lnTo>
                <a:lnTo>
                  <a:pt x="36" y="1564"/>
                </a:lnTo>
                <a:lnTo>
                  <a:pt x="64" y="1650"/>
                </a:lnTo>
                <a:lnTo>
                  <a:pt x="96" y="1736"/>
                </a:lnTo>
                <a:lnTo>
                  <a:pt x="138" y="1818"/>
                </a:lnTo>
                <a:lnTo>
                  <a:pt x="184" y="1900"/>
                </a:lnTo>
                <a:lnTo>
                  <a:pt x="238" y="1978"/>
                </a:lnTo>
                <a:lnTo>
                  <a:pt x="298" y="2054"/>
                </a:lnTo>
                <a:lnTo>
                  <a:pt x="364" y="2126"/>
                </a:lnTo>
                <a:lnTo>
                  <a:pt x="434" y="2196"/>
                </a:lnTo>
                <a:lnTo>
                  <a:pt x="512" y="2262"/>
                </a:lnTo>
                <a:lnTo>
                  <a:pt x="596" y="2324"/>
                </a:lnTo>
                <a:lnTo>
                  <a:pt x="684" y="2382"/>
                </a:lnTo>
                <a:lnTo>
                  <a:pt x="776" y="2436"/>
                </a:lnTo>
                <a:lnTo>
                  <a:pt x="874" y="2484"/>
                </a:lnTo>
                <a:lnTo>
                  <a:pt x="978" y="2526"/>
                </a:lnTo>
                <a:lnTo>
                  <a:pt x="1086" y="2564"/>
                </a:lnTo>
                <a:lnTo>
                  <a:pt x="1198" y="2596"/>
                </a:lnTo>
                <a:lnTo>
                  <a:pt x="1314" y="2622"/>
                </a:lnTo>
                <a:lnTo>
                  <a:pt x="1434" y="2642"/>
                </a:lnTo>
                <a:lnTo>
                  <a:pt x="1558" y="2654"/>
                </a:lnTo>
                <a:lnTo>
                  <a:pt x="1686" y="2660"/>
                </a:lnTo>
                <a:lnTo>
                  <a:pt x="1818" y="2658"/>
                </a:lnTo>
                <a:lnTo>
                  <a:pt x="1952" y="2650"/>
                </a:lnTo>
                <a:lnTo>
                  <a:pt x="2090" y="2632"/>
                </a:lnTo>
                <a:lnTo>
                  <a:pt x="2230" y="2608"/>
                </a:lnTo>
                <a:lnTo>
                  <a:pt x="2374" y="2574"/>
                </a:lnTo>
                <a:lnTo>
                  <a:pt x="2542" y="2912"/>
                </a:lnTo>
                <a:lnTo>
                  <a:pt x="2544" y="2912"/>
                </a:lnTo>
                <a:lnTo>
                  <a:pt x="2820" y="1934"/>
                </a:lnTo>
                <a:lnTo>
                  <a:pt x="1868" y="1552"/>
                </a:lnTo>
                <a:lnTo>
                  <a:pt x="2036" y="1894"/>
                </a:lnTo>
                <a:lnTo>
                  <a:pt x="1956" y="1914"/>
                </a:lnTo>
                <a:lnTo>
                  <a:pt x="1872" y="1928"/>
                </a:lnTo>
                <a:lnTo>
                  <a:pt x="1788" y="1936"/>
                </a:lnTo>
                <a:lnTo>
                  <a:pt x="1702" y="1938"/>
                </a:lnTo>
                <a:lnTo>
                  <a:pt x="1616" y="1934"/>
                </a:lnTo>
                <a:lnTo>
                  <a:pt x="1528" y="1926"/>
                </a:lnTo>
                <a:lnTo>
                  <a:pt x="1442" y="1912"/>
                </a:lnTo>
                <a:lnTo>
                  <a:pt x="1356" y="1894"/>
                </a:lnTo>
                <a:lnTo>
                  <a:pt x="1272" y="1872"/>
                </a:lnTo>
                <a:lnTo>
                  <a:pt x="1188" y="1844"/>
                </a:lnTo>
                <a:lnTo>
                  <a:pt x="1108" y="1812"/>
                </a:lnTo>
                <a:lnTo>
                  <a:pt x="1028" y="1776"/>
                </a:lnTo>
                <a:lnTo>
                  <a:pt x="952" y="1736"/>
                </a:lnTo>
                <a:lnTo>
                  <a:pt x="880" y="1692"/>
                </a:lnTo>
                <a:lnTo>
                  <a:pt x="810" y="1646"/>
                </a:lnTo>
                <a:lnTo>
                  <a:pt x="744" y="1596"/>
                </a:lnTo>
                <a:lnTo>
                  <a:pt x="684" y="1542"/>
                </a:lnTo>
                <a:lnTo>
                  <a:pt x="628" y="1486"/>
                </a:lnTo>
                <a:lnTo>
                  <a:pt x="578" y="1428"/>
                </a:lnTo>
                <a:lnTo>
                  <a:pt x="532" y="1366"/>
                </a:lnTo>
                <a:lnTo>
                  <a:pt x="494" y="1304"/>
                </a:lnTo>
                <a:lnTo>
                  <a:pt x="462" y="1238"/>
                </a:lnTo>
                <a:lnTo>
                  <a:pt x="438" y="1170"/>
                </a:lnTo>
                <a:lnTo>
                  <a:pt x="420" y="1102"/>
                </a:lnTo>
                <a:lnTo>
                  <a:pt x="410" y="1032"/>
                </a:lnTo>
                <a:lnTo>
                  <a:pt x="410" y="960"/>
                </a:lnTo>
                <a:lnTo>
                  <a:pt x="416" y="888"/>
                </a:lnTo>
                <a:lnTo>
                  <a:pt x="434" y="816"/>
                </a:lnTo>
                <a:lnTo>
                  <a:pt x="460" y="742"/>
                </a:lnTo>
                <a:lnTo>
                  <a:pt x="496" y="668"/>
                </a:lnTo>
                <a:lnTo>
                  <a:pt x="544" y="592"/>
                </a:lnTo>
                <a:lnTo>
                  <a:pt x="602" y="518"/>
                </a:lnTo>
                <a:lnTo>
                  <a:pt x="670" y="444"/>
                </a:lnTo>
                <a:lnTo>
                  <a:pt x="752" y="370"/>
                </a:lnTo>
                <a:lnTo>
                  <a:pt x="844" y="298"/>
                </a:lnTo>
                <a:lnTo>
                  <a:pt x="950" y="226"/>
                </a:lnTo>
                <a:lnTo>
                  <a:pt x="1070" y="154"/>
                </a:lnTo>
                <a:lnTo>
                  <a:pt x="1202" y="84"/>
                </a:lnTo>
                <a:lnTo>
                  <a:pt x="1348" y="16"/>
                </a:lnTo>
                <a:lnTo>
                  <a:pt x="1244" y="0"/>
                </a:lnTo>
                <a:lnTo>
                  <a:pt x="1244" y="0"/>
                </a:lnTo>
                <a:lnTo>
                  <a:pt x="1244" y="0"/>
                </a:lnTo>
                <a:close/>
                <a:moveTo>
                  <a:pt x="2820" y="1934"/>
                </a:moveTo>
                <a:lnTo>
                  <a:pt x="2820" y="1934"/>
                </a:lnTo>
                <a:lnTo>
                  <a:pt x="2820" y="1934"/>
                </a:lnTo>
                <a:close/>
              </a:path>
            </a:pathLst>
          </a:custGeom>
          <a:gradFill rotWithShape="1">
            <a:gsLst>
              <a:gs pos="0">
                <a:schemeClr val="accent1"/>
              </a:gs>
              <a:gs pos="100000">
                <a:schemeClr val="hlink"/>
              </a:gs>
            </a:gsLst>
            <a:lin ang="5400000" scaled="1"/>
          </a:gradFill>
          <a:ln w="0">
            <a:noFill/>
            <a:prstDash val="solid"/>
            <a:round/>
            <a:headEnd/>
            <a:tailEnd/>
          </a:ln>
          <a:effectLst>
            <a:outerShdw dist="206741" dir="8249373" algn="ctr" rotWithShape="0">
              <a:srgbClr val="C1D1D3">
                <a:alpha val="50000"/>
              </a:srgbClr>
            </a:outerShdw>
          </a:effectLst>
        </p:spPr>
        <p:txBody>
          <a:bodyPr/>
          <a:lstStyle/>
          <a:p>
            <a:endParaRPr lang="en-US"/>
          </a:p>
        </p:txBody>
      </p:sp>
      <p:sp>
        <p:nvSpPr>
          <p:cNvPr id="64544" name="Text Box 32"/>
          <p:cNvSpPr txBox="1">
            <a:spLocks noChangeArrowheads="1"/>
          </p:cNvSpPr>
          <p:nvPr/>
        </p:nvSpPr>
        <p:spPr bwMode="auto">
          <a:xfrm>
            <a:off x="8991600" y="3505201"/>
            <a:ext cx="1447800" cy="519113"/>
          </a:xfrm>
          <a:prstGeom prst="rect">
            <a:avLst/>
          </a:prstGeom>
          <a:noFill/>
          <a:ln w="9525" algn="ctr">
            <a:noFill/>
            <a:miter lim="800000"/>
            <a:headEnd/>
            <a:tailEnd/>
          </a:ln>
          <a:effectLst/>
        </p:spPr>
        <p:txBody>
          <a:bodyPr wrap="square">
            <a:spAutoFit/>
          </a:bodyPr>
          <a:lstStyle/>
          <a:p>
            <a:r>
              <a:rPr lang="en-US" sz="2800" dirty="0">
                <a:solidFill>
                  <a:schemeClr val="tx2"/>
                </a:solidFill>
                <a:effectLst>
                  <a:outerShdw blurRad="38100" dist="38100" dir="2700000" algn="tl">
                    <a:srgbClr val="C0C0C0"/>
                  </a:outerShdw>
                </a:effectLst>
              </a:rPr>
              <a:t>Future</a:t>
            </a:r>
            <a:endParaRPr lang="en-US" sz="2800" dirty="0">
              <a:solidFill>
                <a:schemeClr val="tx2"/>
              </a:solidFill>
            </a:endParaRPr>
          </a:p>
        </p:txBody>
      </p:sp>
      <p:grpSp>
        <p:nvGrpSpPr>
          <p:cNvPr id="4" name="Group 3"/>
          <p:cNvGrpSpPr/>
          <p:nvPr/>
        </p:nvGrpSpPr>
        <p:grpSpPr>
          <a:xfrm>
            <a:off x="7315201" y="3810000"/>
            <a:ext cx="1704975" cy="1885950"/>
            <a:chOff x="5791200" y="3810000"/>
            <a:chExt cx="1704975" cy="1885950"/>
          </a:xfrm>
        </p:grpSpPr>
        <p:sp>
          <p:nvSpPr>
            <p:cNvPr id="64546" name="Oval 34"/>
            <p:cNvSpPr>
              <a:spLocks noChangeArrowheads="1"/>
            </p:cNvSpPr>
            <p:nvPr/>
          </p:nvSpPr>
          <p:spPr bwMode="gray">
            <a:xfrm rot="20876594">
              <a:off x="5859463" y="5029200"/>
              <a:ext cx="1438275" cy="666750"/>
            </a:xfrm>
            <a:prstGeom prst="ellipse">
              <a:avLst/>
            </a:prstGeom>
            <a:solidFill>
              <a:srgbClr val="0F2145">
                <a:alpha val="30000"/>
              </a:srgbClr>
            </a:solidFill>
            <a:ln w="9525">
              <a:noFill/>
              <a:round/>
              <a:headEnd/>
              <a:tailEnd/>
            </a:ln>
            <a:effectLst/>
          </p:spPr>
          <p:txBody>
            <a:bodyPr wrap="none" anchor="ctr"/>
            <a:lstStyle/>
            <a:p>
              <a:endParaRPr lang="en-US"/>
            </a:p>
          </p:txBody>
        </p:sp>
        <p:sp>
          <p:nvSpPr>
            <p:cNvPr id="64547" name="Oval 35"/>
            <p:cNvSpPr>
              <a:spLocks noChangeArrowheads="1"/>
            </p:cNvSpPr>
            <p:nvPr/>
          </p:nvSpPr>
          <p:spPr bwMode="gray">
            <a:xfrm>
              <a:off x="5791200" y="3810000"/>
              <a:ext cx="1704975" cy="1706563"/>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64548" name="Oval 36"/>
            <p:cNvSpPr>
              <a:spLocks noChangeArrowheads="1"/>
            </p:cNvSpPr>
            <p:nvPr/>
          </p:nvSpPr>
          <p:spPr bwMode="gray">
            <a:xfrm>
              <a:off x="5811838" y="3819525"/>
              <a:ext cx="1665287" cy="166370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64549" name="Oval 37"/>
            <p:cNvSpPr>
              <a:spLocks noChangeArrowheads="1"/>
            </p:cNvSpPr>
            <p:nvPr/>
          </p:nvSpPr>
          <p:spPr bwMode="gray">
            <a:xfrm>
              <a:off x="5829300" y="3835400"/>
              <a:ext cx="1584325" cy="1555750"/>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64550" name="Oval 38"/>
            <p:cNvSpPr>
              <a:spLocks noChangeArrowheads="1"/>
            </p:cNvSpPr>
            <p:nvPr/>
          </p:nvSpPr>
          <p:spPr bwMode="gray">
            <a:xfrm>
              <a:off x="5921375" y="3879850"/>
              <a:ext cx="1409700" cy="1262063"/>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sp>
          <p:nvSpPr>
            <p:cNvPr id="64551" name="Text Box 39"/>
            <p:cNvSpPr txBox="1">
              <a:spLocks noChangeArrowheads="1"/>
            </p:cNvSpPr>
            <p:nvPr/>
          </p:nvSpPr>
          <p:spPr bwMode="gray">
            <a:xfrm>
              <a:off x="6207125" y="4437063"/>
              <a:ext cx="784189" cy="523220"/>
            </a:xfrm>
            <a:prstGeom prst="rect">
              <a:avLst/>
            </a:prstGeom>
            <a:noFill/>
            <a:ln w="9525" algn="ctr">
              <a:noFill/>
              <a:miter lim="800000"/>
              <a:headEnd/>
              <a:tailEnd/>
            </a:ln>
            <a:effectLst/>
          </p:spPr>
          <p:txBody>
            <a:bodyPr wrap="none">
              <a:spAutoFit/>
            </a:bodyPr>
            <a:lstStyle/>
            <a:p>
              <a:pPr algn="ctr"/>
              <a:r>
                <a:rPr lang="en-US" sz="2800" dirty="0">
                  <a:solidFill>
                    <a:srgbClr val="000000"/>
                  </a:solidFill>
                </a:rPr>
                <a:t>21</a:t>
              </a:r>
              <a:r>
                <a:rPr lang="en-US" sz="2800" baseline="30000" dirty="0">
                  <a:solidFill>
                    <a:srgbClr val="000000"/>
                  </a:solidFill>
                </a:rPr>
                <a:t>th</a:t>
              </a:r>
              <a:endParaRPr lang="en-US" dirty="0"/>
            </a:p>
          </p:txBody>
        </p:sp>
      </p:grpSp>
      <p:grpSp>
        <p:nvGrpSpPr>
          <p:cNvPr id="5" name="Group 4"/>
          <p:cNvGrpSpPr/>
          <p:nvPr/>
        </p:nvGrpSpPr>
        <p:grpSpPr>
          <a:xfrm>
            <a:off x="4876800" y="4114800"/>
            <a:ext cx="1371600" cy="1600200"/>
            <a:chOff x="3352800" y="4114800"/>
            <a:chExt cx="1371600" cy="1600200"/>
          </a:xfrm>
        </p:grpSpPr>
        <p:sp>
          <p:nvSpPr>
            <p:cNvPr id="64552" name="Oval 40"/>
            <p:cNvSpPr>
              <a:spLocks noChangeArrowheads="1"/>
            </p:cNvSpPr>
            <p:nvPr/>
          </p:nvSpPr>
          <p:spPr bwMode="gray">
            <a:xfrm rot="20827004">
              <a:off x="3429000" y="5105400"/>
              <a:ext cx="1133475" cy="609600"/>
            </a:xfrm>
            <a:prstGeom prst="ellipse">
              <a:avLst/>
            </a:prstGeom>
            <a:solidFill>
              <a:srgbClr val="0F2145">
                <a:alpha val="30000"/>
              </a:srgbClr>
            </a:solidFill>
            <a:ln w="9525">
              <a:noFill/>
              <a:round/>
              <a:headEnd/>
              <a:tailEnd/>
            </a:ln>
            <a:effectLst/>
          </p:spPr>
          <p:txBody>
            <a:bodyPr wrap="none" anchor="ctr"/>
            <a:lstStyle/>
            <a:p>
              <a:endParaRPr lang="en-US"/>
            </a:p>
          </p:txBody>
        </p:sp>
        <p:grpSp>
          <p:nvGrpSpPr>
            <p:cNvPr id="64553" name="Group 41"/>
            <p:cNvGrpSpPr>
              <a:grpSpLocks/>
            </p:cNvGrpSpPr>
            <p:nvPr/>
          </p:nvGrpSpPr>
          <p:grpSpPr bwMode="auto">
            <a:xfrm>
              <a:off x="3352800" y="4114800"/>
              <a:ext cx="1371600" cy="1441450"/>
              <a:chOff x="732" y="2112"/>
              <a:chExt cx="842" cy="860"/>
            </a:xfrm>
          </p:grpSpPr>
          <p:sp>
            <p:nvSpPr>
              <p:cNvPr id="64554" name="Oval 42"/>
              <p:cNvSpPr>
                <a:spLocks noChangeArrowheads="1"/>
              </p:cNvSpPr>
              <p:nvPr/>
            </p:nvSpPr>
            <p:spPr bwMode="gray">
              <a:xfrm>
                <a:off x="732" y="2112"/>
                <a:ext cx="842" cy="860"/>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64555" name="Oval 43"/>
              <p:cNvSpPr>
                <a:spLocks noChangeArrowheads="1"/>
              </p:cNvSpPr>
              <p:nvPr/>
            </p:nvSpPr>
            <p:spPr bwMode="gray">
              <a:xfrm>
                <a:off x="743" y="2117"/>
                <a:ext cx="821" cy="838"/>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64556" name="Oval 44"/>
              <p:cNvSpPr>
                <a:spLocks noChangeArrowheads="1"/>
              </p:cNvSpPr>
              <p:nvPr/>
            </p:nvSpPr>
            <p:spPr bwMode="gray">
              <a:xfrm>
                <a:off x="751" y="2125"/>
                <a:ext cx="781" cy="784"/>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64557" name="Oval 45"/>
              <p:cNvSpPr>
                <a:spLocks noChangeArrowheads="1"/>
              </p:cNvSpPr>
              <p:nvPr/>
            </p:nvSpPr>
            <p:spPr bwMode="gray">
              <a:xfrm>
                <a:off x="795" y="2147"/>
                <a:ext cx="695" cy="63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sp>
            <p:nvSpPr>
              <p:cNvPr id="64558" name="Text Box 46"/>
              <p:cNvSpPr txBox="1">
                <a:spLocks noChangeArrowheads="1"/>
              </p:cNvSpPr>
              <p:nvPr/>
            </p:nvSpPr>
            <p:spPr bwMode="gray">
              <a:xfrm>
                <a:off x="904" y="2414"/>
                <a:ext cx="621" cy="312"/>
              </a:xfrm>
              <a:prstGeom prst="rect">
                <a:avLst/>
              </a:prstGeom>
              <a:noFill/>
              <a:ln w="9525" algn="ctr">
                <a:noFill/>
                <a:miter lim="800000"/>
                <a:headEnd/>
                <a:tailEnd/>
              </a:ln>
              <a:effectLst/>
            </p:spPr>
            <p:txBody>
              <a:bodyPr wrap="none">
                <a:spAutoFit/>
              </a:bodyPr>
              <a:lstStyle/>
              <a:p>
                <a:pPr algn="ctr"/>
                <a:r>
                  <a:rPr lang="en-US" sz="2800" dirty="0">
                    <a:solidFill>
                      <a:srgbClr val="000000"/>
                    </a:solidFill>
                  </a:rPr>
                  <a:t>20</a:t>
                </a:r>
                <a:r>
                  <a:rPr lang="en-US" sz="2800" baseline="30000" dirty="0">
                    <a:solidFill>
                      <a:srgbClr val="000000"/>
                    </a:solidFill>
                  </a:rPr>
                  <a:t>th</a:t>
                </a:r>
                <a:r>
                  <a:rPr lang="en-US" sz="2400" dirty="0">
                    <a:solidFill>
                      <a:srgbClr val="000000"/>
                    </a:solidFill>
                  </a:rPr>
                  <a:t> </a:t>
                </a:r>
                <a:r>
                  <a:rPr lang="en-US" sz="2400" baseline="30000" dirty="0">
                    <a:solidFill>
                      <a:srgbClr val="000000"/>
                    </a:solidFill>
                  </a:rPr>
                  <a:t> </a:t>
                </a:r>
                <a:r>
                  <a:rPr lang="en-US" sz="2400" dirty="0">
                    <a:solidFill>
                      <a:srgbClr val="000000"/>
                    </a:solidFill>
                  </a:rPr>
                  <a:t> </a:t>
                </a:r>
                <a:endParaRPr lang="en-US" dirty="0"/>
              </a:p>
            </p:txBody>
          </p:sp>
        </p:grpSp>
      </p:grpSp>
      <p:grpSp>
        <p:nvGrpSpPr>
          <p:cNvPr id="3" name="Group 2"/>
          <p:cNvGrpSpPr/>
          <p:nvPr/>
        </p:nvGrpSpPr>
        <p:grpSpPr>
          <a:xfrm>
            <a:off x="3048000" y="2000251"/>
            <a:ext cx="1100138" cy="1139825"/>
            <a:chOff x="1524000" y="2000250"/>
            <a:chExt cx="1100138" cy="1139825"/>
          </a:xfrm>
        </p:grpSpPr>
        <p:sp>
          <p:nvSpPr>
            <p:cNvPr id="64559" name="Oval 47"/>
            <p:cNvSpPr>
              <a:spLocks noChangeArrowheads="1"/>
            </p:cNvSpPr>
            <p:nvPr/>
          </p:nvSpPr>
          <p:spPr bwMode="gray">
            <a:xfrm>
              <a:off x="1524000" y="2606675"/>
              <a:ext cx="914400" cy="533400"/>
            </a:xfrm>
            <a:prstGeom prst="ellipse">
              <a:avLst/>
            </a:prstGeom>
            <a:solidFill>
              <a:srgbClr val="0F2145">
                <a:alpha val="30000"/>
              </a:srgbClr>
            </a:solidFill>
            <a:ln w="9525">
              <a:noFill/>
              <a:round/>
              <a:headEnd/>
              <a:tailEnd/>
            </a:ln>
            <a:effectLst/>
          </p:spPr>
          <p:txBody>
            <a:bodyPr wrap="none" anchor="ctr"/>
            <a:lstStyle/>
            <a:p>
              <a:endParaRPr lang="en-US"/>
            </a:p>
          </p:txBody>
        </p:sp>
        <p:sp>
          <p:nvSpPr>
            <p:cNvPr id="64560" name="Oval 48"/>
            <p:cNvSpPr>
              <a:spLocks noChangeArrowheads="1"/>
            </p:cNvSpPr>
            <p:nvPr/>
          </p:nvSpPr>
          <p:spPr bwMode="gray">
            <a:xfrm>
              <a:off x="1600200" y="2000250"/>
              <a:ext cx="1023938" cy="1023938"/>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64561" name="Oval 49"/>
            <p:cNvSpPr>
              <a:spLocks noChangeArrowheads="1"/>
            </p:cNvSpPr>
            <p:nvPr/>
          </p:nvSpPr>
          <p:spPr bwMode="gray">
            <a:xfrm>
              <a:off x="1612900" y="2005013"/>
              <a:ext cx="1000125" cy="1000125"/>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64562" name="Oval 50"/>
            <p:cNvSpPr>
              <a:spLocks noChangeArrowheads="1"/>
            </p:cNvSpPr>
            <p:nvPr/>
          </p:nvSpPr>
          <p:spPr bwMode="gray">
            <a:xfrm>
              <a:off x="1624013" y="2016125"/>
              <a:ext cx="950912" cy="933450"/>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64563" name="Oval 51"/>
            <p:cNvSpPr>
              <a:spLocks noChangeArrowheads="1"/>
            </p:cNvSpPr>
            <p:nvPr/>
          </p:nvSpPr>
          <p:spPr bwMode="gray">
            <a:xfrm>
              <a:off x="1677988" y="2041525"/>
              <a:ext cx="847725" cy="757238"/>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sp>
          <p:nvSpPr>
            <p:cNvPr id="64564" name="Text Box 52"/>
            <p:cNvSpPr txBox="1">
              <a:spLocks noChangeArrowheads="1"/>
            </p:cNvSpPr>
            <p:nvPr/>
          </p:nvSpPr>
          <p:spPr bwMode="gray">
            <a:xfrm>
              <a:off x="1795463" y="2349500"/>
              <a:ext cx="651140" cy="369332"/>
            </a:xfrm>
            <a:prstGeom prst="rect">
              <a:avLst/>
            </a:prstGeom>
            <a:noFill/>
            <a:ln w="9525" algn="ctr">
              <a:noFill/>
              <a:miter lim="800000"/>
              <a:headEnd/>
              <a:tailEnd/>
            </a:ln>
            <a:effectLst/>
          </p:spPr>
          <p:txBody>
            <a:bodyPr wrap="none">
              <a:spAutoFit/>
            </a:bodyPr>
            <a:lstStyle/>
            <a:p>
              <a:pPr algn="ctr"/>
              <a:r>
                <a:rPr lang="en-US" b="1" dirty="0">
                  <a:solidFill>
                    <a:srgbClr val="000000"/>
                  </a:solidFill>
                </a:rPr>
                <a:t>18</a:t>
              </a:r>
              <a:r>
                <a:rPr lang="en-US" b="1" baseline="30000" dirty="0">
                  <a:solidFill>
                    <a:srgbClr val="000000"/>
                  </a:solidFill>
                </a:rPr>
                <a:t>th</a:t>
              </a:r>
              <a:r>
                <a:rPr lang="en-US" b="1" dirty="0">
                  <a:solidFill>
                    <a:srgbClr val="000000"/>
                  </a:solidFill>
                </a:rPr>
                <a:t> </a:t>
              </a:r>
              <a:endParaRPr lang="en-US" dirty="0"/>
            </a:p>
          </p:txBody>
        </p:sp>
      </p:grpSp>
      <p:grpSp>
        <p:nvGrpSpPr>
          <p:cNvPr id="2" name="Group 1"/>
          <p:cNvGrpSpPr/>
          <p:nvPr/>
        </p:nvGrpSpPr>
        <p:grpSpPr>
          <a:xfrm>
            <a:off x="4314826" y="1543050"/>
            <a:ext cx="804863" cy="762000"/>
            <a:chOff x="2790825" y="1543050"/>
            <a:chExt cx="804863" cy="762000"/>
          </a:xfrm>
        </p:grpSpPr>
        <p:sp>
          <p:nvSpPr>
            <p:cNvPr id="64565" name="Oval 53"/>
            <p:cNvSpPr>
              <a:spLocks noChangeArrowheads="1"/>
            </p:cNvSpPr>
            <p:nvPr/>
          </p:nvSpPr>
          <p:spPr bwMode="gray">
            <a:xfrm>
              <a:off x="2790825" y="2076450"/>
              <a:ext cx="685800" cy="228600"/>
            </a:xfrm>
            <a:prstGeom prst="ellipse">
              <a:avLst/>
            </a:prstGeom>
            <a:solidFill>
              <a:srgbClr val="0F2145">
                <a:alpha val="30000"/>
              </a:srgbClr>
            </a:solidFill>
            <a:ln w="9525">
              <a:noFill/>
              <a:round/>
              <a:headEnd/>
              <a:tailEnd/>
            </a:ln>
            <a:effectLst/>
          </p:spPr>
          <p:txBody>
            <a:bodyPr wrap="none" anchor="ctr"/>
            <a:lstStyle/>
            <a:p>
              <a:endParaRPr lang="en-US"/>
            </a:p>
          </p:txBody>
        </p:sp>
        <p:sp>
          <p:nvSpPr>
            <p:cNvPr id="64566" name="Oval 54"/>
            <p:cNvSpPr>
              <a:spLocks noChangeArrowheads="1"/>
            </p:cNvSpPr>
            <p:nvPr/>
          </p:nvSpPr>
          <p:spPr bwMode="gray">
            <a:xfrm>
              <a:off x="2913063" y="1543050"/>
              <a:ext cx="682625" cy="682625"/>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64567" name="Oval 55"/>
            <p:cNvSpPr>
              <a:spLocks noChangeArrowheads="1"/>
            </p:cNvSpPr>
            <p:nvPr/>
          </p:nvSpPr>
          <p:spPr bwMode="gray">
            <a:xfrm>
              <a:off x="2922588" y="1546225"/>
              <a:ext cx="665162" cy="666750"/>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64568" name="Oval 56"/>
            <p:cNvSpPr>
              <a:spLocks noChangeArrowheads="1"/>
            </p:cNvSpPr>
            <p:nvPr/>
          </p:nvSpPr>
          <p:spPr bwMode="gray">
            <a:xfrm>
              <a:off x="2928938" y="1552575"/>
              <a:ext cx="633412" cy="622300"/>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64569" name="Oval 57"/>
            <p:cNvSpPr>
              <a:spLocks noChangeArrowheads="1"/>
            </p:cNvSpPr>
            <p:nvPr/>
          </p:nvSpPr>
          <p:spPr bwMode="gray">
            <a:xfrm>
              <a:off x="2965450" y="1571625"/>
              <a:ext cx="563563" cy="503238"/>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sp>
          <p:nvSpPr>
            <p:cNvPr id="64570" name="Text Box 58"/>
            <p:cNvSpPr txBox="1">
              <a:spLocks noChangeArrowheads="1"/>
            </p:cNvSpPr>
            <p:nvPr/>
          </p:nvSpPr>
          <p:spPr bwMode="gray">
            <a:xfrm>
              <a:off x="2982913" y="1766888"/>
              <a:ext cx="444352" cy="307777"/>
            </a:xfrm>
            <a:prstGeom prst="rect">
              <a:avLst/>
            </a:prstGeom>
            <a:noFill/>
            <a:ln w="9525" algn="ctr">
              <a:noFill/>
              <a:miter lim="800000"/>
              <a:headEnd/>
              <a:tailEnd/>
            </a:ln>
            <a:effectLst/>
          </p:spPr>
          <p:txBody>
            <a:bodyPr wrap="none">
              <a:spAutoFit/>
            </a:bodyPr>
            <a:lstStyle/>
            <a:p>
              <a:pPr algn="ctr"/>
              <a:r>
                <a:rPr lang="en-US" sz="1400" b="1" dirty="0">
                  <a:solidFill>
                    <a:srgbClr val="000000"/>
                  </a:solidFill>
                </a:rPr>
                <a:t>BC</a:t>
              </a:r>
              <a:endParaRPr lang="en-US" dirty="0"/>
            </a:p>
          </p:txBody>
        </p:sp>
      </p:grpSp>
      <p:grpSp>
        <p:nvGrpSpPr>
          <p:cNvPr id="33" name="Group 32"/>
          <p:cNvGrpSpPr/>
          <p:nvPr/>
        </p:nvGrpSpPr>
        <p:grpSpPr>
          <a:xfrm>
            <a:off x="3124200" y="3418114"/>
            <a:ext cx="1143000" cy="1306286"/>
            <a:chOff x="2743200" y="3996110"/>
            <a:chExt cx="1371600" cy="1600200"/>
          </a:xfrm>
        </p:grpSpPr>
        <p:sp>
          <p:nvSpPr>
            <p:cNvPr id="34" name="Oval 40"/>
            <p:cNvSpPr>
              <a:spLocks noChangeArrowheads="1"/>
            </p:cNvSpPr>
            <p:nvPr/>
          </p:nvSpPr>
          <p:spPr bwMode="gray">
            <a:xfrm rot="20827004">
              <a:off x="2819400" y="4986710"/>
              <a:ext cx="1133475" cy="609600"/>
            </a:xfrm>
            <a:prstGeom prst="ellipse">
              <a:avLst/>
            </a:prstGeom>
            <a:solidFill>
              <a:srgbClr val="0F2145">
                <a:alpha val="30000"/>
              </a:srgbClr>
            </a:solidFill>
            <a:ln w="9525">
              <a:noFill/>
              <a:round/>
              <a:headEnd/>
              <a:tailEnd/>
            </a:ln>
            <a:effectLst/>
          </p:spPr>
          <p:txBody>
            <a:bodyPr wrap="none" anchor="ctr"/>
            <a:lstStyle/>
            <a:p>
              <a:endParaRPr lang="en-US"/>
            </a:p>
          </p:txBody>
        </p:sp>
        <p:grpSp>
          <p:nvGrpSpPr>
            <p:cNvPr id="35" name="Group 41"/>
            <p:cNvGrpSpPr>
              <a:grpSpLocks/>
            </p:cNvGrpSpPr>
            <p:nvPr/>
          </p:nvGrpSpPr>
          <p:grpSpPr bwMode="auto">
            <a:xfrm>
              <a:off x="2743200" y="3996110"/>
              <a:ext cx="1371600" cy="1441450"/>
              <a:chOff x="732" y="2112"/>
              <a:chExt cx="842" cy="860"/>
            </a:xfrm>
          </p:grpSpPr>
          <p:sp>
            <p:nvSpPr>
              <p:cNvPr id="36" name="Oval 42"/>
              <p:cNvSpPr>
                <a:spLocks noChangeArrowheads="1"/>
              </p:cNvSpPr>
              <p:nvPr/>
            </p:nvSpPr>
            <p:spPr bwMode="gray">
              <a:xfrm>
                <a:off x="732" y="2112"/>
                <a:ext cx="842" cy="860"/>
              </a:xfrm>
              <a:prstGeom prst="ellipse">
                <a:avLst/>
              </a:prstGeom>
              <a:gradFill rotWithShape="1">
                <a:gsLst>
                  <a:gs pos="0">
                    <a:srgbClr val="D6E1E2">
                      <a:gamma/>
                      <a:shade val="46275"/>
                      <a:invGamma/>
                    </a:srgbClr>
                  </a:gs>
                  <a:gs pos="100000">
                    <a:srgbClr val="D6E1E2"/>
                  </a:gs>
                </a:gsLst>
                <a:lin ang="5400000" scaled="1"/>
              </a:gradFill>
              <a:ln w="9525" algn="ctr">
                <a:noFill/>
                <a:round/>
                <a:headEnd/>
                <a:tailEnd/>
              </a:ln>
              <a:effectLst/>
            </p:spPr>
            <p:txBody>
              <a:bodyPr vert="eaVert" wrap="none" anchor="ctr"/>
              <a:lstStyle/>
              <a:p>
                <a:endParaRPr lang="en-US"/>
              </a:p>
            </p:txBody>
          </p:sp>
          <p:sp>
            <p:nvSpPr>
              <p:cNvPr id="37" name="Oval 43"/>
              <p:cNvSpPr>
                <a:spLocks noChangeArrowheads="1"/>
              </p:cNvSpPr>
              <p:nvPr/>
            </p:nvSpPr>
            <p:spPr bwMode="gray">
              <a:xfrm>
                <a:off x="743" y="2117"/>
                <a:ext cx="821" cy="838"/>
              </a:xfrm>
              <a:prstGeom prst="ellipse">
                <a:avLst/>
              </a:prstGeom>
              <a:gradFill rotWithShape="1">
                <a:gsLst>
                  <a:gs pos="0">
                    <a:srgbClr val="D6E1E2">
                      <a:alpha val="0"/>
                    </a:srgbClr>
                  </a:gs>
                  <a:gs pos="100000">
                    <a:srgbClr val="D6E1E2">
                      <a:gamma/>
                      <a:tint val="34902"/>
                      <a:invGamma/>
                    </a:srgbClr>
                  </a:gs>
                </a:gsLst>
                <a:lin ang="5400000" scaled="1"/>
              </a:gradFill>
              <a:ln w="9525" algn="ctr">
                <a:noFill/>
                <a:round/>
                <a:headEnd/>
                <a:tailEnd/>
              </a:ln>
              <a:effectLst/>
            </p:spPr>
            <p:txBody>
              <a:bodyPr vert="eaVert" wrap="none" anchor="ctr"/>
              <a:lstStyle/>
              <a:p>
                <a:endParaRPr lang="en-US"/>
              </a:p>
            </p:txBody>
          </p:sp>
          <p:sp>
            <p:nvSpPr>
              <p:cNvPr id="38" name="Oval 44"/>
              <p:cNvSpPr>
                <a:spLocks noChangeArrowheads="1"/>
              </p:cNvSpPr>
              <p:nvPr/>
            </p:nvSpPr>
            <p:spPr bwMode="gray">
              <a:xfrm>
                <a:off x="751" y="2125"/>
                <a:ext cx="781" cy="784"/>
              </a:xfrm>
              <a:prstGeom prst="ellipse">
                <a:avLst/>
              </a:prstGeom>
              <a:gradFill rotWithShape="1">
                <a:gsLst>
                  <a:gs pos="0">
                    <a:srgbClr val="D6E1E2">
                      <a:gamma/>
                      <a:shade val="79216"/>
                      <a:invGamma/>
                    </a:srgbClr>
                  </a:gs>
                  <a:gs pos="100000">
                    <a:srgbClr val="D6E1E2">
                      <a:alpha val="48000"/>
                    </a:srgbClr>
                  </a:gs>
                </a:gsLst>
                <a:lin ang="5400000" scaled="1"/>
              </a:gradFill>
              <a:ln w="9525" algn="ctr">
                <a:noFill/>
                <a:round/>
                <a:headEnd/>
                <a:tailEnd/>
              </a:ln>
              <a:effectLst/>
            </p:spPr>
            <p:txBody>
              <a:bodyPr vert="eaVert" wrap="none" anchor="ctr"/>
              <a:lstStyle/>
              <a:p>
                <a:endParaRPr lang="en-US"/>
              </a:p>
            </p:txBody>
          </p:sp>
          <p:sp>
            <p:nvSpPr>
              <p:cNvPr id="39" name="Oval 45"/>
              <p:cNvSpPr>
                <a:spLocks noChangeArrowheads="1"/>
              </p:cNvSpPr>
              <p:nvPr/>
            </p:nvSpPr>
            <p:spPr bwMode="gray">
              <a:xfrm>
                <a:off x="795" y="2147"/>
                <a:ext cx="695" cy="636"/>
              </a:xfrm>
              <a:prstGeom prst="ellipse">
                <a:avLst/>
              </a:prstGeom>
              <a:gradFill rotWithShape="1">
                <a:gsLst>
                  <a:gs pos="0">
                    <a:srgbClr val="D6E1E2">
                      <a:gamma/>
                      <a:tint val="0"/>
                      <a:invGamma/>
                    </a:srgbClr>
                  </a:gs>
                  <a:gs pos="100000">
                    <a:srgbClr val="D6E1E2">
                      <a:alpha val="38000"/>
                    </a:srgbClr>
                  </a:gs>
                </a:gsLst>
                <a:lin ang="5400000" scaled="1"/>
              </a:gradFill>
              <a:ln w="9525" algn="ctr">
                <a:noFill/>
                <a:round/>
                <a:headEnd/>
                <a:tailEnd/>
              </a:ln>
              <a:effectLst/>
            </p:spPr>
            <p:txBody>
              <a:bodyPr vert="eaVert" wrap="none" anchor="ctr"/>
              <a:lstStyle/>
              <a:p>
                <a:endParaRPr lang="en-US"/>
              </a:p>
            </p:txBody>
          </p:sp>
          <p:sp>
            <p:nvSpPr>
              <p:cNvPr id="40" name="Text Box 46"/>
              <p:cNvSpPr txBox="1">
                <a:spLocks noChangeArrowheads="1"/>
              </p:cNvSpPr>
              <p:nvPr/>
            </p:nvSpPr>
            <p:spPr bwMode="gray">
              <a:xfrm>
                <a:off x="856" y="2414"/>
                <a:ext cx="578" cy="337"/>
              </a:xfrm>
              <a:prstGeom prst="rect">
                <a:avLst/>
              </a:prstGeom>
              <a:noFill/>
              <a:ln w="9525" algn="ctr">
                <a:noFill/>
                <a:miter lim="800000"/>
                <a:headEnd/>
                <a:tailEnd/>
              </a:ln>
              <a:effectLst/>
            </p:spPr>
            <p:txBody>
              <a:bodyPr wrap="none">
                <a:spAutoFit/>
              </a:bodyPr>
              <a:lstStyle/>
              <a:p>
                <a:pPr algn="ctr"/>
                <a:r>
                  <a:rPr lang="en-US" sz="2400" dirty="0">
                    <a:solidFill>
                      <a:srgbClr val="000000"/>
                    </a:solidFill>
                  </a:rPr>
                  <a:t>19</a:t>
                </a:r>
                <a:r>
                  <a:rPr lang="en-US" sz="2400" baseline="30000" dirty="0">
                    <a:solidFill>
                      <a:srgbClr val="000000"/>
                    </a:solidFill>
                  </a:rPr>
                  <a:t>th</a:t>
                </a:r>
                <a:r>
                  <a:rPr lang="en-US" sz="2400" dirty="0">
                    <a:solidFill>
                      <a:srgbClr val="000000"/>
                    </a:solidFill>
                  </a:rPr>
                  <a:t> </a:t>
                </a:r>
                <a:endParaRPr lang="en-US" dirty="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4515"/>
                                        </p:tgtEl>
                                        <p:attrNameLst>
                                          <p:attrName>style.visibility</p:attrName>
                                        </p:attrNameLst>
                                      </p:cBhvr>
                                      <p:to>
                                        <p:strVal val="visible"/>
                                      </p:to>
                                    </p:set>
                                    <p:animEffect transition="in" filter="wipe(up)">
                                      <p:cBhvr>
                                        <p:cTn id="7" dur="500"/>
                                        <p:tgtEl>
                                          <p:spTgt spid="64515"/>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anim calcmode="lin" valueType="num">
                                      <p:cBhvr>
                                        <p:cTn id="20" dur="500" fill="hold"/>
                                        <p:tgtEl>
                                          <p:spTgt spid="3"/>
                                        </p:tgtEl>
                                        <p:attrNameLst>
                                          <p:attrName>ppt_x</p:attrName>
                                        </p:attrNameLst>
                                      </p:cBhvr>
                                      <p:tavLst>
                                        <p:tav tm="0">
                                          <p:val>
                                            <p:strVal val="#ppt_x"/>
                                          </p:val>
                                        </p:tav>
                                        <p:tav tm="100000">
                                          <p:val>
                                            <p:strVal val="#ppt_x"/>
                                          </p:val>
                                        </p:tav>
                                      </p:tavLst>
                                    </p:anim>
                                    <p:anim calcmode="lin" valueType="num">
                                      <p:cBhvr>
                                        <p:cTn id="21"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500"/>
                                        <p:tgtEl>
                                          <p:spTgt spid="33"/>
                                        </p:tgtEl>
                                      </p:cBhvr>
                                    </p:animEffect>
                                    <p:anim calcmode="lin" valueType="num">
                                      <p:cBhvr>
                                        <p:cTn id="27" dur="500" fill="hold"/>
                                        <p:tgtEl>
                                          <p:spTgt spid="33"/>
                                        </p:tgtEl>
                                        <p:attrNameLst>
                                          <p:attrName>ppt_x</p:attrName>
                                        </p:attrNameLst>
                                      </p:cBhvr>
                                      <p:tavLst>
                                        <p:tav tm="0">
                                          <p:val>
                                            <p:strVal val="#ppt_x"/>
                                          </p:val>
                                        </p:tav>
                                        <p:tav tm="100000">
                                          <p:val>
                                            <p:strVal val="#ppt_x"/>
                                          </p:val>
                                        </p:tav>
                                      </p:tavLst>
                                    </p:anim>
                                    <p:anim calcmode="lin" valueType="num">
                                      <p:cBhvr>
                                        <p:cTn id="28" dur="5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anim calcmode="lin" valueType="num">
                                      <p:cBhvr>
                                        <p:cTn id="34" dur="500" fill="hold"/>
                                        <p:tgtEl>
                                          <p:spTgt spid="5"/>
                                        </p:tgtEl>
                                        <p:attrNameLst>
                                          <p:attrName>ppt_x</p:attrName>
                                        </p:attrNameLst>
                                      </p:cBhvr>
                                      <p:tavLst>
                                        <p:tav tm="0">
                                          <p:val>
                                            <p:strVal val="#ppt_x"/>
                                          </p:val>
                                        </p:tav>
                                        <p:tav tm="100000">
                                          <p:val>
                                            <p:strVal val="#ppt_x"/>
                                          </p:val>
                                        </p:tav>
                                      </p:tavLst>
                                    </p:anim>
                                    <p:anim calcmode="lin" valueType="num">
                                      <p:cBhvr>
                                        <p:cTn id="35"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anim calcmode="lin" valueType="num">
                                      <p:cBhvr>
                                        <p:cTn id="41" dur="500" fill="hold"/>
                                        <p:tgtEl>
                                          <p:spTgt spid="4"/>
                                        </p:tgtEl>
                                        <p:attrNameLst>
                                          <p:attrName>ppt_x</p:attrName>
                                        </p:attrNameLst>
                                      </p:cBhvr>
                                      <p:tavLst>
                                        <p:tav tm="0">
                                          <p:val>
                                            <p:strVal val="#ppt_x"/>
                                          </p:val>
                                        </p:tav>
                                        <p:tav tm="100000">
                                          <p:val>
                                            <p:strVal val="#ppt_x"/>
                                          </p:val>
                                        </p:tav>
                                      </p:tavLst>
                                    </p:anim>
                                    <p:anim calcmode="lin" valueType="num">
                                      <p:cBhvr>
                                        <p:cTn id="42"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4544"/>
                                        </p:tgtEl>
                                        <p:attrNameLst>
                                          <p:attrName>style.visibility</p:attrName>
                                        </p:attrNameLst>
                                      </p:cBhvr>
                                      <p:to>
                                        <p:strVal val="visible"/>
                                      </p:to>
                                    </p:set>
                                    <p:animEffect transition="in" filter="fade">
                                      <p:cBhvr>
                                        <p:cTn id="47" dur="500"/>
                                        <p:tgtEl>
                                          <p:spTgt spid="64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animBg="1"/>
      <p:bldP spid="645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bacus-1-AJHD.jpg"/>
          <p:cNvPicPr>
            <a:picLocks noChangeAspect="1"/>
          </p:cNvPicPr>
          <p:nvPr/>
        </p:nvPicPr>
        <p:blipFill>
          <a:blip r:embed="rId2"/>
          <a:stretch>
            <a:fillRect/>
          </a:stretch>
        </p:blipFill>
        <p:spPr>
          <a:xfrm>
            <a:off x="2912364" y="1781812"/>
            <a:ext cx="6367272" cy="4471971"/>
          </a:xfrm>
          <a:prstGeom prst="rect">
            <a:avLst/>
          </a:prstGeom>
        </p:spPr>
      </p:pic>
      <p:sp>
        <p:nvSpPr>
          <p:cNvPr id="5" name="TextBox 4"/>
          <p:cNvSpPr txBox="1"/>
          <p:nvPr/>
        </p:nvSpPr>
        <p:spPr>
          <a:xfrm>
            <a:off x="469739" y="1036515"/>
            <a:ext cx="10232288" cy="523220"/>
          </a:xfrm>
          <a:prstGeom prst="rect">
            <a:avLst/>
          </a:prstGeom>
          <a:noFill/>
        </p:spPr>
        <p:txBody>
          <a:bodyPr wrap="none" rtlCol="0">
            <a:spAutoFit/>
          </a:bodyPr>
          <a:lstStyle/>
          <a:p>
            <a:r>
              <a:rPr lang="en-US" sz="2800" dirty="0" err="1"/>
              <a:t>Bảng</a:t>
            </a:r>
            <a:r>
              <a:rPr lang="en-US" sz="2800" dirty="0"/>
              <a:t> </a:t>
            </a:r>
            <a:r>
              <a:rPr lang="en-US" sz="2800" dirty="0" err="1"/>
              <a:t>tính</a:t>
            </a:r>
            <a:r>
              <a:rPr lang="en-US" sz="2800" dirty="0"/>
              <a:t> </a:t>
            </a:r>
            <a:r>
              <a:rPr lang="en-US" sz="2800" dirty="0" err="1"/>
              <a:t>được</a:t>
            </a:r>
            <a:r>
              <a:rPr lang="en-US" sz="2800" dirty="0"/>
              <a:t> </a:t>
            </a:r>
            <a:r>
              <a:rPr lang="en-US" sz="2800" dirty="0" err="1"/>
              <a:t>phát</a:t>
            </a:r>
            <a:r>
              <a:rPr lang="en-US" sz="2800" dirty="0"/>
              <a:t> minh </a:t>
            </a:r>
            <a:r>
              <a:rPr lang="en-US" sz="2800" dirty="0" err="1"/>
              <a:t>bởi</a:t>
            </a:r>
            <a:r>
              <a:rPr lang="en-US" sz="2800" dirty="0"/>
              <a:t> </a:t>
            </a:r>
            <a:r>
              <a:rPr lang="en-US" sz="2800" dirty="0" err="1"/>
              <a:t>Trung</a:t>
            </a:r>
            <a:r>
              <a:rPr lang="en-US" sz="2800" dirty="0"/>
              <a:t> </a:t>
            </a:r>
            <a:r>
              <a:rPr lang="en-US" sz="2800" dirty="0" err="1"/>
              <a:t>Quốc</a:t>
            </a:r>
            <a:r>
              <a:rPr lang="en-US" sz="2800" dirty="0"/>
              <a:t> </a:t>
            </a:r>
            <a:r>
              <a:rPr lang="en-US" sz="2800" dirty="0" err="1"/>
              <a:t>vào</a:t>
            </a:r>
            <a:r>
              <a:rPr lang="en-US" sz="2800" dirty="0"/>
              <a:t> </a:t>
            </a:r>
            <a:r>
              <a:rPr lang="en-US" sz="2800" dirty="0" err="1"/>
              <a:t>khoảng</a:t>
            </a:r>
            <a:r>
              <a:rPr lang="en-US" sz="2800" dirty="0"/>
              <a:t> 500 BC</a:t>
            </a:r>
          </a:p>
        </p:txBody>
      </p:sp>
      <p:sp>
        <p:nvSpPr>
          <p:cNvPr id="6" name="TextBox 5">
            <a:extLst>
              <a:ext uri="{FF2B5EF4-FFF2-40B4-BE49-F238E27FC236}">
                <a16:creationId xmlns:a16="http://schemas.microsoft.com/office/drawing/2014/main" id="{830EB64D-FF68-FFFA-4468-5D9DBB83A69D}"/>
              </a:ext>
            </a:extLst>
          </p:cNvPr>
          <p:cNvSpPr txBox="1"/>
          <p:nvPr/>
        </p:nvSpPr>
        <p:spPr>
          <a:xfrm>
            <a:off x="2524380" y="217591"/>
            <a:ext cx="6123006" cy="707886"/>
          </a:xfrm>
          <a:prstGeom prst="rect">
            <a:avLst/>
          </a:prstGeom>
          <a:noFill/>
        </p:spPr>
        <p:txBody>
          <a:bodyPr wrap="square">
            <a:spAutoFit/>
          </a:bodyPr>
          <a:lstStyle/>
          <a:p>
            <a:r>
              <a:rPr lang="en-US" sz="4000" b="1" dirty="0">
                <a:solidFill>
                  <a:srgbClr val="FF0000"/>
                </a:solidFill>
              </a:rPr>
              <a:t>LỊCH SỬ MÁY TÍNH: BC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63542" y="267696"/>
            <a:ext cx="8512175" cy="563562"/>
          </a:xfrm>
        </p:spPr>
        <p:txBody>
          <a:bodyPr/>
          <a:lstStyle/>
          <a:p>
            <a:r>
              <a:rPr lang="en-US" sz="4000" b="1" dirty="0">
                <a:solidFill>
                  <a:srgbClr val="FF0000"/>
                </a:solidFill>
              </a:rPr>
              <a:t>LỊCH SỬ MÁY TÍNH: THẾ KỶ 18 </a:t>
            </a:r>
          </a:p>
        </p:txBody>
      </p:sp>
      <p:pic>
        <p:nvPicPr>
          <p:cNvPr id="35842" name="Picture 2" descr="http://www.wists.com/thumbnails/8/e3/8e3aa7cb35c0b10eef72c87d526f4b27-orig">
            <a:hlinkClick r:id="rId3"/>
          </p:cNvPr>
          <p:cNvPicPr>
            <a:picLocks noChangeAspect="1" noChangeArrowheads="1"/>
          </p:cNvPicPr>
          <p:nvPr/>
        </p:nvPicPr>
        <p:blipFill>
          <a:blip r:embed="rId4"/>
          <a:srcRect/>
          <a:stretch>
            <a:fillRect/>
          </a:stretch>
        </p:blipFill>
        <p:spPr bwMode="auto">
          <a:xfrm>
            <a:off x="6427810" y="1091538"/>
            <a:ext cx="2983901" cy="3013069"/>
          </a:xfrm>
          <a:prstGeom prst="rect">
            <a:avLst/>
          </a:prstGeom>
          <a:noFill/>
        </p:spPr>
      </p:pic>
      <p:sp>
        <p:nvSpPr>
          <p:cNvPr id="5" name="TextBox 4"/>
          <p:cNvSpPr txBox="1"/>
          <p:nvPr/>
        </p:nvSpPr>
        <p:spPr>
          <a:xfrm>
            <a:off x="6248513" y="6335080"/>
            <a:ext cx="3339376" cy="369332"/>
          </a:xfrm>
          <a:prstGeom prst="rect">
            <a:avLst/>
          </a:prstGeom>
          <a:noFill/>
        </p:spPr>
        <p:txBody>
          <a:bodyPr wrap="none" rtlCol="0">
            <a:spAutoFit/>
          </a:bodyPr>
          <a:lstStyle/>
          <a:p>
            <a:r>
              <a:rPr lang="en-US" dirty="0" err="1"/>
              <a:t>Schickard</a:t>
            </a:r>
            <a:r>
              <a:rPr lang="en-US" dirty="0"/>
              <a:t> Calculating Machine</a:t>
            </a:r>
          </a:p>
        </p:txBody>
      </p:sp>
      <p:sp>
        <p:nvSpPr>
          <p:cNvPr id="7" name="Rectangle 6"/>
          <p:cNvSpPr/>
          <p:nvPr/>
        </p:nvSpPr>
        <p:spPr>
          <a:xfrm>
            <a:off x="9587889" y="1091538"/>
            <a:ext cx="2514600" cy="3013069"/>
          </a:xfrm>
          <a:prstGeom prst="rect">
            <a:avLst/>
          </a:prstGeom>
        </p:spPr>
        <p:txBody>
          <a:bodyPr wrap="square">
            <a:spAutoFit/>
          </a:bodyPr>
          <a:lstStyle/>
          <a:p>
            <a:pPr algn="just">
              <a:lnSpc>
                <a:spcPct val="120000"/>
              </a:lnSpc>
            </a:pPr>
            <a:r>
              <a:rPr lang="en-US" sz="2000" dirty="0"/>
              <a:t>Wilhelm </a:t>
            </a:r>
            <a:r>
              <a:rPr lang="en-US" sz="2000" dirty="0" err="1"/>
              <a:t>Schickard</a:t>
            </a:r>
            <a:r>
              <a:rPr lang="en-US" sz="2000" dirty="0"/>
              <a:t> (April 22, 1592 – October 24, 1635) was a German polymath who built one of the first calculating machines in 1623</a:t>
            </a:r>
          </a:p>
        </p:txBody>
      </p:sp>
      <p:sp>
        <p:nvSpPr>
          <p:cNvPr id="8" name="Rectangle 7"/>
          <p:cNvSpPr/>
          <p:nvPr/>
        </p:nvSpPr>
        <p:spPr>
          <a:xfrm>
            <a:off x="317643" y="1091589"/>
            <a:ext cx="5446549" cy="1905073"/>
          </a:xfrm>
          <a:prstGeom prst="rect">
            <a:avLst/>
          </a:prstGeom>
        </p:spPr>
        <p:txBody>
          <a:bodyPr wrap="square">
            <a:spAutoFit/>
          </a:bodyPr>
          <a:lstStyle/>
          <a:p>
            <a:pPr algn="just">
              <a:lnSpc>
                <a:spcPct val="120000"/>
              </a:lnSpc>
            </a:pPr>
            <a:r>
              <a:rPr lang="vi-VN" sz="2000" dirty="0">
                <a:solidFill>
                  <a:srgbClr val="D77E5B"/>
                </a:solidFill>
              </a:rPr>
              <a:t>John Napier of Merchistoun (sinh 1550 - mất 4 tháng 4 1917) - thường ký tên là Neper, Nepair - tên hiệu Marvellous Merchiston, là một nhà toán học, vật lý, chiêm tinh và thiên văn học người Scotland.</a:t>
            </a:r>
            <a:endParaRPr lang="en-US" sz="2000" dirty="0">
              <a:solidFill>
                <a:srgbClr val="D77E5B"/>
              </a:solidFill>
            </a:endParaRPr>
          </a:p>
        </p:txBody>
      </p:sp>
      <p:pic>
        <p:nvPicPr>
          <p:cNvPr id="9" name="Picture 8" descr="John_Napier_and_Napiers_Bones.jpg"/>
          <p:cNvPicPr>
            <a:picLocks noChangeAspect="1"/>
          </p:cNvPicPr>
          <p:nvPr/>
        </p:nvPicPr>
        <p:blipFill>
          <a:blip r:embed="rId5"/>
          <a:stretch>
            <a:fillRect/>
          </a:stretch>
        </p:blipFill>
        <p:spPr>
          <a:xfrm>
            <a:off x="182349" y="3256993"/>
            <a:ext cx="2983901" cy="2330450"/>
          </a:xfrm>
          <a:prstGeom prst="rect">
            <a:avLst/>
          </a:prstGeom>
        </p:spPr>
      </p:pic>
      <p:pic>
        <p:nvPicPr>
          <p:cNvPr id="10" name="Picture 9" descr="Slide_rule_cursor.jpg"/>
          <p:cNvPicPr>
            <a:picLocks noChangeAspect="1"/>
          </p:cNvPicPr>
          <p:nvPr/>
        </p:nvPicPr>
        <p:blipFill>
          <a:blip r:embed="rId6"/>
          <a:stretch>
            <a:fillRect/>
          </a:stretch>
        </p:blipFill>
        <p:spPr>
          <a:xfrm>
            <a:off x="4176519" y="4422218"/>
            <a:ext cx="2604429" cy="1781429"/>
          </a:xfrm>
          <a:prstGeom prst="rect">
            <a:avLst/>
          </a:prstGeom>
        </p:spPr>
      </p:pic>
      <p:sp>
        <p:nvSpPr>
          <p:cNvPr id="11" name="TextBox 10"/>
          <p:cNvSpPr txBox="1"/>
          <p:nvPr/>
        </p:nvSpPr>
        <p:spPr>
          <a:xfrm>
            <a:off x="7016273" y="4509681"/>
            <a:ext cx="1803856" cy="1420325"/>
          </a:xfrm>
          <a:prstGeom prst="rect">
            <a:avLst/>
          </a:prstGeom>
          <a:noFill/>
        </p:spPr>
        <p:txBody>
          <a:bodyPr wrap="square" rtlCol="0">
            <a:spAutoFit/>
          </a:bodyPr>
          <a:lstStyle/>
          <a:p>
            <a:pPr>
              <a:lnSpc>
                <a:spcPct val="150000"/>
              </a:lnSpc>
            </a:pPr>
            <a:r>
              <a:rPr lang="en-US" sz="2000" dirty="0"/>
              <a:t>Slide rule</a:t>
            </a:r>
          </a:p>
          <a:p>
            <a:pPr>
              <a:lnSpc>
                <a:spcPct val="150000"/>
              </a:lnSpc>
            </a:pPr>
            <a:r>
              <a:rPr lang="en-US" sz="2000" dirty="0"/>
              <a:t>Quy </a:t>
            </a:r>
            <a:r>
              <a:rPr lang="en-US" sz="2000" dirty="0" err="1"/>
              <a:t>tắc</a:t>
            </a:r>
            <a:r>
              <a:rPr lang="en-US" sz="2000" dirty="0"/>
              <a:t> </a:t>
            </a:r>
            <a:br>
              <a:rPr lang="en-US" sz="2000" dirty="0"/>
            </a:br>
            <a:r>
              <a:rPr lang="en-US" sz="2000" dirty="0" err="1"/>
              <a:t>trượt</a:t>
            </a:r>
            <a:r>
              <a:rPr lang="en-US" sz="2000" dirty="0"/>
              <a:t> toán học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35842"/>
                                        </p:tgtEl>
                                        <p:attrNameLst>
                                          <p:attrName>style.visibility</p:attrName>
                                        </p:attrNameLst>
                                      </p:cBhvr>
                                      <p:to>
                                        <p:strVal val="visible"/>
                                      </p:to>
                                    </p:set>
                                    <p:animEffect transition="in" filter="circle(in)">
                                      <p:cBhvr>
                                        <p:cTn id="21" dur="1000"/>
                                        <p:tgtEl>
                                          <p:spTgt spid="35842"/>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ircle(in)">
                                      <p:cBhvr>
                                        <p:cTn id="24" dur="1000"/>
                                        <p:tgtEl>
                                          <p:spTgt spid="5"/>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les_Babbage_Difference_Engine_No_2.jpg">
            <a:hlinkClick r:id="rId3"/>
          </p:cNvPr>
          <p:cNvPicPr>
            <a:picLocks noChangeAspect="1"/>
          </p:cNvPicPr>
          <p:nvPr/>
        </p:nvPicPr>
        <p:blipFill>
          <a:blip r:embed="rId4"/>
          <a:stretch>
            <a:fillRect/>
          </a:stretch>
        </p:blipFill>
        <p:spPr>
          <a:xfrm>
            <a:off x="25729" y="1295399"/>
            <a:ext cx="5589218" cy="4123601"/>
          </a:xfrm>
          <a:prstGeom prst="rect">
            <a:avLst/>
          </a:prstGeom>
        </p:spPr>
      </p:pic>
      <p:sp>
        <p:nvSpPr>
          <p:cNvPr id="5" name="Rectangle 4"/>
          <p:cNvSpPr/>
          <p:nvPr/>
        </p:nvSpPr>
        <p:spPr>
          <a:xfrm>
            <a:off x="0" y="5419000"/>
            <a:ext cx="6070271" cy="923330"/>
          </a:xfrm>
          <a:prstGeom prst="rect">
            <a:avLst/>
          </a:prstGeom>
        </p:spPr>
        <p:txBody>
          <a:bodyPr wrap="square">
            <a:spAutoFit/>
          </a:bodyPr>
          <a:lstStyle/>
          <a:p>
            <a:r>
              <a:rPr lang="en-US" dirty="0"/>
              <a:t>                Difference Engine.</a:t>
            </a:r>
          </a:p>
          <a:p>
            <a:endParaRPr lang="en-US" dirty="0"/>
          </a:p>
          <a:p>
            <a:r>
              <a:rPr lang="vi-VN" dirty="0"/>
              <a:t>Được kỹ sư Charles Babbage thiết kế vào cuối năm 1840</a:t>
            </a:r>
            <a:endParaRPr lang="en-US" dirty="0"/>
          </a:p>
        </p:txBody>
      </p:sp>
      <p:pic>
        <p:nvPicPr>
          <p:cNvPr id="7" name="Picture 6" descr="Hollerish_tabulating_machine.jpg">
            <a:hlinkClick r:id="rId5" action="ppaction://hlinkfile"/>
          </p:cNvPr>
          <p:cNvPicPr>
            <a:picLocks noChangeAspect="1"/>
          </p:cNvPicPr>
          <p:nvPr/>
        </p:nvPicPr>
        <p:blipFill>
          <a:blip r:embed="rId6"/>
          <a:stretch>
            <a:fillRect/>
          </a:stretch>
        </p:blipFill>
        <p:spPr>
          <a:xfrm>
            <a:off x="6993230" y="1845160"/>
            <a:ext cx="4987846" cy="4323550"/>
          </a:xfrm>
          <a:prstGeom prst="rect">
            <a:avLst/>
          </a:prstGeom>
        </p:spPr>
      </p:pic>
      <p:sp>
        <p:nvSpPr>
          <p:cNvPr id="8" name="Rectangle 7"/>
          <p:cNvSpPr/>
          <p:nvPr/>
        </p:nvSpPr>
        <p:spPr>
          <a:xfrm>
            <a:off x="7734654" y="1295399"/>
            <a:ext cx="3504998" cy="369332"/>
          </a:xfrm>
          <a:prstGeom prst="rect">
            <a:avLst/>
          </a:prstGeom>
        </p:spPr>
        <p:txBody>
          <a:bodyPr wrap="none">
            <a:spAutoFit/>
          </a:bodyPr>
          <a:lstStyle/>
          <a:p>
            <a:r>
              <a:rPr lang="en-US" b="1" dirty="0"/>
              <a:t>Hollerith's Tabulating Machine</a:t>
            </a:r>
            <a:endParaRPr lang="en-US" dirty="0"/>
          </a:p>
        </p:txBody>
      </p:sp>
      <p:sp>
        <p:nvSpPr>
          <p:cNvPr id="6" name="TextBox 5">
            <a:extLst>
              <a:ext uri="{FF2B5EF4-FFF2-40B4-BE49-F238E27FC236}">
                <a16:creationId xmlns:a16="http://schemas.microsoft.com/office/drawing/2014/main" id="{A8971D56-FCE0-907D-5BFB-9626B1DBBB5F}"/>
              </a:ext>
            </a:extLst>
          </p:cNvPr>
          <p:cNvSpPr txBox="1"/>
          <p:nvPr/>
        </p:nvSpPr>
        <p:spPr>
          <a:xfrm>
            <a:off x="2234397" y="217215"/>
            <a:ext cx="7974474" cy="707886"/>
          </a:xfrm>
          <a:prstGeom prst="rect">
            <a:avLst/>
          </a:prstGeom>
          <a:noFill/>
        </p:spPr>
        <p:txBody>
          <a:bodyPr wrap="square">
            <a:spAutoFit/>
          </a:bodyPr>
          <a:lstStyle/>
          <a:p>
            <a:r>
              <a:rPr lang="en-US" sz="4000" b="1" dirty="0">
                <a:solidFill>
                  <a:srgbClr val="FF0000"/>
                </a:solidFill>
              </a:rPr>
              <a:t>LỊCH SỬ MÁY TÍNH: THẾ KỶ 19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1000"/>
                                        <p:tgtEl>
                                          <p:spTgt spid="4"/>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heel(1)">
                                      <p:cBhvr>
                                        <p:cTn id="15" dur="1000"/>
                                        <p:tgtEl>
                                          <p:spTgt spid="8"/>
                                        </p:tgtEl>
                                      </p:cBhvr>
                                    </p:animEffect>
                                  </p:childTnLst>
                                </p:cTn>
                              </p:par>
                              <p:par>
                                <p:cTn id="16" presetID="21" presetClass="entr" presetSubtype="1"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heel(1)">
                                      <p:cBhvr>
                                        <p:cTn id="1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2631-A0D3-4FEB-AB6F-2E3B2F4B07C7}"/>
              </a:ext>
            </a:extLst>
          </p:cNvPr>
          <p:cNvSpPr>
            <a:spLocks noGrp="1"/>
          </p:cNvSpPr>
          <p:nvPr>
            <p:ph type="title" idx="4294967295"/>
          </p:nvPr>
        </p:nvSpPr>
        <p:spPr>
          <a:xfrm>
            <a:off x="0" y="914400"/>
            <a:ext cx="3657600" cy="2735263"/>
          </a:xfrm>
        </p:spPr>
        <p:txBody>
          <a:bodyPr vert="horz" lIns="91440" tIns="45720" rIns="91440" bIns="45720" rtlCol="0" anchor="b">
            <a:normAutofit/>
          </a:bodyPr>
          <a:lstStyle/>
          <a:p>
            <a:pPr algn="ctr"/>
            <a:r>
              <a:rPr lang="en-US" sz="4800" kern="1200" dirty="0">
                <a:solidFill>
                  <a:srgbClr val="FFFFFF"/>
                </a:solidFill>
                <a:latin typeface="+mj-lt"/>
                <a:ea typeface="+mj-ea"/>
                <a:cs typeface="+mj-cs"/>
              </a:rPr>
              <a:t>CÂU HỎI</a:t>
            </a:r>
          </a:p>
        </p:txBody>
      </p:sp>
      <p:sp>
        <p:nvSpPr>
          <p:cNvPr id="3" name="Content Placeholder 2">
            <a:extLst>
              <a:ext uri="{FF2B5EF4-FFF2-40B4-BE49-F238E27FC236}">
                <a16:creationId xmlns:a16="http://schemas.microsoft.com/office/drawing/2014/main" id="{15DA6ED8-F35A-450F-BF6D-416E25E0A988}"/>
              </a:ext>
            </a:extLst>
          </p:cNvPr>
          <p:cNvSpPr>
            <a:spLocks noGrp="1"/>
          </p:cNvSpPr>
          <p:nvPr>
            <p:ph idx="4294967295"/>
          </p:nvPr>
        </p:nvSpPr>
        <p:spPr>
          <a:xfrm>
            <a:off x="0" y="4170363"/>
            <a:ext cx="4332288" cy="1925637"/>
          </a:xfrm>
        </p:spPr>
        <p:txBody>
          <a:bodyPr vert="horz" lIns="91440" tIns="45720" rIns="91440" bIns="45720" rtlCol="0">
            <a:normAutofit/>
          </a:bodyPr>
          <a:lstStyle/>
          <a:p>
            <a:pPr marL="0" indent="0" algn="ctr">
              <a:buNone/>
            </a:pPr>
            <a:r>
              <a:rPr lang="en-US" sz="3200" kern="1200" dirty="0" err="1">
                <a:solidFill>
                  <a:srgbClr val="FFFFFF"/>
                </a:solidFill>
                <a:latin typeface="+mn-lt"/>
                <a:ea typeface="+mn-ea"/>
                <a:cs typeface="+mn-cs"/>
              </a:rPr>
              <a:t>Cuối</a:t>
            </a:r>
            <a:r>
              <a:rPr lang="en-US" sz="3200" kern="1200" dirty="0">
                <a:solidFill>
                  <a:srgbClr val="FFFFFF"/>
                </a:solidFill>
                <a:latin typeface="+mn-lt"/>
                <a:ea typeface="+mn-ea"/>
                <a:cs typeface="+mn-cs"/>
              </a:rPr>
              <a:t> </a:t>
            </a:r>
            <a:r>
              <a:rPr lang="en-US" sz="3200" dirty="0" err="1">
                <a:solidFill>
                  <a:srgbClr val="FFFFFF"/>
                </a:solidFill>
              </a:rPr>
              <a:t>thế</a:t>
            </a:r>
            <a:r>
              <a:rPr lang="en-US" sz="3200" dirty="0">
                <a:solidFill>
                  <a:srgbClr val="FFFFFF"/>
                </a:solidFill>
              </a:rPr>
              <a:t> </a:t>
            </a:r>
            <a:r>
              <a:rPr lang="en-US" sz="3200" dirty="0" err="1">
                <a:solidFill>
                  <a:srgbClr val="FFFFFF"/>
                </a:solidFill>
              </a:rPr>
              <a:t>kỷ</a:t>
            </a:r>
            <a:r>
              <a:rPr lang="en-US" sz="3200" dirty="0">
                <a:solidFill>
                  <a:srgbClr val="FFFFFF"/>
                </a:solidFill>
              </a:rPr>
              <a:t> 19, </a:t>
            </a:r>
            <a:r>
              <a:rPr lang="en-US" sz="3200" dirty="0" err="1">
                <a:solidFill>
                  <a:srgbClr val="FFFFFF"/>
                </a:solidFill>
              </a:rPr>
              <a:t>đ</a:t>
            </a:r>
            <a:r>
              <a:rPr lang="en-US" sz="3200" kern="1200" dirty="0" err="1">
                <a:solidFill>
                  <a:srgbClr val="FFFFFF"/>
                </a:solidFill>
                <a:latin typeface="+mn-lt"/>
                <a:ea typeface="+mn-ea"/>
                <a:cs typeface="+mn-cs"/>
              </a:rPr>
              <a:t>ầu</a:t>
            </a:r>
            <a:r>
              <a:rPr lang="en-US" sz="3200" kern="1200" dirty="0">
                <a:solidFill>
                  <a:srgbClr val="FFFFFF"/>
                </a:solidFill>
                <a:latin typeface="+mn-lt"/>
                <a:ea typeface="+mn-ea"/>
                <a:cs typeface="+mn-cs"/>
              </a:rPr>
              <a:t> </a:t>
            </a:r>
            <a:r>
              <a:rPr lang="en-US" sz="3200" kern="1200" dirty="0" err="1">
                <a:solidFill>
                  <a:srgbClr val="FFFFFF"/>
                </a:solidFill>
                <a:latin typeface="+mn-lt"/>
                <a:ea typeface="+mn-ea"/>
                <a:cs typeface="+mn-cs"/>
              </a:rPr>
              <a:t>thế</a:t>
            </a:r>
            <a:r>
              <a:rPr lang="en-US" sz="3200" kern="1200" dirty="0">
                <a:solidFill>
                  <a:srgbClr val="FFFFFF"/>
                </a:solidFill>
                <a:latin typeface="+mn-lt"/>
                <a:ea typeface="+mn-ea"/>
                <a:cs typeface="+mn-cs"/>
              </a:rPr>
              <a:t> </a:t>
            </a:r>
            <a:r>
              <a:rPr lang="en-US" sz="3200" kern="1200" dirty="0" err="1">
                <a:solidFill>
                  <a:srgbClr val="FFFFFF"/>
                </a:solidFill>
                <a:latin typeface="+mn-lt"/>
                <a:ea typeface="+mn-ea"/>
                <a:cs typeface="+mn-cs"/>
              </a:rPr>
              <a:t>kỷ</a:t>
            </a:r>
            <a:r>
              <a:rPr lang="en-US" sz="3200" kern="1200" dirty="0">
                <a:solidFill>
                  <a:srgbClr val="FFFFFF"/>
                </a:solidFill>
                <a:latin typeface="+mn-lt"/>
                <a:ea typeface="+mn-ea"/>
                <a:cs typeface="+mn-cs"/>
              </a:rPr>
              <a:t> 20 </a:t>
            </a:r>
            <a:r>
              <a:rPr lang="en-US" sz="3200" kern="1200" dirty="0" err="1">
                <a:solidFill>
                  <a:srgbClr val="FFFFFF"/>
                </a:solidFill>
                <a:latin typeface="+mn-lt"/>
                <a:ea typeface="+mn-ea"/>
                <a:cs typeface="+mn-cs"/>
              </a:rPr>
              <a:t>có</a:t>
            </a:r>
            <a:r>
              <a:rPr lang="en-US" sz="3200" kern="1200" dirty="0">
                <a:solidFill>
                  <a:srgbClr val="FFFFFF"/>
                </a:solidFill>
                <a:latin typeface="+mn-lt"/>
                <a:ea typeface="+mn-ea"/>
                <a:cs typeface="+mn-cs"/>
              </a:rPr>
              <a:t> </a:t>
            </a:r>
            <a:r>
              <a:rPr lang="en-US" sz="3200" kern="1200" dirty="0" err="1">
                <a:solidFill>
                  <a:srgbClr val="FFFFFF"/>
                </a:solidFill>
                <a:latin typeface="+mn-lt"/>
                <a:ea typeface="+mn-ea"/>
                <a:cs typeface="+mn-cs"/>
              </a:rPr>
              <a:t>phát</a:t>
            </a:r>
            <a:r>
              <a:rPr lang="en-US" sz="3200" kern="1200" dirty="0">
                <a:solidFill>
                  <a:srgbClr val="FFFFFF"/>
                </a:solidFill>
                <a:latin typeface="+mn-lt"/>
                <a:ea typeface="+mn-ea"/>
                <a:cs typeface="+mn-cs"/>
              </a:rPr>
              <a:t> </a:t>
            </a:r>
            <a:r>
              <a:rPr lang="en-US" sz="3200" kern="1200" dirty="0" err="1">
                <a:solidFill>
                  <a:srgbClr val="FFFFFF"/>
                </a:solidFill>
                <a:latin typeface="+mn-lt"/>
                <a:ea typeface="+mn-ea"/>
                <a:cs typeface="+mn-cs"/>
              </a:rPr>
              <a:t>minh</a:t>
            </a:r>
            <a:r>
              <a:rPr lang="en-US" sz="3200" kern="1200" dirty="0">
                <a:solidFill>
                  <a:srgbClr val="FFFFFF"/>
                </a:solidFill>
                <a:latin typeface="+mn-lt"/>
                <a:ea typeface="+mn-ea"/>
                <a:cs typeface="+mn-cs"/>
              </a:rPr>
              <a:t> </a:t>
            </a:r>
            <a:r>
              <a:rPr lang="en-US" sz="3200" kern="1200" dirty="0" err="1">
                <a:solidFill>
                  <a:srgbClr val="FFFFFF"/>
                </a:solidFill>
                <a:latin typeface="+mn-lt"/>
                <a:ea typeface="+mn-ea"/>
                <a:cs typeface="+mn-cs"/>
              </a:rPr>
              <a:t>gì</a:t>
            </a:r>
            <a:r>
              <a:rPr lang="en-US" sz="3200" kern="1200" dirty="0">
                <a:solidFill>
                  <a:srgbClr val="FFFFFF"/>
                </a:solidFill>
                <a:latin typeface="+mn-lt"/>
                <a:ea typeface="+mn-ea"/>
                <a:cs typeface="+mn-cs"/>
              </a:rPr>
              <a:t> </a:t>
            </a:r>
            <a:r>
              <a:rPr lang="en-US" sz="3200" dirty="0" err="1">
                <a:solidFill>
                  <a:srgbClr val="FFFFFF"/>
                </a:solidFill>
              </a:rPr>
              <a:t>làm</a:t>
            </a:r>
            <a:r>
              <a:rPr lang="en-US" sz="3200" dirty="0">
                <a:solidFill>
                  <a:srgbClr val="FFFFFF"/>
                </a:solidFill>
              </a:rPr>
              <a:t> </a:t>
            </a:r>
            <a:r>
              <a:rPr lang="en-US" sz="3200" dirty="0" err="1">
                <a:solidFill>
                  <a:srgbClr val="FFFFFF"/>
                </a:solidFill>
              </a:rPr>
              <a:t>thay</a:t>
            </a:r>
            <a:r>
              <a:rPr lang="en-US" sz="3200" dirty="0">
                <a:solidFill>
                  <a:srgbClr val="FFFFFF"/>
                </a:solidFill>
              </a:rPr>
              <a:t> </a:t>
            </a:r>
            <a:r>
              <a:rPr lang="en-US" sz="3200" dirty="0" err="1">
                <a:solidFill>
                  <a:srgbClr val="FFFFFF"/>
                </a:solidFill>
              </a:rPr>
              <a:t>đổi</a:t>
            </a:r>
            <a:r>
              <a:rPr lang="en-US" sz="3200" dirty="0">
                <a:solidFill>
                  <a:srgbClr val="FFFFFF"/>
                </a:solidFill>
              </a:rPr>
              <a:t> </a:t>
            </a:r>
            <a:r>
              <a:rPr lang="en-US" sz="3200" dirty="0" err="1">
                <a:solidFill>
                  <a:srgbClr val="FFFFFF"/>
                </a:solidFill>
              </a:rPr>
              <a:t>thế</a:t>
            </a:r>
            <a:r>
              <a:rPr lang="en-US" sz="3200" dirty="0">
                <a:solidFill>
                  <a:srgbClr val="FFFFFF"/>
                </a:solidFill>
              </a:rPr>
              <a:t> </a:t>
            </a:r>
            <a:r>
              <a:rPr lang="en-US" sz="3200" dirty="0" err="1">
                <a:solidFill>
                  <a:srgbClr val="FFFFFF"/>
                </a:solidFill>
              </a:rPr>
              <a:t>giới</a:t>
            </a:r>
            <a:r>
              <a:rPr lang="en-US" sz="3200" dirty="0">
                <a:solidFill>
                  <a:srgbClr val="FFFFFF"/>
                </a:solidFill>
              </a:rPr>
              <a:t> </a:t>
            </a:r>
            <a:r>
              <a:rPr lang="en-US" sz="3200" dirty="0" err="1">
                <a:solidFill>
                  <a:srgbClr val="FFFFFF"/>
                </a:solidFill>
              </a:rPr>
              <a:t>của</a:t>
            </a:r>
            <a:endParaRPr lang="en-US" sz="3200" kern="1200" dirty="0">
              <a:solidFill>
                <a:srgbClr val="FFFFFF"/>
              </a:solidFill>
              <a:latin typeface="+mn-lt"/>
              <a:ea typeface="+mn-ea"/>
              <a:cs typeface="+mn-cs"/>
            </a:endParaRPr>
          </a:p>
        </p:txBody>
      </p:sp>
      <p:pic>
        <p:nvPicPr>
          <p:cNvPr id="2050" name="Picture 2" descr="Thực tế, cả 2 người đều có những đóng góp lớn lao cho loài người và không thể xác định chính xác ai giỏi hơn ai.">
            <a:extLst>
              <a:ext uri="{FF2B5EF4-FFF2-40B4-BE49-F238E27FC236}">
                <a16:creationId xmlns:a16="http://schemas.microsoft.com/office/drawing/2014/main" id="{FF7B72A1-948E-4E2C-8514-38234A3DD55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53822" y="1344029"/>
            <a:ext cx="6553545" cy="4177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90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ircle(out)">
                                      <p:cBhvr>
                                        <p:cTn id="7"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AED85-3FAA-444A-A43B-47B53E9D8025}"/>
              </a:ext>
            </a:extLst>
          </p:cNvPr>
          <p:cNvSpPr>
            <a:spLocks noGrp="1"/>
          </p:cNvSpPr>
          <p:nvPr>
            <p:ph type="title" idx="4294967295"/>
          </p:nvPr>
        </p:nvSpPr>
        <p:spPr>
          <a:xfrm>
            <a:off x="1844677" y="249909"/>
            <a:ext cx="10515600" cy="658745"/>
          </a:xfrm>
        </p:spPr>
        <p:txBody>
          <a:bodyPr/>
          <a:lstStyle/>
          <a:p>
            <a:r>
              <a:rPr lang="en-US" sz="4000" b="1" dirty="0">
                <a:solidFill>
                  <a:srgbClr val="FF0000"/>
                </a:solidFill>
              </a:rPr>
              <a:t>LỊCH SỬ MÁY TÍNH: THẾ HỆ 1</a:t>
            </a:r>
          </a:p>
        </p:txBody>
      </p:sp>
      <p:grpSp>
        <p:nvGrpSpPr>
          <p:cNvPr id="3" name="Group 2">
            <a:extLst>
              <a:ext uri="{FF2B5EF4-FFF2-40B4-BE49-F238E27FC236}">
                <a16:creationId xmlns:a16="http://schemas.microsoft.com/office/drawing/2014/main" id="{11062F97-EB7E-4040-B091-6751563D92B5}"/>
              </a:ext>
            </a:extLst>
          </p:cNvPr>
          <p:cNvGrpSpPr/>
          <p:nvPr/>
        </p:nvGrpSpPr>
        <p:grpSpPr>
          <a:xfrm>
            <a:off x="462022" y="1056379"/>
            <a:ext cx="4492626" cy="2659062"/>
            <a:chOff x="381000" y="1317626"/>
            <a:chExt cx="4248150" cy="2659062"/>
          </a:xfrm>
        </p:grpSpPr>
        <p:pic>
          <p:nvPicPr>
            <p:cNvPr id="5" name="Picture 5">
              <a:extLst>
                <a:ext uri="{FF2B5EF4-FFF2-40B4-BE49-F238E27FC236}">
                  <a16:creationId xmlns:a16="http://schemas.microsoft.com/office/drawing/2014/main" id="{57BF4A61-6758-4373-BD21-8DAC154AE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317626"/>
              <a:ext cx="4248150" cy="265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a:extLst>
                <a:ext uri="{FF2B5EF4-FFF2-40B4-BE49-F238E27FC236}">
                  <a16:creationId xmlns:a16="http://schemas.microsoft.com/office/drawing/2014/main" id="{1BEEC393-FA48-4F97-B2F1-7880EE004BE6}"/>
                </a:ext>
              </a:extLst>
            </p:cNvPr>
            <p:cNvSpPr txBox="1">
              <a:spLocks noChangeArrowheads="1"/>
            </p:cNvSpPr>
            <p:nvPr/>
          </p:nvSpPr>
          <p:spPr bwMode="auto">
            <a:xfrm>
              <a:off x="381000" y="3211065"/>
              <a:ext cx="1038437" cy="41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b="1" dirty="0">
                  <a:solidFill>
                    <a:srgbClr val="FF0066"/>
                  </a:solidFill>
                  <a:latin typeface="Tahoma" pitchFamily="34" charset="0"/>
                  <a:cs typeface="Tahoma" pitchFamily="34" charset="0"/>
                </a:rPr>
                <a:t>1946</a:t>
              </a:r>
            </a:p>
          </p:txBody>
        </p:sp>
      </p:grpSp>
      <p:grpSp>
        <p:nvGrpSpPr>
          <p:cNvPr id="7" name="Group 7">
            <a:extLst>
              <a:ext uri="{FF2B5EF4-FFF2-40B4-BE49-F238E27FC236}">
                <a16:creationId xmlns:a16="http://schemas.microsoft.com/office/drawing/2014/main" id="{32995626-69A4-42AA-944D-542C364BE9A5}"/>
              </a:ext>
            </a:extLst>
          </p:cNvPr>
          <p:cNvGrpSpPr>
            <a:grpSpLocks/>
          </p:cNvGrpSpPr>
          <p:nvPr/>
        </p:nvGrpSpPr>
        <p:grpSpPr bwMode="auto">
          <a:xfrm>
            <a:off x="6482179" y="3788221"/>
            <a:ext cx="4492626" cy="2676526"/>
            <a:chOff x="528" y="2160"/>
            <a:chExt cx="2208" cy="1767"/>
          </a:xfrm>
        </p:grpSpPr>
        <p:pic>
          <p:nvPicPr>
            <p:cNvPr id="8" name="Picture 8">
              <a:extLst>
                <a:ext uri="{FF2B5EF4-FFF2-40B4-BE49-F238E27FC236}">
                  <a16:creationId xmlns:a16="http://schemas.microsoft.com/office/drawing/2014/main" id="{3682486F-C065-45AA-9F4E-667CCC58F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2160"/>
              <a:ext cx="2208" cy="1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9">
              <a:extLst>
                <a:ext uri="{FF2B5EF4-FFF2-40B4-BE49-F238E27FC236}">
                  <a16:creationId xmlns:a16="http://schemas.microsoft.com/office/drawing/2014/main" id="{CE5DF518-80EF-4B9B-BDF9-E48F260886A5}"/>
                </a:ext>
              </a:extLst>
            </p:cNvPr>
            <p:cNvSpPr txBox="1">
              <a:spLocks noChangeArrowheads="1"/>
            </p:cNvSpPr>
            <p:nvPr/>
          </p:nvSpPr>
          <p:spPr bwMode="auto">
            <a:xfrm>
              <a:off x="2208" y="345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b="1">
                  <a:solidFill>
                    <a:srgbClr val="FF0066"/>
                  </a:solidFill>
                  <a:latin typeface="Tahoma" pitchFamily="34" charset="0"/>
                  <a:cs typeface="Tahoma" pitchFamily="34" charset="0"/>
                </a:rPr>
                <a:t>1948</a:t>
              </a:r>
            </a:p>
          </p:txBody>
        </p:sp>
        <p:sp>
          <p:nvSpPr>
            <p:cNvPr id="10" name="Text Box 10">
              <a:extLst>
                <a:ext uri="{FF2B5EF4-FFF2-40B4-BE49-F238E27FC236}">
                  <a16:creationId xmlns:a16="http://schemas.microsoft.com/office/drawing/2014/main" id="{C146781A-0D2E-468D-A6A7-17A98F24D20E}"/>
                </a:ext>
              </a:extLst>
            </p:cNvPr>
            <p:cNvSpPr txBox="1">
              <a:spLocks noChangeArrowheads="1"/>
            </p:cNvSpPr>
            <p:nvPr/>
          </p:nvSpPr>
          <p:spPr bwMode="auto">
            <a:xfrm>
              <a:off x="528" y="3696"/>
              <a:ext cx="22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b="1">
                  <a:solidFill>
                    <a:srgbClr val="000000"/>
                  </a:solidFill>
                  <a:latin typeface="Tahoma" pitchFamily="34" charset="0"/>
                  <a:cs typeface="Tahoma" pitchFamily="34" charset="0"/>
                </a:rPr>
                <a:t>Manchester Mark-I</a:t>
              </a:r>
            </a:p>
          </p:txBody>
        </p:sp>
      </p:grpSp>
      <p:grpSp>
        <p:nvGrpSpPr>
          <p:cNvPr id="11" name="Group 11">
            <a:extLst>
              <a:ext uri="{FF2B5EF4-FFF2-40B4-BE49-F238E27FC236}">
                <a16:creationId xmlns:a16="http://schemas.microsoft.com/office/drawing/2014/main" id="{580BF9C6-BCC9-40EE-BCE6-E18E89EE93B1}"/>
              </a:ext>
            </a:extLst>
          </p:cNvPr>
          <p:cNvGrpSpPr>
            <a:grpSpLocks/>
          </p:cNvGrpSpPr>
          <p:nvPr/>
        </p:nvGrpSpPr>
        <p:grpSpPr bwMode="auto">
          <a:xfrm>
            <a:off x="6482178" y="993189"/>
            <a:ext cx="4492625" cy="2551926"/>
            <a:chOff x="3120" y="921"/>
            <a:chExt cx="1716" cy="1575"/>
          </a:xfrm>
        </p:grpSpPr>
        <p:pic>
          <p:nvPicPr>
            <p:cNvPr id="12" name="Picture 12">
              <a:extLst>
                <a:ext uri="{FF2B5EF4-FFF2-40B4-BE49-F238E27FC236}">
                  <a16:creationId xmlns:a16="http://schemas.microsoft.com/office/drawing/2014/main" id="{936C6F63-367B-4212-AB94-AAE3E6C41EC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0" y="921"/>
              <a:ext cx="1716" cy="1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3">
              <a:extLst>
                <a:ext uri="{FF2B5EF4-FFF2-40B4-BE49-F238E27FC236}">
                  <a16:creationId xmlns:a16="http://schemas.microsoft.com/office/drawing/2014/main" id="{3C2FDC69-EEDE-4E18-8B4D-02A60D1B766A}"/>
                </a:ext>
              </a:extLst>
            </p:cNvPr>
            <p:cNvSpPr txBox="1">
              <a:spLocks noChangeArrowheads="1"/>
            </p:cNvSpPr>
            <p:nvPr/>
          </p:nvSpPr>
          <p:spPr bwMode="auto">
            <a:xfrm>
              <a:off x="3168" y="2265"/>
              <a:ext cx="1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b="1">
                  <a:solidFill>
                    <a:srgbClr val="000000"/>
                  </a:solidFill>
                  <a:latin typeface="Tahoma" pitchFamily="34" charset="0"/>
                  <a:cs typeface="Tahoma" pitchFamily="34" charset="0"/>
                </a:rPr>
                <a:t>EDVAC</a:t>
              </a:r>
            </a:p>
          </p:txBody>
        </p:sp>
      </p:grpSp>
      <p:grpSp>
        <p:nvGrpSpPr>
          <p:cNvPr id="14" name="Group 14">
            <a:extLst>
              <a:ext uri="{FF2B5EF4-FFF2-40B4-BE49-F238E27FC236}">
                <a16:creationId xmlns:a16="http://schemas.microsoft.com/office/drawing/2014/main" id="{33EBECBF-86F4-4906-AC1E-F8BFCBE9ABF7}"/>
              </a:ext>
            </a:extLst>
          </p:cNvPr>
          <p:cNvGrpSpPr>
            <a:grpSpLocks/>
          </p:cNvGrpSpPr>
          <p:nvPr/>
        </p:nvGrpSpPr>
        <p:grpSpPr bwMode="auto">
          <a:xfrm>
            <a:off x="462022" y="3788221"/>
            <a:ext cx="4492626" cy="2676526"/>
            <a:chOff x="720" y="720"/>
            <a:chExt cx="2112" cy="1527"/>
          </a:xfrm>
        </p:grpSpPr>
        <p:pic>
          <p:nvPicPr>
            <p:cNvPr id="15" name="Picture 15">
              <a:extLst>
                <a:ext uri="{FF2B5EF4-FFF2-40B4-BE49-F238E27FC236}">
                  <a16:creationId xmlns:a16="http://schemas.microsoft.com/office/drawing/2014/main" id="{5286AB5C-F30C-4A0A-9427-D1D659ED39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0" y="720"/>
              <a:ext cx="2112"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6">
              <a:extLst>
                <a:ext uri="{FF2B5EF4-FFF2-40B4-BE49-F238E27FC236}">
                  <a16:creationId xmlns:a16="http://schemas.microsoft.com/office/drawing/2014/main" id="{9DB24CC4-BE98-4E26-9A1E-2810CA2E7013}"/>
                </a:ext>
              </a:extLst>
            </p:cNvPr>
            <p:cNvSpPr txBox="1">
              <a:spLocks noChangeArrowheads="1"/>
            </p:cNvSpPr>
            <p:nvPr/>
          </p:nvSpPr>
          <p:spPr bwMode="auto">
            <a:xfrm>
              <a:off x="960" y="2016"/>
              <a:ext cx="16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b="1">
                  <a:solidFill>
                    <a:srgbClr val="000000"/>
                  </a:solidFill>
                  <a:latin typeface="Tahoma" pitchFamily="34" charset="0"/>
                  <a:cs typeface="Tahoma" pitchFamily="34" charset="0"/>
                </a:rPr>
                <a:t>EDSAC </a:t>
              </a:r>
            </a:p>
          </p:txBody>
        </p:sp>
      </p:grpSp>
    </p:spTree>
    <p:extLst>
      <p:ext uri="{BB962C8B-B14F-4D97-AF65-F5344CB8AC3E}">
        <p14:creationId xmlns:p14="http://schemas.microsoft.com/office/powerpoint/2010/main" val="731167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2">
            <a:extLst>
              <a:ext uri="{FF2B5EF4-FFF2-40B4-BE49-F238E27FC236}">
                <a16:creationId xmlns:a16="http://schemas.microsoft.com/office/drawing/2014/main" id="{104CA983-0907-4967-BE86-35B7D3A63BA5}"/>
              </a:ext>
            </a:extLst>
          </p:cNvPr>
          <p:cNvGrpSpPr>
            <a:grpSpLocks/>
          </p:cNvGrpSpPr>
          <p:nvPr/>
        </p:nvGrpSpPr>
        <p:grpSpPr bwMode="auto">
          <a:xfrm>
            <a:off x="73707" y="3620323"/>
            <a:ext cx="3386548" cy="2821320"/>
            <a:chOff x="864" y="1008"/>
            <a:chExt cx="3936" cy="2348"/>
          </a:xfrm>
        </p:grpSpPr>
        <p:pic>
          <p:nvPicPr>
            <p:cNvPr id="5" name="Picture 20">
              <a:extLst>
                <a:ext uri="{FF2B5EF4-FFF2-40B4-BE49-F238E27FC236}">
                  <a16:creationId xmlns:a16="http://schemas.microsoft.com/office/drawing/2014/main" id="{AF278644-307F-4FF8-B989-4B26133B28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 y="1008"/>
              <a:ext cx="3888" cy="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1">
              <a:extLst>
                <a:ext uri="{FF2B5EF4-FFF2-40B4-BE49-F238E27FC236}">
                  <a16:creationId xmlns:a16="http://schemas.microsoft.com/office/drawing/2014/main" id="{184730B1-3CFA-4E5A-85BA-ECB32DD991C5}"/>
                </a:ext>
              </a:extLst>
            </p:cNvPr>
            <p:cNvSpPr txBox="1">
              <a:spLocks noChangeArrowheads="1"/>
            </p:cNvSpPr>
            <p:nvPr/>
          </p:nvSpPr>
          <p:spPr bwMode="auto">
            <a:xfrm>
              <a:off x="864" y="3072"/>
              <a:ext cx="388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sz="2000" b="1" dirty="0">
                  <a:solidFill>
                    <a:srgbClr val="000000"/>
                  </a:solidFill>
                  <a:latin typeface="Tahoma" pitchFamily="34" charset="0"/>
                  <a:cs typeface="Tahoma" pitchFamily="34" charset="0"/>
                </a:rPr>
                <a:t>"</a:t>
              </a:r>
              <a:r>
                <a:rPr lang="en-US" sz="2000" b="1" dirty="0" err="1">
                  <a:solidFill>
                    <a:srgbClr val="000000"/>
                  </a:solidFill>
                  <a:latin typeface="Tahoma" pitchFamily="34" charset="0"/>
                  <a:cs typeface="Tahoma" pitchFamily="34" charset="0"/>
                </a:rPr>
                <a:t>Setun</a:t>
              </a:r>
              <a:r>
                <a:rPr lang="en-US" sz="2000" b="1" dirty="0">
                  <a:solidFill>
                    <a:srgbClr val="000000"/>
                  </a:solidFill>
                  <a:latin typeface="Tahoma" pitchFamily="34" charset="0"/>
                  <a:cs typeface="Tahoma" pitchFamily="34" charset="0"/>
                </a:rPr>
                <a:t>" computer 1958 </a:t>
              </a:r>
            </a:p>
          </p:txBody>
        </p:sp>
      </p:grpSp>
      <p:sp>
        <p:nvSpPr>
          <p:cNvPr id="7" name="Title 1">
            <a:extLst>
              <a:ext uri="{FF2B5EF4-FFF2-40B4-BE49-F238E27FC236}">
                <a16:creationId xmlns:a16="http://schemas.microsoft.com/office/drawing/2014/main" id="{6CB0FEF3-5354-4C53-A2A6-0734A275D0AA}"/>
              </a:ext>
            </a:extLst>
          </p:cNvPr>
          <p:cNvSpPr txBox="1">
            <a:spLocks/>
          </p:cNvSpPr>
          <p:nvPr/>
        </p:nvSpPr>
        <p:spPr>
          <a:xfrm>
            <a:off x="1816202" y="0"/>
            <a:ext cx="10515600" cy="57259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sz="4000" b="1" dirty="0">
                <a:solidFill>
                  <a:srgbClr val="FF0000"/>
                </a:solidFill>
              </a:rPr>
              <a:t>LỊCH SỬ MÁY TÍNH: THẾ HỆ 2</a:t>
            </a:r>
          </a:p>
        </p:txBody>
      </p:sp>
      <p:pic>
        <p:nvPicPr>
          <p:cNvPr id="1026" name="Picture 2" descr="Second Generation of Computer - Blogwaping">
            <a:extLst>
              <a:ext uri="{FF2B5EF4-FFF2-40B4-BE49-F238E27FC236}">
                <a16:creationId xmlns:a16="http://schemas.microsoft.com/office/drawing/2014/main" id="{2478ED0B-5924-4FB8-9C24-A44798B5B8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24" y="685800"/>
            <a:ext cx="5011554" cy="28213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ransistor computer - Wikipedia">
            <a:extLst>
              <a:ext uri="{FF2B5EF4-FFF2-40B4-BE49-F238E27FC236}">
                <a16:creationId xmlns:a16="http://schemas.microsoft.com/office/drawing/2014/main" id="{A12D4945-9D56-4DDD-89BD-C4820CCB43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3251" y="685800"/>
            <a:ext cx="4645042" cy="575584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cond Generation of Computer from 1956 to 1963 | Hardware and Software  Technology using in Second generation of computer | Advantages,  Disadvantages and Application of Second Generation Computer">
            <a:extLst>
              <a:ext uri="{FF2B5EF4-FFF2-40B4-BE49-F238E27FC236}">
                <a16:creationId xmlns:a16="http://schemas.microsoft.com/office/drawing/2014/main" id="{FE29A245-AD09-4436-BCA8-6FCF3820C3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2106" y="3727663"/>
            <a:ext cx="4019550" cy="241173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9ECC806-2B83-418C-9A9B-B77286D5D704}"/>
              </a:ext>
            </a:extLst>
          </p:cNvPr>
          <p:cNvSpPr txBox="1"/>
          <p:nvPr/>
        </p:nvSpPr>
        <p:spPr>
          <a:xfrm>
            <a:off x="5257800" y="721360"/>
            <a:ext cx="2133600" cy="2893100"/>
          </a:xfrm>
          <a:prstGeom prst="rect">
            <a:avLst/>
          </a:prstGeom>
          <a:solidFill>
            <a:schemeClr val="bg1">
              <a:lumMod val="85000"/>
            </a:schemeClr>
          </a:solidFill>
        </p:spPr>
        <p:style>
          <a:lnRef idx="1">
            <a:schemeClr val="accent4"/>
          </a:lnRef>
          <a:fillRef idx="2">
            <a:schemeClr val="accent4"/>
          </a:fillRef>
          <a:effectRef idx="1">
            <a:schemeClr val="accent4"/>
          </a:effectRef>
          <a:fontRef idx="minor">
            <a:schemeClr val="dk1"/>
          </a:fontRef>
        </p:style>
        <p:txBody>
          <a:bodyPr wrap="square">
            <a:spAutoFit/>
          </a:bodyPr>
          <a:lstStyle/>
          <a:p>
            <a:r>
              <a:rPr lang="en-US" sz="3200" b="1" u="sng" dirty="0" err="1">
                <a:solidFill>
                  <a:srgbClr val="0070C0"/>
                </a:solidFill>
              </a:rPr>
              <a:t>Hỏi</a:t>
            </a:r>
            <a:r>
              <a:rPr lang="en-US" sz="3200" b="1" u="sng" dirty="0">
                <a:solidFill>
                  <a:srgbClr val="0070C0"/>
                </a:solidFill>
              </a:rPr>
              <a:t>:</a:t>
            </a:r>
            <a:r>
              <a:rPr lang="en-US" sz="3200" dirty="0">
                <a:solidFill>
                  <a:srgbClr val="0070C0"/>
                </a:solidFill>
              </a:rPr>
              <a:t> </a:t>
            </a:r>
            <a:r>
              <a:rPr lang="en-US" sz="3000" dirty="0">
                <a:solidFill>
                  <a:srgbClr val="0070C0"/>
                </a:solidFill>
              </a:rPr>
              <a:t>một đặc </a:t>
            </a:r>
            <a:r>
              <a:rPr lang="en-US" sz="3000" dirty="0" err="1">
                <a:solidFill>
                  <a:srgbClr val="0070C0"/>
                </a:solidFill>
              </a:rPr>
              <a:t>điểm</a:t>
            </a:r>
            <a:r>
              <a:rPr lang="en-US" sz="3000" dirty="0">
                <a:solidFill>
                  <a:srgbClr val="0070C0"/>
                </a:solidFill>
              </a:rPr>
              <a:t> của các máy tính </a:t>
            </a:r>
            <a:r>
              <a:rPr lang="en-US" sz="3000" dirty="0" err="1">
                <a:solidFill>
                  <a:srgbClr val="0070C0"/>
                </a:solidFill>
              </a:rPr>
              <a:t>thế</a:t>
            </a:r>
            <a:r>
              <a:rPr lang="en-US" sz="3000" dirty="0">
                <a:solidFill>
                  <a:srgbClr val="0070C0"/>
                </a:solidFill>
              </a:rPr>
              <a:t> hệ 2 </a:t>
            </a:r>
            <a:r>
              <a:rPr lang="en-US" sz="3000" dirty="0" err="1">
                <a:solidFill>
                  <a:srgbClr val="0070C0"/>
                </a:solidFill>
              </a:rPr>
              <a:t>là</a:t>
            </a:r>
            <a:r>
              <a:rPr lang="en-US" sz="3000" dirty="0">
                <a:solidFill>
                  <a:srgbClr val="0070C0"/>
                </a:solidFill>
              </a:rPr>
              <a:t> </a:t>
            </a:r>
            <a:r>
              <a:rPr lang="en-US" sz="3000" dirty="0" err="1">
                <a:solidFill>
                  <a:srgbClr val="0070C0"/>
                </a:solidFill>
              </a:rPr>
              <a:t>gì</a:t>
            </a:r>
            <a:r>
              <a:rPr lang="en-US" sz="3000" dirty="0">
                <a:solidFill>
                  <a:srgbClr val="0070C0"/>
                </a:solidFill>
              </a:rPr>
              <a:t> ?</a:t>
            </a:r>
          </a:p>
        </p:txBody>
      </p:sp>
    </p:spTree>
    <p:extLst>
      <p:ext uri="{BB962C8B-B14F-4D97-AF65-F5344CB8AC3E}">
        <p14:creationId xmlns:p14="http://schemas.microsoft.com/office/powerpoint/2010/main" val="332252108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0F2108-3358-4C6D-B4E8-808B6AF0C9A1}"/>
              </a:ext>
            </a:extLst>
          </p:cNvPr>
          <p:cNvSpPr txBox="1">
            <a:spLocks/>
          </p:cNvSpPr>
          <p:nvPr/>
        </p:nvSpPr>
        <p:spPr>
          <a:xfrm>
            <a:off x="152400" y="4294208"/>
            <a:ext cx="4391024" cy="1180618"/>
          </a:xfrm>
          <a:prstGeom prst="rect">
            <a:avLst/>
          </a:prstGeom>
        </p:spPr>
        <p:txBody>
          <a:bodyPr vert="horz" lIns="91440" tIns="45720" rIns="91440" bIns="45720" rtlCol="0" anchor="t">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fontAlgn="auto">
              <a:lnSpc>
                <a:spcPct val="124000"/>
              </a:lnSpc>
              <a:spcAft>
                <a:spcPts val="600"/>
              </a:spcAft>
            </a:pPr>
            <a:r>
              <a:rPr lang="en-US" sz="4000" b="1" kern="1200" dirty="0">
                <a:solidFill>
                  <a:srgbClr val="FF0000"/>
                </a:solidFill>
                <a:latin typeface="+mj-lt"/>
                <a:ea typeface="+mj-ea"/>
                <a:cs typeface="+mj-cs"/>
              </a:rPr>
              <a:t>LỊCH SỬ MÁY TÍNH: THẾ HỆ 3</a:t>
            </a:r>
          </a:p>
        </p:txBody>
      </p:sp>
      <p:pic>
        <p:nvPicPr>
          <p:cNvPr id="2052" name="Picture 4" descr="Third Generation of Computer - Blogwaping">
            <a:extLst>
              <a:ext uri="{FF2B5EF4-FFF2-40B4-BE49-F238E27FC236}">
                <a16:creationId xmlns:a16="http://schemas.microsoft.com/office/drawing/2014/main" id="{A87B01FB-E380-4338-88E8-626A8B2B96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972"/>
          <a:stretch/>
        </p:blipFill>
        <p:spPr bwMode="auto">
          <a:xfrm>
            <a:off x="6" y="2"/>
            <a:ext cx="6000749" cy="3342653"/>
          </a:xfrm>
          <a:custGeom>
            <a:avLst/>
            <a:gdLst/>
            <a:ahLst/>
            <a:cxnLst/>
            <a:rect l="l" t="t" r="r" b="b"/>
            <a:pathLst>
              <a:path w="6000749" h="3342653">
                <a:moveTo>
                  <a:pt x="0" y="0"/>
                </a:moveTo>
                <a:lnTo>
                  <a:pt x="6000749" y="0"/>
                </a:lnTo>
                <a:lnTo>
                  <a:pt x="6000749" y="3198652"/>
                </a:lnTo>
                <a:lnTo>
                  <a:pt x="5572124" y="3171203"/>
                </a:lnTo>
                <a:lnTo>
                  <a:pt x="0" y="3342653"/>
                </a:lnTo>
                <a:close/>
              </a:path>
            </a:pathLst>
          </a:custGeom>
          <a:noFill/>
          <a:extLst>
            <a:ext uri="{909E8E84-426E-40DD-AFC4-6F175D3DCCD1}">
              <a14:hiddenFill xmlns:a14="http://schemas.microsoft.com/office/drawing/2010/main">
                <a:solidFill>
                  <a:srgbClr val="FFFFFF"/>
                </a:solidFill>
              </a14:hiddenFill>
            </a:ext>
          </a:extLst>
        </p:spPr>
      </p:pic>
      <p:pic>
        <p:nvPicPr>
          <p:cNvPr id="2050" name="Picture 2" descr="Third Generation of Computer">
            <a:extLst>
              <a:ext uri="{FF2B5EF4-FFF2-40B4-BE49-F238E27FC236}">
                <a16:creationId xmlns:a16="http://schemas.microsoft.com/office/drawing/2014/main" id="{3F37E4FB-B266-4FC1-B8DE-B8DFB39E3D2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667" r="-1" b="-1"/>
          <a:stretch/>
        </p:blipFill>
        <p:spPr bwMode="auto">
          <a:xfrm>
            <a:off x="6191245" y="2"/>
            <a:ext cx="6000750" cy="3418853"/>
          </a:xfrm>
          <a:custGeom>
            <a:avLst/>
            <a:gdLst/>
            <a:ahLst/>
            <a:cxnLst/>
            <a:rect l="l" t="t" r="r" b="b"/>
            <a:pathLst>
              <a:path w="6000750" h="3418853">
                <a:moveTo>
                  <a:pt x="0" y="0"/>
                </a:moveTo>
                <a:lnTo>
                  <a:pt x="6000750" y="0"/>
                </a:lnTo>
                <a:lnTo>
                  <a:pt x="6000750" y="227978"/>
                </a:lnTo>
                <a:lnTo>
                  <a:pt x="6000750" y="2065168"/>
                </a:lnTo>
                <a:lnTo>
                  <a:pt x="6000750" y="3342653"/>
                </a:lnTo>
                <a:lnTo>
                  <a:pt x="3248025" y="3418853"/>
                </a:lnTo>
                <a:lnTo>
                  <a:pt x="0" y="3210852"/>
                </a:lnTo>
                <a:close/>
              </a:path>
            </a:pathLst>
          </a:cu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1F85E5C-8EB8-4554-8831-2789918BB0FA}"/>
              </a:ext>
            </a:extLst>
          </p:cNvPr>
          <p:cNvSpPr/>
          <p:nvPr/>
        </p:nvSpPr>
        <p:spPr>
          <a:xfrm>
            <a:off x="4724400" y="3702416"/>
            <a:ext cx="7315200" cy="2638202"/>
          </a:xfrm>
          <a:prstGeom prst="rect">
            <a:avLst/>
          </a:prstGeom>
        </p:spPr>
        <p:txBody>
          <a:bodyPr vert="horz" lIns="91440" tIns="45720" rIns="91440" bIns="45720" rtlCol="0">
            <a:normAutofit fontScale="77500" lnSpcReduction="20000"/>
          </a:bodyPr>
          <a:lstStyle/>
          <a:p>
            <a:pPr>
              <a:lnSpc>
                <a:spcPct val="130000"/>
              </a:lnSpc>
              <a:spcAft>
                <a:spcPts val="600"/>
              </a:spcAft>
            </a:pPr>
            <a:r>
              <a:rPr lang="en-US" sz="2800" dirty="0" err="1">
                <a:solidFill>
                  <a:schemeClr val="bg1">
                    <a:alpha val="80000"/>
                  </a:schemeClr>
                </a:solidFill>
                <a:latin typeface="+mn-lt"/>
              </a:rPr>
              <a:t>Tuy</a:t>
            </a:r>
            <a:r>
              <a:rPr lang="en-US" sz="2800" dirty="0">
                <a:solidFill>
                  <a:schemeClr val="bg1">
                    <a:alpha val="80000"/>
                  </a:schemeClr>
                </a:solidFill>
                <a:latin typeface="+mn-lt"/>
              </a:rPr>
              <a:t> </a:t>
            </a:r>
            <a:r>
              <a:rPr lang="en-US" sz="2800" dirty="0" err="1">
                <a:solidFill>
                  <a:schemeClr val="bg1">
                    <a:alpha val="80000"/>
                  </a:schemeClr>
                </a:solidFill>
                <a:latin typeface="+mn-lt"/>
              </a:rPr>
              <a:t>thay</a:t>
            </a:r>
            <a:r>
              <a:rPr lang="en-US" sz="2800" dirty="0">
                <a:solidFill>
                  <a:schemeClr val="bg1">
                    <a:alpha val="80000"/>
                  </a:schemeClr>
                </a:solidFill>
                <a:latin typeface="+mn-lt"/>
              </a:rPr>
              <a:t> </a:t>
            </a:r>
            <a:r>
              <a:rPr lang="en-US" sz="2800" dirty="0" err="1">
                <a:solidFill>
                  <a:schemeClr val="bg1">
                    <a:alpha val="80000"/>
                  </a:schemeClr>
                </a:solidFill>
                <a:latin typeface="+mn-lt"/>
              </a:rPr>
              <a:t>thế</a:t>
            </a:r>
            <a:r>
              <a:rPr lang="en-US" sz="2800" dirty="0">
                <a:solidFill>
                  <a:schemeClr val="bg1">
                    <a:alpha val="80000"/>
                  </a:schemeClr>
                </a:solidFill>
                <a:latin typeface="+mn-lt"/>
              </a:rPr>
              <a:t> </a:t>
            </a:r>
            <a:r>
              <a:rPr lang="en-US" sz="2800" dirty="0" err="1">
                <a:solidFill>
                  <a:schemeClr val="bg1">
                    <a:alpha val="80000"/>
                  </a:schemeClr>
                </a:solidFill>
                <a:latin typeface="+mn-lt"/>
              </a:rPr>
              <a:t>được</a:t>
            </a:r>
            <a:r>
              <a:rPr lang="en-US" sz="2800" dirty="0">
                <a:solidFill>
                  <a:schemeClr val="bg1">
                    <a:alpha val="80000"/>
                  </a:schemeClr>
                </a:solidFill>
                <a:latin typeface="+mn-lt"/>
              </a:rPr>
              <a:t> </a:t>
            </a:r>
            <a:r>
              <a:rPr lang="en-US" sz="2800" dirty="0" err="1">
                <a:solidFill>
                  <a:schemeClr val="bg1">
                    <a:alpha val="80000"/>
                  </a:schemeClr>
                </a:solidFill>
                <a:latin typeface="+mn-lt"/>
              </a:rPr>
              <a:t>các</a:t>
            </a:r>
            <a:r>
              <a:rPr lang="en-US" sz="2800" dirty="0">
                <a:solidFill>
                  <a:schemeClr val="bg1">
                    <a:alpha val="80000"/>
                  </a:schemeClr>
                </a:solidFill>
                <a:latin typeface="+mn-lt"/>
              </a:rPr>
              <a:t> </a:t>
            </a:r>
            <a:r>
              <a:rPr lang="en-US" sz="2800" dirty="0" err="1">
                <a:solidFill>
                  <a:schemeClr val="bg1">
                    <a:alpha val="80000"/>
                  </a:schemeClr>
                </a:solidFill>
                <a:latin typeface="+mn-lt"/>
              </a:rPr>
              <a:t>ống</a:t>
            </a:r>
            <a:r>
              <a:rPr lang="en-US" sz="2800" dirty="0">
                <a:solidFill>
                  <a:schemeClr val="bg1">
                    <a:alpha val="80000"/>
                  </a:schemeClr>
                </a:solidFill>
                <a:latin typeface="+mn-lt"/>
              </a:rPr>
              <a:t> </a:t>
            </a:r>
            <a:r>
              <a:rPr lang="en-US" sz="2800" dirty="0" err="1">
                <a:solidFill>
                  <a:schemeClr val="bg1">
                    <a:alpha val="80000"/>
                  </a:schemeClr>
                </a:solidFill>
                <a:latin typeface="+mn-lt"/>
              </a:rPr>
              <a:t>chân</a:t>
            </a:r>
            <a:r>
              <a:rPr lang="en-US" sz="2800" dirty="0">
                <a:solidFill>
                  <a:schemeClr val="bg1">
                    <a:alpha val="80000"/>
                  </a:schemeClr>
                </a:solidFill>
                <a:latin typeface="+mn-lt"/>
              </a:rPr>
              <a:t> </a:t>
            </a:r>
            <a:r>
              <a:rPr lang="en-US" sz="2800" dirty="0" err="1">
                <a:solidFill>
                  <a:schemeClr val="bg1">
                    <a:alpha val="80000"/>
                  </a:schemeClr>
                </a:solidFill>
                <a:latin typeface="+mn-lt"/>
              </a:rPr>
              <a:t>không</a:t>
            </a:r>
            <a:r>
              <a:rPr lang="en-US" sz="2800" dirty="0">
                <a:solidFill>
                  <a:schemeClr val="bg1">
                    <a:alpha val="80000"/>
                  </a:schemeClr>
                </a:solidFill>
                <a:latin typeface="+mn-lt"/>
              </a:rPr>
              <a:t>, </a:t>
            </a:r>
            <a:r>
              <a:rPr lang="en-US" sz="2800" dirty="0" err="1">
                <a:solidFill>
                  <a:schemeClr val="bg1">
                    <a:alpha val="80000"/>
                  </a:schemeClr>
                </a:solidFill>
                <a:latin typeface="+mn-lt"/>
              </a:rPr>
              <a:t>các</a:t>
            </a:r>
            <a:r>
              <a:rPr lang="en-US" sz="2800" dirty="0">
                <a:solidFill>
                  <a:schemeClr val="bg1">
                    <a:alpha val="80000"/>
                  </a:schemeClr>
                </a:solidFill>
                <a:latin typeface="+mn-lt"/>
              </a:rPr>
              <a:t> </a:t>
            </a:r>
            <a:r>
              <a:rPr lang="en-US" sz="2800" dirty="0" err="1">
                <a:solidFill>
                  <a:schemeClr val="bg1">
                    <a:alpha val="80000"/>
                  </a:schemeClr>
                </a:solidFill>
                <a:latin typeface="+mn-lt"/>
              </a:rPr>
              <a:t>thiết</a:t>
            </a:r>
            <a:r>
              <a:rPr lang="en-US" sz="2800" dirty="0">
                <a:solidFill>
                  <a:schemeClr val="bg1">
                    <a:alpha val="80000"/>
                  </a:schemeClr>
                </a:solidFill>
                <a:latin typeface="+mn-lt"/>
              </a:rPr>
              <a:t> </a:t>
            </a:r>
            <a:r>
              <a:rPr lang="en-US" sz="2800" dirty="0" err="1">
                <a:solidFill>
                  <a:schemeClr val="bg1">
                    <a:alpha val="80000"/>
                  </a:schemeClr>
                </a:solidFill>
                <a:latin typeface="+mn-lt"/>
              </a:rPr>
              <a:t>bị</a:t>
            </a:r>
            <a:r>
              <a:rPr lang="en-US" sz="2800" dirty="0">
                <a:solidFill>
                  <a:schemeClr val="bg1">
                    <a:alpha val="80000"/>
                  </a:schemeClr>
                </a:solidFill>
                <a:latin typeface="+mn-lt"/>
              </a:rPr>
              <a:t> </a:t>
            </a:r>
            <a:r>
              <a:rPr lang="en-US" sz="2800" dirty="0" err="1">
                <a:solidFill>
                  <a:schemeClr val="bg1">
                    <a:alpha val="80000"/>
                  </a:schemeClr>
                </a:solidFill>
                <a:latin typeface="+mn-lt"/>
              </a:rPr>
              <a:t>bán</a:t>
            </a:r>
            <a:r>
              <a:rPr lang="en-US" sz="2800" dirty="0">
                <a:solidFill>
                  <a:schemeClr val="bg1">
                    <a:alpha val="80000"/>
                  </a:schemeClr>
                </a:solidFill>
                <a:latin typeface="+mn-lt"/>
              </a:rPr>
              <a:t> </a:t>
            </a:r>
            <a:r>
              <a:rPr lang="en-US" sz="2800" dirty="0" err="1">
                <a:solidFill>
                  <a:schemeClr val="bg1">
                    <a:alpha val="80000"/>
                  </a:schemeClr>
                </a:solidFill>
                <a:latin typeface="+mn-lt"/>
              </a:rPr>
              <a:t>dẫn</a:t>
            </a:r>
            <a:r>
              <a:rPr lang="en-US" sz="2800" dirty="0">
                <a:solidFill>
                  <a:schemeClr val="bg1">
                    <a:alpha val="80000"/>
                  </a:schemeClr>
                </a:solidFill>
                <a:latin typeface="+mn-lt"/>
              </a:rPr>
              <a:t> </a:t>
            </a:r>
            <a:r>
              <a:rPr lang="en-US" sz="2800" dirty="0" err="1">
                <a:solidFill>
                  <a:schemeClr val="bg1">
                    <a:alpha val="80000"/>
                  </a:schemeClr>
                </a:solidFill>
                <a:latin typeface="+mn-lt"/>
              </a:rPr>
              <a:t>có</a:t>
            </a:r>
            <a:r>
              <a:rPr lang="en-US" sz="2800" dirty="0">
                <a:solidFill>
                  <a:schemeClr val="bg1">
                    <a:alpha val="80000"/>
                  </a:schemeClr>
                </a:solidFill>
                <a:latin typeface="+mn-lt"/>
              </a:rPr>
              <a:t> </a:t>
            </a:r>
            <a:r>
              <a:rPr lang="en-US" sz="2800" dirty="0" err="1">
                <a:solidFill>
                  <a:schemeClr val="bg1">
                    <a:alpha val="80000"/>
                  </a:schemeClr>
                </a:solidFill>
                <a:latin typeface="+mn-lt"/>
              </a:rPr>
              <a:t>một</a:t>
            </a:r>
            <a:r>
              <a:rPr lang="en-US" sz="2800" dirty="0">
                <a:solidFill>
                  <a:schemeClr val="bg1">
                    <a:alpha val="80000"/>
                  </a:schemeClr>
                </a:solidFill>
                <a:latin typeface="+mn-lt"/>
              </a:rPr>
              <a:t> </a:t>
            </a:r>
            <a:r>
              <a:rPr lang="en-US" sz="2800" dirty="0" err="1">
                <a:solidFill>
                  <a:schemeClr val="bg1">
                    <a:alpha val="80000"/>
                  </a:schemeClr>
                </a:solidFill>
                <a:latin typeface="+mn-lt"/>
              </a:rPr>
              <a:t>nhược</a:t>
            </a:r>
            <a:r>
              <a:rPr lang="en-US" sz="2800" dirty="0">
                <a:solidFill>
                  <a:schemeClr val="bg1">
                    <a:alpha val="80000"/>
                  </a:schemeClr>
                </a:solidFill>
                <a:latin typeface="+mn-lt"/>
              </a:rPr>
              <a:t> </a:t>
            </a:r>
            <a:r>
              <a:rPr lang="en-US" sz="2800" dirty="0" err="1">
                <a:solidFill>
                  <a:schemeClr val="bg1">
                    <a:alpha val="80000"/>
                  </a:schemeClr>
                </a:solidFill>
                <a:latin typeface="+mn-lt"/>
              </a:rPr>
              <a:t>điểm</a:t>
            </a:r>
            <a:r>
              <a:rPr lang="en-US" sz="2800" dirty="0">
                <a:solidFill>
                  <a:schemeClr val="bg1">
                    <a:alpha val="80000"/>
                  </a:schemeClr>
                </a:solidFill>
                <a:latin typeface="+mn-lt"/>
              </a:rPr>
              <a:t> </a:t>
            </a:r>
            <a:r>
              <a:rPr lang="en-US" sz="2800" dirty="0" err="1">
                <a:solidFill>
                  <a:schemeClr val="bg1">
                    <a:alpha val="80000"/>
                  </a:schemeClr>
                </a:solidFill>
                <a:latin typeface="+mn-lt"/>
              </a:rPr>
              <a:t>là</a:t>
            </a:r>
            <a:r>
              <a:rPr lang="en-US" sz="2800" dirty="0">
                <a:solidFill>
                  <a:schemeClr val="bg1">
                    <a:alpha val="80000"/>
                  </a:schemeClr>
                </a:solidFill>
                <a:latin typeface="+mn-lt"/>
              </a:rPr>
              <a:t> tạo </a:t>
            </a:r>
            <a:r>
              <a:rPr lang="en-US" sz="2800" dirty="0" err="1">
                <a:solidFill>
                  <a:schemeClr val="bg1">
                    <a:alpha val="80000"/>
                  </a:schemeClr>
                </a:solidFill>
                <a:latin typeface="+mn-lt"/>
              </a:rPr>
              <a:t>nhiệt</a:t>
            </a:r>
            <a:r>
              <a:rPr lang="en-US" sz="2800" dirty="0">
                <a:solidFill>
                  <a:schemeClr val="bg1">
                    <a:alpha val="80000"/>
                  </a:schemeClr>
                </a:solidFill>
                <a:latin typeface="+mn-lt"/>
              </a:rPr>
              <a:t> </a:t>
            </a:r>
            <a:r>
              <a:rPr lang="en-US" sz="2800" dirty="0" err="1">
                <a:solidFill>
                  <a:schemeClr val="bg1">
                    <a:alpha val="80000"/>
                  </a:schemeClr>
                </a:solidFill>
                <a:latin typeface="+mn-lt"/>
              </a:rPr>
              <a:t>lượng</a:t>
            </a:r>
            <a:r>
              <a:rPr lang="en-US" sz="2800" dirty="0">
                <a:solidFill>
                  <a:schemeClr val="bg1">
                    <a:alpha val="80000"/>
                  </a:schemeClr>
                </a:solidFill>
                <a:latin typeface="+mn-lt"/>
              </a:rPr>
              <a:t> </a:t>
            </a:r>
            <a:r>
              <a:rPr lang="en-US" sz="2800" dirty="0" err="1">
                <a:solidFill>
                  <a:schemeClr val="bg1">
                    <a:alpha val="80000"/>
                  </a:schemeClr>
                </a:solidFill>
                <a:latin typeface="+mn-lt"/>
              </a:rPr>
              <a:t>lớn</a:t>
            </a:r>
            <a:r>
              <a:rPr lang="en-US" sz="2800" dirty="0">
                <a:solidFill>
                  <a:schemeClr val="bg1">
                    <a:alpha val="80000"/>
                  </a:schemeClr>
                </a:solidFill>
                <a:latin typeface="+mn-lt"/>
              </a:rPr>
              <a:t> </a:t>
            </a:r>
            <a:r>
              <a:rPr lang="en-US" sz="2800" dirty="0" err="1">
                <a:solidFill>
                  <a:schemeClr val="bg1">
                    <a:alpha val="80000"/>
                  </a:schemeClr>
                </a:solidFill>
                <a:latin typeface="+mn-lt"/>
              </a:rPr>
              <a:t>có</a:t>
            </a:r>
            <a:r>
              <a:rPr lang="en-US" sz="2800" dirty="0">
                <a:solidFill>
                  <a:schemeClr val="bg1">
                    <a:alpha val="80000"/>
                  </a:schemeClr>
                </a:solidFill>
                <a:latin typeface="+mn-lt"/>
              </a:rPr>
              <a:t> </a:t>
            </a:r>
            <a:r>
              <a:rPr lang="en-US" sz="2800" dirty="0" err="1">
                <a:solidFill>
                  <a:schemeClr val="bg1">
                    <a:alpha val="80000"/>
                  </a:schemeClr>
                </a:solidFill>
                <a:latin typeface="+mn-lt"/>
              </a:rPr>
              <a:t>thể</a:t>
            </a:r>
            <a:r>
              <a:rPr lang="en-US" sz="2800" dirty="0">
                <a:solidFill>
                  <a:schemeClr val="bg1">
                    <a:alpha val="80000"/>
                  </a:schemeClr>
                </a:solidFill>
                <a:latin typeface="+mn-lt"/>
              </a:rPr>
              <a:t> </a:t>
            </a:r>
            <a:r>
              <a:rPr lang="en-US" sz="2800" dirty="0" err="1">
                <a:solidFill>
                  <a:schemeClr val="bg1">
                    <a:alpha val="80000"/>
                  </a:schemeClr>
                </a:solidFill>
                <a:latin typeface="+mn-lt"/>
              </a:rPr>
              <a:t>làm</a:t>
            </a:r>
            <a:r>
              <a:rPr lang="en-US" sz="2800" dirty="0">
                <a:solidFill>
                  <a:schemeClr val="bg1">
                    <a:alpha val="80000"/>
                  </a:schemeClr>
                </a:solidFill>
                <a:latin typeface="+mn-lt"/>
              </a:rPr>
              <a:t> </a:t>
            </a:r>
            <a:r>
              <a:rPr lang="en-US" sz="2800" dirty="0" err="1">
                <a:solidFill>
                  <a:schemeClr val="bg1">
                    <a:alpha val="80000"/>
                  </a:schemeClr>
                </a:solidFill>
                <a:latin typeface="+mn-lt"/>
              </a:rPr>
              <a:t>hỏng</a:t>
            </a:r>
            <a:r>
              <a:rPr lang="en-US" sz="2800" dirty="0">
                <a:solidFill>
                  <a:schemeClr val="bg1">
                    <a:alpha val="80000"/>
                  </a:schemeClr>
                </a:solidFill>
                <a:latin typeface="+mn-lt"/>
              </a:rPr>
              <a:t> </a:t>
            </a:r>
            <a:r>
              <a:rPr lang="en-US" sz="2800" dirty="0" err="1">
                <a:solidFill>
                  <a:schemeClr val="bg1">
                    <a:alpha val="80000"/>
                  </a:schemeClr>
                </a:solidFill>
                <a:latin typeface="+mn-lt"/>
              </a:rPr>
              <a:t>các</a:t>
            </a:r>
            <a:r>
              <a:rPr lang="en-US" sz="2800" dirty="0">
                <a:solidFill>
                  <a:schemeClr val="bg1">
                    <a:alpha val="80000"/>
                  </a:schemeClr>
                </a:solidFill>
                <a:latin typeface="+mn-lt"/>
              </a:rPr>
              <a:t> </a:t>
            </a:r>
            <a:r>
              <a:rPr lang="en-US" sz="2800" dirty="0" err="1">
                <a:solidFill>
                  <a:schemeClr val="bg1">
                    <a:alpha val="80000"/>
                  </a:schemeClr>
                </a:solidFill>
                <a:latin typeface="+mn-lt"/>
              </a:rPr>
              <a:t>bộ</a:t>
            </a:r>
            <a:r>
              <a:rPr lang="en-US" sz="2800" dirty="0">
                <a:solidFill>
                  <a:schemeClr val="bg1">
                    <a:alpha val="80000"/>
                  </a:schemeClr>
                </a:solidFill>
                <a:latin typeface="+mn-lt"/>
              </a:rPr>
              <a:t> </a:t>
            </a:r>
            <a:r>
              <a:rPr lang="en-US" sz="2800" dirty="0" err="1">
                <a:solidFill>
                  <a:schemeClr val="bg1">
                    <a:alpha val="80000"/>
                  </a:schemeClr>
                </a:solidFill>
                <a:latin typeface="+mn-lt"/>
              </a:rPr>
              <a:t>phận</a:t>
            </a:r>
            <a:r>
              <a:rPr lang="en-US" sz="2800" dirty="0">
                <a:solidFill>
                  <a:schemeClr val="bg1">
                    <a:alpha val="80000"/>
                  </a:schemeClr>
                </a:solidFill>
                <a:latin typeface="+mn-lt"/>
              </a:rPr>
              <a:t> </a:t>
            </a:r>
            <a:r>
              <a:rPr lang="en-US" sz="2800" dirty="0" err="1">
                <a:solidFill>
                  <a:schemeClr val="bg1">
                    <a:alpha val="80000"/>
                  </a:schemeClr>
                </a:solidFill>
                <a:latin typeface="+mn-lt"/>
              </a:rPr>
              <a:t>nhạy</a:t>
            </a:r>
            <a:r>
              <a:rPr lang="en-US" sz="2800" dirty="0">
                <a:solidFill>
                  <a:schemeClr val="bg1">
                    <a:alpha val="80000"/>
                  </a:schemeClr>
                </a:solidFill>
                <a:latin typeface="+mn-lt"/>
              </a:rPr>
              <a:t> </a:t>
            </a:r>
            <a:r>
              <a:rPr lang="en-US" sz="2800" dirty="0" err="1">
                <a:solidFill>
                  <a:schemeClr val="bg1">
                    <a:alpha val="80000"/>
                  </a:schemeClr>
                </a:solidFill>
                <a:latin typeface="+mn-lt"/>
              </a:rPr>
              <a:t>cảm</a:t>
            </a:r>
            <a:r>
              <a:rPr lang="en-US" sz="2800" dirty="0">
                <a:solidFill>
                  <a:schemeClr val="bg1">
                    <a:alpha val="80000"/>
                  </a:schemeClr>
                </a:solidFill>
                <a:latin typeface="+mn-lt"/>
              </a:rPr>
              <a:t> </a:t>
            </a:r>
            <a:r>
              <a:rPr lang="en-US" sz="2800" dirty="0" err="1">
                <a:solidFill>
                  <a:schemeClr val="bg1">
                    <a:alpha val="80000"/>
                  </a:schemeClr>
                </a:solidFill>
                <a:latin typeface="+mn-lt"/>
              </a:rPr>
              <a:t>bên</a:t>
            </a:r>
            <a:r>
              <a:rPr lang="en-US" sz="2800" dirty="0">
                <a:solidFill>
                  <a:schemeClr val="bg1">
                    <a:alpha val="80000"/>
                  </a:schemeClr>
                </a:solidFill>
                <a:latin typeface="+mn-lt"/>
              </a:rPr>
              <a:t> </a:t>
            </a:r>
            <a:r>
              <a:rPr lang="en-US" sz="2800" dirty="0" err="1">
                <a:solidFill>
                  <a:schemeClr val="bg1">
                    <a:alpha val="80000"/>
                  </a:schemeClr>
                </a:solidFill>
                <a:latin typeface="+mn-lt"/>
              </a:rPr>
              <a:t>trong</a:t>
            </a:r>
            <a:r>
              <a:rPr lang="en-US" sz="2800" dirty="0">
                <a:solidFill>
                  <a:schemeClr val="bg1">
                    <a:alpha val="80000"/>
                  </a:schemeClr>
                </a:solidFill>
                <a:latin typeface="+mn-lt"/>
              </a:rPr>
              <a:t> </a:t>
            </a:r>
            <a:r>
              <a:rPr lang="en-US" sz="2800" dirty="0" err="1">
                <a:solidFill>
                  <a:schemeClr val="bg1">
                    <a:alpha val="80000"/>
                  </a:schemeClr>
                </a:solidFill>
                <a:latin typeface="+mn-lt"/>
              </a:rPr>
              <a:t>máy</a:t>
            </a:r>
            <a:r>
              <a:rPr lang="en-US" sz="2800" dirty="0">
                <a:solidFill>
                  <a:schemeClr val="bg1">
                    <a:alpha val="80000"/>
                  </a:schemeClr>
                </a:solidFill>
                <a:latin typeface="+mn-lt"/>
              </a:rPr>
              <a:t> </a:t>
            </a:r>
            <a:r>
              <a:rPr lang="en-US" sz="2800" dirty="0" err="1">
                <a:solidFill>
                  <a:schemeClr val="bg1">
                    <a:alpha val="80000"/>
                  </a:schemeClr>
                </a:solidFill>
                <a:latin typeface="+mn-lt"/>
              </a:rPr>
              <a:t>tính</a:t>
            </a:r>
            <a:r>
              <a:rPr lang="en-US" sz="2800" dirty="0">
                <a:solidFill>
                  <a:schemeClr val="bg1">
                    <a:alpha val="80000"/>
                  </a:schemeClr>
                </a:solidFill>
                <a:latin typeface="+mn-lt"/>
              </a:rPr>
              <a:t>. </a:t>
            </a:r>
            <a:r>
              <a:rPr lang="en-US" sz="2800" dirty="0" err="1">
                <a:solidFill>
                  <a:schemeClr val="bg1">
                    <a:alpha val="80000"/>
                  </a:schemeClr>
                </a:solidFill>
                <a:latin typeface="+mn-lt"/>
              </a:rPr>
              <a:t>Việc</a:t>
            </a:r>
            <a:r>
              <a:rPr lang="en-US" sz="2800" dirty="0">
                <a:solidFill>
                  <a:schemeClr val="bg1">
                    <a:alpha val="80000"/>
                  </a:schemeClr>
                </a:solidFill>
                <a:latin typeface="+mn-lt"/>
              </a:rPr>
              <a:t> </a:t>
            </a:r>
            <a:r>
              <a:rPr lang="en-US" sz="2800" dirty="0" err="1">
                <a:solidFill>
                  <a:schemeClr val="bg1">
                    <a:alpha val="80000"/>
                  </a:schemeClr>
                </a:solidFill>
                <a:latin typeface="+mn-lt"/>
              </a:rPr>
              <a:t>sử</a:t>
            </a:r>
            <a:r>
              <a:rPr lang="en-US" sz="2800" dirty="0">
                <a:solidFill>
                  <a:schemeClr val="bg1">
                    <a:alpha val="80000"/>
                  </a:schemeClr>
                </a:solidFill>
                <a:latin typeface="+mn-lt"/>
              </a:rPr>
              <a:t> dụng </a:t>
            </a:r>
            <a:r>
              <a:rPr lang="en-US" sz="2800" dirty="0" err="1">
                <a:solidFill>
                  <a:schemeClr val="bg1">
                    <a:alpha val="80000"/>
                  </a:schemeClr>
                </a:solidFill>
                <a:latin typeface="+mn-lt"/>
              </a:rPr>
              <a:t>đá</a:t>
            </a:r>
            <a:r>
              <a:rPr lang="en-US" sz="2800" dirty="0">
                <a:solidFill>
                  <a:schemeClr val="bg1">
                    <a:alpha val="80000"/>
                  </a:schemeClr>
                </a:solidFill>
                <a:latin typeface="+mn-lt"/>
              </a:rPr>
              <a:t> </a:t>
            </a:r>
            <a:r>
              <a:rPr lang="en-US" sz="2800" dirty="0" err="1">
                <a:solidFill>
                  <a:schemeClr val="bg1">
                    <a:alpha val="80000"/>
                  </a:schemeClr>
                </a:solidFill>
                <a:latin typeface="+mn-lt"/>
              </a:rPr>
              <a:t>thạch</a:t>
            </a:r>
            <a:r>
              <a:rPr lang="en-US" sz="2800" dirty="0">
                <a:solidFill>
                  <a:schemeClr val="bg1">
                    <a:alpha val="80000"/>
                  </a:schemeClr>
                </a:solidFill>
                <a:latin typeface="+mn-lt"/>
              </a:rPr>
              <a:t> </a:t>
            </a:r>
            <a:r>
              <a:rPr lang="en-US" sz="2800" dirty="0" err="1">
                <a:solidFill>
                  <a:schemeClr val="bg1">
                    <a:alpha val="80000"/>
                  </a:schemeClr>
                </a:solidFill>
                <a:latin typeface="+mn-lt"/>
              </a:rPr>
              <a:t>anh</a:t>
            </a:r>
            <a:r>
              <a:rPr lang="en-US" sz="2800" dirty="0">
                <a:solidFill>
                  <a:schemeClr val="bg1">
                    <a:alpha val="80000"/>
                  </a:schemeClr>
                </a:solidFill>
                <a:latin typeface="+mn-lt"/>
              </a:rPr>
              <a:t> (silicon) </a:t>
            </a:r>
            <a:r>
              <a:rPr lang="en-US" sz="2800" dirty="0" err="1">
                <a:solidFill>
                  <a:schemeClr val="bg1">
                    <a:alpha val="80000"/>
                  </a:schemeClr>
                </a:solidFill>
                <a:latin typeface="+mn-lt"/>
              </a:rPr>
              <a:t>đã</a:t>
            </a:r>
            <a:r>
              <a:rPr lang="en-US" sz="2800" dirty="0">
                <a:solidFill>
                  <a:schemeClr val="bg1">
                    <a:alpha val="80000"/>
                  </a:schemeClr>
                </a:solidFill>
                <a:latin typeface="+mn-lt"/>
              </a:rPr>
              <a:t> </a:t>
            </a:r>
            <a:r>
              <a:rPr lang="en-US" sz="2800" dirty="0" err="1">
                <a:solidFill>
                  <a:schemeClr val="bg1">
                    <a:alpha val="80000"/>
                  </a:schemeClr>
                </a:solidFill>
                <a:latin typeface="+mn-lt"/>
              </a:rPr>
              <a:t>khắc</a:t>
            </a:r>
            <a:r>
              <a:rPr lang="en-US" sz="2800" dirty="0">
                <a:solidFill>
                  <a:schemeClr val="bg1">
                    <a:alpha val="80000"/>
                  </a:schemeClr>
                </a:solidFill>
                <a:latin typeface="+mn-lt"/>
              </a:rPr>
              <a:t> </a:t>
            </a:r>
            <a:r>
              <a:rPr lang="en-US" sz="2800" dirty="0" err="1">
                <a:solidFill>
                  <a:schemeClr val="bg1">
                    <a:alpha val="80000"/>
                  </a:schemeClr>
                </a:solidFill>
                <a:latin typeface="+mn-lt"/>
              </a:rPr>
              <a:t>phục</a:t>
            </a:r>
            <a:r>
              <a:rPr lang="en-US" sz="2800" dirty="0">
                <a:solidFill>
                  <a:schemeClr val="bg1">
                    <a:alpha val="80000"/>
                  </a:schemeClr>
                </a:solidFill>
                <a:latin typeface="+mn-lt"/>
              </a:rPr>
              <a:t> </a:t>
            </a:r>
            <a:r>
              <a:rPr lang="en-US" sz="2800" dirty="0" err="1">
                <a:solidFill>
                  <a:schemeClr val="bg1">
                    <a:alpha val="80000"/>
                  </a:schemeClr>
                </a:solidFill>
                <a:latin typeface="+mn-lt"/>
              </a:rPr>
              <a:t>được</a:t>
            </a:r>
            <a:r>
              <a:rPr lang="en-US" sz="2800" dirty="0">
                <a:solidFill>
                  <a:schemeClr val="bg1">
                    <a:alpha val="80000"/>
                  </a:schemeClr>
                </a:solidFill>
                <a:latin typeface="+mn-lt"/>
              </a:rPr>
              <a:t> </a:t>
            </a:r>
            <a:r>
              <a:rPr lang="en-US" sz="2800" dirty="0" err="1">
                <a:solidFill>
                  <a:schemeClr val="bg1">
                    <a:alpha val="80000"/>
                  </a:schemeClr>
                </a:solidFill>
                <a:latin typeface="+mn-lt"/>
              </a:rPr>
              <a:t>điều</a:t>
            </a:r>
            <a:r>
              <a:rPr lang="en-US" sz="2800" dirty="0">
                <a:solidFill>
                  <a:schemeClr val="bg1">
                    <a:alpha val="80000"/>
                  </a:schemeClr>
                </a:solidFill>
                <a:latin typeface="+mn-lt"/>
              </a:rPr>
              <a:t> </a:t>
            </a:r>
            <a:r>
              <a:rPr lang="en-US" sz="2800" dirty="0" err="1">
                <a:solidFill>
                  <a:schemeClr val="bg1">
                    <a:alpha val="80000"/>
                  </a:schemeClr>
                </a:solidFill>
                <a:latin typeface="+mn-lt"/>
              </a:rPr>
              <a:t>này</a:t>
            </a:r>
            <a:r>
              <a:rPr lang="en-US" sz="2800" dirty="0">
                <a:solidFill>
                  <a:schemeClr val="bg1">
                    <a:alpha val="80000"/>
                  </a:schemeClr>
                </a:solidFill>
                <a:latin typeface="+mn-lt"/>
              </a:rPr>
              <a:t>. Năm 1958, </a:t>
            </a:r>
            <a:r>
              <a:rPr lang="en-US" sz="2800" dirty="0" err="1">
                <a:solidFill>
                  <a:schemeClr val="bg1">
                    <a:alpha val="80000"/>
                  </a:schemeClr>
                </a:solidFill>
                <a:latin typeface="+mn-lt"/>
              </a:rPr>
              <a:t>kỹ</a:t>
            </a:r>
            <a:r>
              <a:rPr lang="en-US" sz="2800" dirty="0">
                <a:solidFill>
                  <a:schemeClr val="bg1">
                    <a:alpha val="80000"/>
                  </a:schemeClr>
                </a:solidFill>
                <a:latin typeface="+mn-lt"/>
              </a:rPr>
              <a:t> </a:t>
            </a:r>
            <a:r>
              <a:rPr lang="en-US" sz="2800" dirty="0" err="1">
                <a:solidFill>
                  <a:schemeClr val="bg1">
                    <a:alpha val="80000"/>
                  </a:schemeClr>
                </a:solidFill>
                <a:latin typeface="+mn-lt"/>
              </a:rPr>
              <a:t>sư</a:t>
            </a:r>
            <a:r>
              <a:rPr lang="en-US" sz="2800" dirty="0">
                <a:solidFill>
                  <a:schemeClr val="bg1">
                    <a:alpha val="80000"/>
                  </a:schemeClr>
                </a:solidFill>
                <a:latin typeface="+mn-lt"/>
              </a:rPr>
              <a:t> Jack Kilby </a:t>
            </a:r>
            <a:r>
              <a:rPr lang="en-US" sz="2800" dirty="0" err="1">
                <a:solidFill>
                  <a:schemeClr val="bg1">
                    <a:alpha val="80000"/>
                  </a:schemeClr>
                </a:solidFill>
                <a:latin typeface="+mn-lt"/>
              </a:rPr>
              <a:t>của</a:t>
            </a:r>
            <a:r>
              <a:rPr lang="en-US" sz="2800" dirty="0">
                <a:solidFill>
                  <a:schemeClr val="bg1">
                    <a:alpha val="80000"/>
                  </a:schemeClr>
                </a:solidFill>
                <a:latin typeface="+mn-lt"/>
              </a:rPr>
              <a:t> Texas Instruments </a:t>
            </a:r>
            <a:r>
              <a:rPr lang="en-US" sz="2800" dirty="0" err="1">
                <a:solidFill>
                  <a:schemeClr val="bg1">
                    <a:alpha val="80000"/>
                  </a:schemeClr>
                </a:solidFill>
                <a:latin typeface="+mn-lt"/>
              </a:rPr>
              <a:t>đã</a:t>
            </a:r>
            <a:r>
              <a:rPr lang="en-US" sz="2800" dirty="0">
                <a:solidFill>
                  <a:schemeClr val="bg1">
                    <a:alpha val="80000"/>
                  </a:schemeClr>
                </a:solidFill>
                <a:latin typeface="+mn-lt"/>
              </a:rPr>
              <a:t> </a:t>
            </a:r>
            <a:r>
              <a:rPr lang="en-US" sz="2800" dirty="0" err="1">
                <a:solidFill>
                  <a:schemeClr val="bg1">
                    <a:alpha val="80000"/>
                  </a:schemeClr>
                </a:solidFill>
                <a:latin typeface="+mn-lt"/>
              </a:rPr>
              <a:t>chế</a:t>
            </a:r>
            <a:r>
              <a:rPr lang="en-US" sz="2800" dirty="0">
                <a:solidFill>
                  <a:schemeClr val="bg1">
                    <a:alpha val="80000"/>
                  </a:schemeClr>
                </a:solidFill>
                <a:latin typeface="+mn-lt"/>
              </a:rPr>
              <a:t> tạo </a:t>
            </a:r>
            <a:r>
              <a:rPr lang="en-US" sz="2800" dirty="0" err="1">
                <a:solidFill>
                  <a:schemeClr val="bg1">
                    <a:alpha val="80000"/>
                  </a:schemeClr>
                </a:solidFill>
                <a:latin typeface="+mn-lt"/>
              </a:rPr>
              <a:t>thành</a:t>
            </a:r>
            <a:r>
              <a:rPr lang="en-US" sz="2800" dirty="0">
                <a:solidFill>
                  <a:schemeClr val="bg1">
                    <a:alpha val="80000"/>
                  </a:schemeClr>
                </a:solidFill>
                <a:latin typeface="+mn-lt"/>
              </a:rPr>
              <a:t> công </a:t>
            </a:r>
            <a:r>
              <a:rPr lang="en-US" sz="2800" dirty="0" err="1">
                <a:solidFill>
                  <a:schemeClr val="bg1">
                    <a:alpha val="80000"/>
                  </a:schemeClr>
                </a:solidFill>
                <a:latin typeface="+mn-lt"/>
              </a:rPr>
              <a:t>mạch</a:t>
            </a:r>
            <a:r>
              <a:rPr lang="en-US" sz="2800" dirty="0">
                <a:solidFill>
                  <a:schemeClr val="bg1">
                    <a:alpha val="80000"/>
                  </a:schemeClr>
                </a:solidFill>
                <a:latin typeface="+mn-lt"/>
              </a:rPr>
              <a:t> </a:t>
            </a:r>
            <a:r>
              <a:rPr lang="en-US" sz="2800" dirty="0" err="1">
                <a:solidFill>
                  <a:schemeClr val="bg1">
                    <a:alpha val="80000"/>
                  </a:schemeClr>
                </a:solidFill>
                <a:latin typeface="+mn-lt"/>
              </a:rPr>
              <a:t>tích</a:t>
            </a:r>
            <a:r>
              <a:rPr lang="en-US" sz="2800" dirty="0">
                <a:solidFill>
                  <a:schemeClr val="bg1">
                    <a:alpha val="80000"/>
                  </a:schemeClr>
                </a:solidFill>
                <a:latin typeface="+mn-lt"/>
              </a:rPr>
              <a:t> hợp (IC).</a:t>
            </a:r>
            <a:endParaRPr lang="en-US" sz="2800" i="1" dirty="0">
              <a:solidFill>
                <a:schemeClr val="bg1">
                  <a:alpha val="80000"/>
                </a:schemeClr>
              </a:solidFill>
              <a:latin typeface="+mn-lt"/>
            </a:endParaRPr>
          </a:p>
        </p:txBody>
      </p:sp>
    </p:spTree>
    <p:extLst>
      <p:ext uri="{BB962C8B-B14F-4D97-AF65-F5344CB8AC3E}">
        <p14:creationId xmlns:p14="http://schemas.microsoft.com/office/powerpoint/2010/main" val="277186437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8D9A-C7FA-4319-B767-63B9B9B33B35}"/>
              </a:ext>
            </a:extLst>
          </p:cNvPr>
          <p:cNvSpPr>
            <a:spLocks noGrp="1"/>
          </p:cNvSpPr>
          <p:nvPr>
            <p:ph type="title" idx="4294967295"/>
          </p:nvPr>
        </p:nvSpPr>
        <p:spPr>
          <a:xfrm>
            <a:off x="219919" y="2281659"/>
            <a:ext cx="5410200" cy="2103699"/>
          </a:xfrm>
        </p:spPr>
        <p:txBody>
          <a:bodyPr vert="horz" lIns="91440" tIns="45720" rIns="91440" bIns="45720" rtlCol="0" anchor="t">
            <a:noAutofit/>
          </a:bodyPr>
          <a:lstStyle/>
          <a:p>
            <a:pPr>
              <a:lnSpc>
                <a:spcPct val="150000"/>
              </a:lnSpc>
            </a:pPr>
            <a:r>
              <a:rPr lang="en-US" sz="4000" b="1" dirty="0">
                <a:solidFill>
                  <a:srgbClr val="FF0000"/>
                </a:solidFill>
              </a:rPr>
              <a:t>LỊCH SỬ MÁY TÍNH : MÁY TÍNH CÁ NHÂN</a:t>
            </a:r>
          </a:p>
        </p:txBody>
      </p:sp>
      <p:pic>
        <p:nvPicPr>
          <p:cNvPr id="1026" name="Picture 2" descr="Kỷ niệm 43 năm Steve Jobs, Steve Wozniak, và Ronald Wayne thành lập Apple  Inc, năm 1976 - Nhà Sáng Nghiệp">
            <a:extLst>
              <a:ext uri="{FF2B5EF4-FFF2-40B4-BE49-F238E27FC236}">
                <a16:creationId xmlns:a16="http://schemas.microsoft.com/office/drawing/2014/main" id="{570BB0F9-AA78-44CB-94CF-17B86CAA3A7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8946" y="0"/>
            <a:ext cx="5926238" cy="333350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0 years of PCs (slideshow) - ExtremeTech">
            <a:extLst>
              <a:ext uri="{FF2B5EF4-FFF2-40B4-BE49-F238E27FC236}">
                <a16:creationId xmlns:a16="http://schemas.microsoft.com/office/drawing/2014/main" id="{0C80980D-7B57-488C-A527-80F443260B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278946" y="3333509"/>
            <a:ext cx="5913054" cy="3044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17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1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wheel(1)">
                                      <p:cBhvr>
                                        <p:cTn id="12"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26113" y="3813175"/>
            <a:ext cx="6465887" cy="1516063"/>
          </a:xfrm>
        </p:spPr>
        <p:txBody>
          <a:bodyPr vert="horz" lIns="91440" tIns="45720" rIns="91440" bIns="45720" rtlCol="0" anchor="b">
            <a:normAutofit/>
          </a:bodyPr>
          <a:lstStyle/>
          <a:p>
            <a:pPr algn="ctr"/>
            <a:r>
              <a:rPr lang="en-US" sz="4800" kern="1200" dirty="0">
                <a:solidFill>
                  <a:srgbClr val="FFFFFF"/>
                </a:solidFill>
                <a:latin typeface="+mj-lt"/>
                <a:ea typeface="+mj-ea"/>
                <a:cs typeface="+mj-cs"/>
              </a:rPr>
              <a:t>MÁY TÍNH CÁ NHÂN</a:t>
            </a:r>
          </a:p>
        </p:txBody>
      </p:sp>
      <p:pic>
        <p:nvPicPr>
          <p:cNvPr id="2052" name="Picture 4" descr="Laptop tốt nhất, đáng mua nhất 2021">
            <a:extLst>
              <a:ext uri="{FF2B5EF4-FFF2-40B4-BE49-F238E27FC236}">
                <a16:creationId xmlns:a16="http://schemas.microsoft.com/office/drawing/2014/main" id="{2E23CAF6-7B5C-4B77-904F-84EE341EB4F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86" r="8843" b="-2"/>
          <a:stretch/>
        </p:blipFill>
        <p:spPr bwMode="auto">
          <a:xfrm>
            <a:off x="198337" y="3813174"/>
            <a:ext cx="4912733" cy="256801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ướng dẫn chọn màn hình chính khi sử dụng dàn PC nhiều màn hình - GVN360">
            <a:extLst>
              <a:ext uri="{FF2B5EF4-FFF2-40B4-BE49-F238E27FC236}">
                <a16:creationId xmlns:a16="http://schemas.microsoft.com/office/drawing/2014/main" id="{B8E74810-6296-4611-BF6C-DBBB6B955F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134" r="2" b="17291"/>
          <a:stretch/>
        </p:blipFill>
        <p:spPr bwMode="auto">
          <a:xfrm>
            <a:off x="4240478" y="0"/>
            <a:ext cx="7861622" cy="314436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áy tính để bàn Dell Inspiron 3647SF_STI53314 | VINACOMM">
            <a:extLst>
              <a:ext uri="{FF2B5EF4-FFF2-40B4-BE49-F238E27FC236}">
                <a16:creationId xmlns:a16="http://schemas.microsoft.com/office/drawing/2014/main" id="{C7FA133F-2D0B-430F-A885-9A48932960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92" r="2701" b="-1"/>
          <a:stretch/>
        </p:blipFill>
        <p:spPr bwMode="auto">
          <a:xfrm>
            <a:off x="5726113" y="3510023"/>
            <a:ext cx="5850844" cy="286762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0AC2AC03-03F9-CDC3-4F03-DE989CCBA26B}"/>
              </a:ext>
            </a:extLst>
          </p:cNvPr>
          <p:cNvSpPr txBox="1">
            <a:spLocks/>
          </p:cNvSpPr>
          <p:nvPr/>
        </p:nvSpPr>
        <p:spPr>
          <a:xfrm>
            <a:off x="341523" y="1219188"/>
            <a:ext cx="3580482" cy="2066593"/>
          </a:xfr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b="1">
                <a:solidFill>
                  <a:srgbClr val="FF0000"/>
                </a:solidFill>
              </a:rPr>
              <a:t>MÁY TÍNH NGÀY NAY</a:t>
            </a:r>
            <a:endParaRPr lang="en-US" b="1" dirty="0">
              <a:solidFill>
                <a:srgbClr val="FF0000"/>
              </a:solidFill>
            </a:endParaRPr>
          </a:p>
        </p:txBody>
      </p:sp>
    </p:spTree>
    <p:extLst>
      <p:ext uri="{BB962C8B-B14F-4D97-AF65-F5344CB8AC3E}">
        <p14:creationId xmlns:p14="http://schemas.microsoft.com/office/powerpoint/2010/main" val="9978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56"/>
                                        </p:tgtEl>
                                        <p:attrNameLst>
                                          <p:attrName>style.visibility</p:attrName>
                                        </p:attrNameLst>
                                      </p:cBhvr>
                                      <p:to>
                                        <p:strVal val="visible"/>
                                      </p:to>
                                    </p:set>
                                    <p:animEffect transition="in" filter="wheel(1)">
                                      <p:cBhvr>
                                        <p:cTn id="12" dur="1000"/>
                                        <p:tgtEl>
                                          <p:spTgt spid="205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animEffect transition="in" filter="wheel(1)">
                                      <p:cBhvr>
                                        <p:cTn id="17" dur="1000"/>
                                        <p:tgtEl>
                                          <p:spTgt spid="2052"/>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2054"/>
                                        </p:tgtEl>
                                        <p:attrNameLst>
                                          <p:attrName>style.visibility</p:attrName>
                                        </p:attrNameLst>
                                      </p:cBhvr>
                                      <p:to>
                                        <p:strVal val="visible"/>
                                      </p:to>
                                    </p:set>
                                    <p:animEffect transition="in" filter="wheel(1)">
                                      <p:cBhvr>
                                        <p:cTn id="22" dur="10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8428-2041-473D-BC7A-4700884A26D6}"/>
              </a:ext>
            </a:extLst>
          </p:cNvPr>
          <p:cNvSpPr>
            <a:spLocks noGrp="1"/>
          </p:cNvSpPr>
          <p:nvPr>
            <p:ph type="title" idx="4294967295"/>
          </p:nvPr>
        </p:nvSpPr>
        <p:spPr>
          <a:xfrm>
            <a:off x="1050925" y="4756150"/>
            <a:ext cx="11141075" cy="930275"/>
          </a:xfrm>
        </p:spPr>
        <p:txBody>
          <a:bodyPr vert="horz" lIns="91440" tIns="45720" rIns="91440" bIns="45720" rtlCol="0" anchor="b">
            <a:normAutofit/>
          </a:bodyPr>
          <a:lstStyle/>
          <a:p>
            <a:pPr algn="ctr"/>
            <a:r>
              <a:rPr lang="en-US" sz="5400">
                <a:solidFill>
                  <a:srgbClr val="FFFFFF"/>
                </a:solidFill>
              </a:rPr>
              <a:t>MÁY CHỦ - SERVER</a:t>
            </a:r>
          </a:p>
        </p:txBody>
      </p:sp>
      <p:pic>
        <p:nvPicPr>
          <p:cNvPr id="3074" name="Picture 2" descr="Công nghệ trong tôi: Ngành học và làm việc của các bạn theo ngàng CNTT">
            <a:extLst>
              <a:ext uri="{FF2B5EF4-FFF2-40B4-BE49-F238E27FC236}">
                <a16:creationId xmlns:a16="http://schemas.microsoft.com/office/drawing/2014/main" id="{3A5659D9-26A1-4E6F-8ECF-128330EF06C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05235" y="1590623"/>
            <a:ext cx="5455917" cy="431246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ư vấn mua máy chủ (server) cho văn phòng - JobsGO Blog">
            <a:extLst>
              <a:ext uri="{FF2B5EF4-FFF2-40B4-BE49-F238E27FC236}">
                <a16:creationId xmlns:a16="http://schemas.microsoft.com/office/drawing/2014/main" id="{26D028C1-0597-4578-9742-A9C06E93757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tretch/>
        </p:blipFill>
        <p:spPr bwMode="auto">
          <a:xfrm>
            <a:off x="6230848" y="1448276"/>
            <a:ext cx="5455917" cy="476133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24ABEEE9-CD26-D19D-3BB7-BE6E66519EB2}"/>
              </a:ext>
            </a:extLst>
          </p:cNvPr>
          <p:cNvSpPr txBox="1">
            <a:spLocks/>
          </p:cNvSpPr>
          <p:nvPr/>
        </p:nvSpPr>
        <p:spPr>
          <a:xfrm>
            <a:off x="8868578" y="0"/>
            <a:ext cx="3580482" cy="2066593"/>
          </a:xfr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b="1">
                <a:solidFill>
                  <a:srgbClr val="FF0000"/>
                </a:solidFill>
              </a:rPr>
              <a:t>MÁY TÍNH NGÀY NAY</a:t>
            </a:r>
            <a:endParaRPr lang="en-US" b="1" dirty="0">
              <a:solidFill>
                <a:srgbClr val="FF0000"/>
              </a:solidFill>
            </a:endParaRPr>
          </a:p>
        </p:txBody>
      </p:sp>
    </p:spTree>
    <p:extLst>
      <p:ext uri="{BB962C8B-B14F-4D97-AF65-F5344CB8AC3E}">
        <p14:creationId xmlns:p14="http://schemas.microsoft.com/office/powerpoint/2010/main" val="2326117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71C5-2F17-CB34-FF3C-87BFCDA4A0A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BE0CF50-2E3B-6B57-BC4E-D755CB73068F}"/>
              </a:ext>
            </a:extLst>
          </p:cNvPr>
          <p:cNvSpPr txBox="1"/>
          <p:nvPr/>
        </p:nvSpPr>
        <p:spPr>
          <a:xfrm>
            <a:off x="3246558" y="1662201"/>
            <a:ext cx="6624314" cy="2171300"/>
          </a:xfrm>
          <a:prstGeom prst="rect">
            <a:avLst/>
          </a:prstGeom>
          <a:noFill/>
        </p:spPr>
        <p:txBody>
          <a:bodyPr wrap="none" rtlCol="0">
            <a:spAutoFit/>
            <a:scene3d>
              <a:camera prst="orthographicFront"/>
              <a:lightRig rig="threePt" dir="t"/>
            </a:scene3d>
            <a:sp3d contourW="12700"/>
          </a:bodyPr>
          <a:lstStyle/>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PHẦN 3</a:t>
            </a:r>
          </a:p>
          <a:p>
            <a:pPr algn="ctr">
              <a:lnSpc>
                <a:spcPct val="150000"/>
              </a:lnSpc>
            </a:pPr>
            <a:r>
              <a:rPr lang="en-US" altLang="zh-CN" sz="4800" b="1">
                <a:solidFill>
                  <a:srgbClr val="0070C0"/>
                </a:solidFill>
                <a:latin typeface="Cambria" panose="02040503050406030204" pitchFamily="18" charset="0"/>
                <a:ea typeface="+mj-ea"/>
                <a:cs typeface="经典综艺体简" panose="02010609000101010101" pitchFamily="49" charset="-122"/>
              </a:rPr>
              <a:t>PHẦN CỨNG MÁY TÍNH</a:t>
            </a:r>
            <a:endParaRPr lang="en-US" altLang="zh-CN" sz="4800" b="1" dirty="0">
              <a:solidFill>
                <a:srgbClr val="0070C0"/>
              </a:solidFill>
              <a:latin typeface="Cambria" panose="02040503050406030204" pitchFamily="18" charset="0"/>
              <a:ea typeface="+mj-ea"/>
              <a:cs typeface="经典综艺体简" panose="02010609000101010101" pitchFamily="49" charset="-122"/>
            </a:endParaRPr>
          </a:p>
        </p:txBody>
      </p:sp>
    </p:spTree>
    <p:extLst>
      <p:ext uri="{BB962C8B-B14F-4D97-AF65-F5344CB8AC3E}">
        <p14:creationId xmlns:p14="http://schemas.microsoft.com/office/powerpoint/2010/main" val="733678133"/>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EE573A-A1D1-16E3-E68D-4E9118C0FB74}"/>
              </a:ext>
            </a:extLst>
          </p:cNvPr>
          <p:cNvSpPr txBox="1"/>
          <p:nvPr/>
        </p:nvSpPr>
        <p:spPr>
          <a:xfrm>
            <a:off x="3786554" y="2598003"/>
            <a:ext cx="6390852" cy="830997"/>
          </a:xfrm>
          <a:prstGeom prst="rect">
            <a:avLst/>
          </a:prstGeom>
          <a:noFill/>
        </p:spPr>
        <p:txBody>
          <a:bodyPr wrap="none" rtlCol="0">
            <a:spAutoFit/>
          </a:bodyPr>
          <a:lstStyle/>
          <a:p>
            <a:r>
              <a:rPr lang="en-US" sz="4800" dirty="0">
                <a:solidFill>
                  <a:srgbClr val="FF0000"/>
                </a:solidFill>
                <a:latin typeface="Cambria" panose="02040503050406030204" pitchFamily="18" charset="0"/>
                <a:ea typeface="Cambria" panose="02040503050406030204" pitchFamily="18" charset="0"/>
              </a:rPr>
              <a:t>1. CẤU TRÚC MÁY TÍNH</a:t>
            </a:r>
          </a:p>
        </p:txBody>
      </p:sp>
    </p:spTree>
    <p:extLst>
      <p:ext uri="{BB962C8B-B14F-4D97-AF65-F5344CB8AC3E}">
        <p14:creationId xmlns:p14="http://schemas.microsoft.com/office/powerpoint/2010/main" val="213306130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CẤU TRÚC MÁY TÍNH – CÁC THÀNH PHẦN</a:t>
            </a:r>
            <a:endParaRPr lang="en-US" sz="3200" dirty="0">
              <a:solidFill>
                <a:srgbClr val="D51C29"/>
              </a:solidFill>
            </a:endParaRPr>
          </a:p>
        </p:txBody>
      </p:sp>
      <p:sp>
        <p:nvSpPr>
          <p:cNvPr id="18" name="Content Placeholder 2">
            <a:extLst>
              <a:ext uri="{FF2B5EF4-FFF2-40B4-BE49-F238E27FC236}">
                <a16:creationId xmlns:a16="http://schemas.microsoft.com/office/drawing/2014/main" id="{293B5FC6-7803-4365-99C0-EB2E2942DD82}"/>
              </a:ext>
            </a:extLst>
          </p:cNvPr>
          <p:cNvSpPr txBox="1">
            <a:spLocks/>
          </p:cNvSpPr>
          <p:nvPr/>
        </p:nvSpPr>
        <p:spPr>
          <a:xfrm>
            <a:off x="228600" y="1546014"/>
            <a:ext cx="4080510" cy="454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Clr>
                <a:srgbClr val="C00000"/>
              </a:buClr>
              <a:buFont typeface="Wingdings" panose="05000000000000000000" pitchFamily="2" charset="2"/>
              <a:buChar char="v"/>
            </a:pPr>
            <a:r>
              <a:rPr lang="en-US" sz="3200" dirty="0" err="1"/>
              <a:t>Khối</a:t>
            </a:r>
            <a:r>
              <a:rPr lang="en-US" sz="3200" dirty="0"/>
              <a:t> </a:t>
            </a:r>
            <a:r>
              <a:rPr lang="en-US" sz="3200" dirty="0" err="1"/>
              <a:t>xứ</a:t>
            </a:r>
            <a:r>
              <a:rPr lang="en-US" sz="3200" dirty="0"/>
              <a:t> lý </a:t>
            </a:r>
            <a:r>
              <a:rPr lang="en-US" sz="3200" dirty="0" err="1"/>
              <a:t>trung</a:t>
            </a:r>
            <a:r>
              <a:rPr lang="en-US" sz="3200" dirty="0"/>
              <a:t> tâm (CPU)</a:t>
            </a:r>
          </a:p>
          <a:p>
            <a:pPr marL="457200" indent="-457200">
              <a:lnSpc>
                <a:spcPct val="120000"/>
              </a:lnSpc>
              <a:buClr>
                <a:srgbClr val="C00000"/>
              </a:buClr>
              <a:buFont typeface="Wingdings" panose="05000000000000000000" pitchFamily="2" charset="2"/>
              <a:buChar char="v"/>
            </a:pPr>
            <a:r>
              <a:rPr lang="en-US" sz="3200" dirty="0" err="1"/>
              <a:t>Bộ</a:t>
            </a:r>
            <a:r>
              <a:rPr lang="en-US" sz="3200" dirty="0"/>
              <a:t> </a:t>
            </a:r>
            <a:r>
              <a:rPr lang="en-US" sz="3200" dirty="0" err="1"/>
              <a:t>nhớ</a:t>
            </a:r>
            <a:r>
              <a:rPr lang="en-US" sz="3200" dirty="0"/>
              <a:t> (Memory)</a:t>
            </a:r>
          </a:p>
          <a:p>
            <a:pPr marL="457200" indent="-457200">
              <a:lnSpc>
                <a:spcPct val="120000"/>
              </a:lnSpc>
              <a:buClr>
                <a:srgbClr val="C00000"/>
              </a:buClr>
              <a:buFont typeface="Wingdings" panose="05000000000000000000" pitchFamily="2" charset="2"/>
              <a:buChar char="v"/>
            </a:pPr>
            <a:r>
              <a:rPr lang="en-US" sz="3200" dirty="0" err="1"/>
              <a:t>Thiết</a:t>
            </a:r>
            <a:r>
              <a:rPr lang="en-US" sz="3200" dirty="0"/>
              <a:t> </a:t>
            </a:r>
            <a:r>
              <a:rPr lang="en-US" sz="3200" dirty="0" err="1"/>
              <a:t>bị</a:t>
            </a:r>
            <a:r>
              <a:rPr lang="en-US" sz="3200" dirty="0"/>
              <a:t> </a:t>
            </a:r>
            <a:r>
              <a:rPr lang="en-US" sz="3200" dirty="0" err="1"/>
              <a:t>ngoại</a:t>
            </a:r>
            <a:r>
              <a:rPr lang="en-US" sz="3200" dirty="0"/>
              <a:t> vi</a:t>
            </a:r>
          </a:p>
          <a:p>
            <a:pPr marL="457200" indent="-457200">
              <a:lnSpc>
                <a:spcPct val="120000"/>
              </a:lnSpc>
              <a:buClr>
                <a:srgbClr val="C00000"/>
              </a:buClr>
              <a:buFont typeface="Wingdings" panose="05000000000000000000" pitchFamily="2" charset="2"/>
              <a:buChar char="v"/>
            </a:pPr>
            <a:r>
              <a:rPr lang="en-US" sz="3200" dirty="0"/>
              <a:t>Bus hệ </a:t>
            </a:r>
            <a:r>
              <a:rPr lang="en-US" sz="3200" dirty="0" err="1"/>
              <a:t>thống</a:t>
            </a:r>
            <a:endParaRPr lang="en-US" sz="3200" dirty="0"/>
          </a:p>
        </p:txBody>
      </p:sp>
      <p:pic>
        <p:nvPicPr>
          <p:cNvPr id="90" name="Picture 2">
            <a:extLst>
              <a:ext uri="{FF2B5EF4-FFF2-40B4-BE49-F238E27FC236}">
                <a16:creationId xmlns:a16="http://schemas.microsoft.com/office/drawing/2014/main" id="{1E4D2D0B-9EB9-4FD5-8C9A-406FA3B2E3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664" y="1150684"/>
            <a:ext cx="7404736" cy="5336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87584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CẤU TRÚC MÁY TÍNH – CÁC THÀNH PHẦN</a:t>
            </a:r>
            <a:endParaRPr lang="en-US" sz="3200" dirty="0">
              <a:solidFill>
                <a:srgbClr val="D51C29"/>
              </a:solidFill>
            </a:endParaRPr>
          </a:p>
        </p:txBody>
      </p:sp>
      <p:sp>
        <p:nvSpPr>
          <p:cNvPr id="18" name="Content Placeholder 2">
            <a:extLst>
              <a:ext uri="{FF2B5EF4-FFF2-40B4-BE49-F238E27FC236}">
                <a16:creationId xmlns:a16="http://schemas.microsoft.com/office/drawing/2014/main" id="{293B5FC6-7803-4365-99C0-EB2E2942DD82}"/>
              </a:ext>
            </a:extLst>
          </p:cNvPr>
          <p:cNvSpPr txBox="1">
            <a:spLocks/>
          </p:cNvSpPr>
          <p:nvPr/>
        </p:nvSpPr>
        <p:spPr>
          <a:xfrm>
            <a:off x="228600" y="1546014"/>
            <a:ext cx="4080510" cy="454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Clr>
                <a:srgbClr val="C00000"/>
              </a:buClr>
              <a:buFont typeface="Wingdings" panose="05000000000000000000" pitchFamily="2" charset="2"/>
              <a:buChar char="v"/>
            </a:pPr>
            <a:r>
              <a:rPr lang="en-US" sz="3200" dirty="0" err="1"/>
              <a:t>Khối</a:t>
            </a:r>
            <a:r>
              <a:rPr lang="en-US" sz="3200" dirty="0"/>
              <a:t> </a:t>
            </a:r>
            <a:r>
              <a:rPr lang="en-US" sz="3200" dirty="0" err="1"/>
              <a:t>xứ</a:t>
            </a:r>
            <a:r>
              <a:rPr lang="en-US" sz="3200" dirty="0"/>
              <a:t> lý </a:t>
            </a:r>
            <a:r>
              <a:rPr lang="en-US" sz="3200" dirty="0" err="1"/>
              <a:t>trung</a:t>
            </a:r>
            <a:r>
              <a:rPr lang="en-US" sz="3200" dirty="0"/>
              <a:t> tâm (CPU)</a:t>
            </a:r>
          </a:p>
          <a:p>
            <a:pPr marL="457200" indent="-457200">
              <a:lnSpc>
                <a:spcPct val="120000"/>
              </a:lnSpc>
              <a:buClr>
                <a:srgbClr val="C00000"/>
              </a:buClr>
              <a:buFont typeface="Wingdings" panose="05000000000000000000" pitchFamily="2" charset="2"/>
              <a:buChar char="v"/>
            </a:pPr>
            <a:r>
              <a:rPr lang="en-US" sz="3200" dirty="0" err="1"/>
              <a:t>Bộ</a:t>
            </a:r>
            <a:r>
              <a:rPr lang="en-US" sz="3200" dirty="0"/>
              <a:t> </a:t>
            </a:r>
            <a:r>
              <a:rPr lang="en-US" sz="3200" dirty="0" err="1"/>
              <a:t>nhớ</a:t>
            </a:r>
            <a:r>
              <a:rPr lang="en-US" sz="3200" dirty="0"/>
              <a:t> (Memory)</a:t>
            </a:r>
          </a:p>
          <a:p>
            <a:pPr marL="457200" indent="-457200">
              <a:lnSpc>
                <a:spcPct val="120000"/>
              </a:lnSpc>
              <a:buClr>
                <a:srgbClr val="C00000"/>
              </a:buClr>
              <a:buFont typeface="Wingdings" panose="05000000000000000000" pitchFamily="2" charset="2"/>
              <a:buChar char="v"/>
            </a:pPr>
            <a:r>
              <a:rPr lang="en-US" sz="3200" dirty="0" err="1"/>
              <a:t>Thiết</a:t>
            </a:r>
            <a:r>
              <a:rPr lang="en-US" sz="3200" dirty="0"/>
              <a:t> </a:t>
            </a:r>
            <a:r>
              <a:rPr lang="en-US" sz="3200" dirty="0" err="1"/>
              <a:t>bị</a:t>
            </a:r>
            <a:r>
              <a:rPr lang="en-US" sz="3200" dirty="0"/>
              <a:t> </a:t>
            </a:r>
            <a:r>
              <a:rPr lang="en-US" sz="3200" dirty="0" err="1"/>
              <a:t>ngoại</a:t>
            </a:r>
            <a:r>
              <a:rPr lang="en-US" sz="3200" dirty="0"/>
              <a:t> vi</a:t>
            </a:r>
          </a:p>
          <a:p>
            <a:pPr marL="457200" indent="-457200">
              <a:lnSpc>
                <a:spcPct val="120000"/>
              </a:lnSpc>
              <a:buClr>
                <a:srgbClr val="C00000"/>
              </a:buClr>
              <a:buFont typeface="Wingdings" panose="05000000000000000000" pitchFamily="2" charset="2"/>
              <a:buChar char="v"/>
            </a:pPr>
            <a:r>
              <a:rPr lang="en-US" sz="3200" dirty="0"/>
              <a:t>Bus hệ </a:t>
            </a:r>
            <a:r>
              <a:rPr lang="en-US" sz="3200" dirty="0" err="1"/>
              <a:t>thống</a:t>
            </a:r>
            <a:endParaRPr lang="en-US" sz="3200" dirty="0"/>
          </a:p>
        </p:txBody>
      </p:sp>
      <p:pic>
        <p:nvPicPr>
          <p:cNvPr id="2050" name="Picture 2">
            <a:extLst>
              <a:ext uri="{FF2B5EF4-FFF2-40B4-BE49-F238E27FC236}">
                <a16:creationId xmlns:a16="http://schemas.microsoft.com/office/drawing/2014/main" id="{C8C40550-B6E2-4C9C-BCEC-28562889C1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3400" y="1100138"/>
            <a:ext cx="7590000" cy="5163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6384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CẤU TRÚC MÁY TÍNH – NGUYÊN TẮC HOẠT ĐỘNG</a:t>
            </a:r>
            <a:endParaRPr lang="en-US" sz="3200" dirty="0">
              <a:solidFill>
                <a:srgbClr val="D51C29"/>
              </a:solidFill>
            </a:endParaRPr>
          </a:p>
        </p:txBody>
      </p:sp>
      <p:sp>
        <p:nvSpPr>
          <p:cNvPr id="18" name="Content Placeholder 2">
            <a:extLst>
              <a:ext uri="{FF2B5EF4-FFF2-40B4-BE49-F238E27FC236}">
                <a16:creationId xmlns:a16="http://schemas.microsoft.com/office/drawing/2014/main" id="{293B5FC6-7803-4365-99C0-EB2E2942DD82}"/>
              </a:ext>
            </a:extLst>
          </p:cNvPr>
          <p:cNvSpPr txBox="1">
            <a:spLocks/>
          </p:cNvSpPr>
          <p:nvPr/>
        </p:nvSpPr>
        <p:spPr>
          <a:xfrm>
            <a:off x="228600" y="1546014"/>
            <a:ext cx="4080510" cy="45461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20000"/>
              </a:lnSpc>
              <a:buClr>
                <a:srgbClr val="C00000"/>
              </a:buClr>
              <a:buFont typeface="Wingdings" panose="05000000000000000000" pitchFamily="2" charset="2"/>
              <a:buChar char="v"/>
            </a:pPr>
            <a:r>
              <a:rPr lang="en-US" sz="3200" dirty="0" err="1"/>
              <a:t>Khối</a:t>
            </a:r>
            <a:r>
              <a:rPr lang="en-US" sz="3200" dirty="0"/>
              <a:t> </a:t>
            </a:r>
            <a:r>
              <a:rPr lang="en-US" sz="3200" dirty="0" err="1"/>
              <a:t>xứ</a:t>
            </a:r>
            <a:r>
              <a:rPr lang="en-US" sz="3200" dirty="0"/>
              <a:t> lý </a:t>
            </a:r>
            <a:r>
              <a:rPr lang="en-US" sz="3200" dirty="0" err="1"/>
              <a:t>trung</a:t>
            </a:r>
            <a:r>
              <a:rPr lang="en-US" sz="3200" dirty="0"/>
              <a:t> tâm (CPU)</a:t>
            </a:r>
          </a:p>
          <a:p>
            <a:pPr marL="457200" indent="-457200">
              <a:lnSpc>
                <a:spcPct val="120000"/>
              </a:lnSpc>
              <a:buClr>
                <a:srgbClr val="C00000"/>
              </a:buClr>
              <a:buFont typeface="Wingdings" panose="05000000000000000000" pitchFamily="2" charset="2"/>
              <a:buChar char="v"/>
            </a:pPr>
            <a:r>
              <a:rPr lang="en-US" sz="3200" dirty="0" err="1"/>
              <a:t>Bộ</a:t>
            </a:r>
            <a:r>
              <a:rPr lang="en-US" sz="3200" dirty="0"/>
              <a:t> </a:t>
            </a:r>
            <a:r>
              <a:rPr lang="en-US" sz="3200" dirty="0" err="1"/>
              <a:t>nhớ</a:t>
            </a:r>
            <a:r>
              <a:rPr lang="en-US" sz="3200" dirty="0"/>
              <a:t> (Memory)</a:t>
            </a:r>
          </a:p>
          <a:p>
            <a:pPr marL="457200" indent="-457200">
              <a:lnSpc>
                <a:spcPct val="120000"/>
              </a:lnSpc>
              <a:buClr>
                <a:srgbClr val="C00000"/>
              </a:buClr>
              <a:buFont typeface="Wingdings" panose="05000000000000000000" pitchFamily="2" charset="2"/>
              <a:buChar char="v"/>
            </a:pPr>
            <a:r>
              <a:rPr lang="en-US" sz="3200" dirty="0" err="1"/>
              <a:t>Thiết</a:t>
            </a:r>
            <a:r>
              <a:rPr lang="en-US" sz="3200" dirty="0"/>
              <a:t> </a:t>
            </a:r>
            <a:r>
              <a:rPr lang="en-US" sz="3200" dirty="0" err="1"/>
              <a:t>bị</a:t>
            </a:r>
            <a:r>
              <a:rPr lang="en-US" sz="3200" dirty="0"/>
              <a:t> </a:t>
            </a:r>
            <a:r>
              <a:rPr lang="en-US" sz="3200" dirty="0" err="1"/>
              <a:t>ngoại</a:t>
            </a:r>
            <a:r>
              <a:rPr lang="en-US" sz="3200" dirty="0"/>
              <a:t> vi</a:t>
            </a:r>
          </a:p>
          <a:p>
            <a:pPr marL="457200" indent="-457200">
              <a:lnSpc>
                <a:spcPct val="120000"/>
              </a:lnSpc>
              <a:buClr>
                <a:srgbClr val="C00000"/>
              </a:buClr>
              <a:buFont typeface="Wingdings" panose="05000000000000000000" pitchFamily="2" charset="2"/>
              <a:buChar char="v"/>
            </a:pPr>
            <a:r>
              <a:rPr lang="en-US" sz="3200" dirty="0"/>
              <a:t>Bus hệ </a:t>
            </a:r>
            <a:r>
              <a:rPr lang="en-US" sz="3200" dirty="0" err="1"/>
              <a:t>thống</a:t>
            </a:r>
            <a:endParaRPr lang="en-US" sz="3200" dirty="0"/>
          </a:p>
        </p:txBody>
      </p:sp>
      <p:pic>
        <p:nvPicPr>
          <p:cNvPr id="4098" name="Picture 2">
            <a:extLst>
              <a:ext uri="{FF2B5EF4-FFF2-40B4-BE49-F238E27FC236}">
                <a16:creationId xmlns:a16="http://schemas.microsoft.com/office/drawing/2014/main" id="{8301C8C5-3D7D-4EA6-8E3B-856505FA98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4960" y="1005839"/>
            <a:ext cx="6656070" cy="5220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44580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CẤU TRÚC MÁY TÍNH – NGUYÊN TẮC HOẠT ĐỘNG</a:t>
            </a:r>
            <a:endParaRPr lang="en-US" sz="3200" dirty="0">
              <a:solidFill>
                <a:srgbClr val="D51C29"/>
              </a:solidFill>
            </a:endParaRPr>
          </a:p>
        </p:txBody>
      </p:sp>
      <p:pic>
        <p:nvPicPr>
          <p:cNvPr id="5" name="Picture 2">
            <a:extLst>
              <a:ext uri="{FF2B5EF4-FFF2-40B4-BE49-F238E27FC236}">
                <a16:creationId xmlns:a16="http://schemas.microsoft.com/office/drawing/2014/main" id="{8DF4EB8B-C858-48E4-9F6A-AB1C3A1A01EE}"/>
              </a:ext>
            </a:extLst>
          </p:cNvPr>
          <p:cNvPicPr>
            <a:picLocks noChangeAspect="1" noChangeArrowheads="1"/>
          </p:cNvPicPr>
          <p:nvPr/>
        </p:nvPicPr>
        <p:blipFill>
          <a:blip r:embed="rId3"/>
          <a:srcRect/>
          <a:stretch>
            <a:fillRect/>
          </a:stretch>
        </p:blipFill>
        <p:spPr bwMode="auto">
          <a:xfrm>
            <a:off x="1242766" y="980531"/>
            <a:ext cx="8763000" cy="5422718"/>
          </a:xfrm>
          <a:prstGeom prst="rect">
            <a:avLst/>
          </a:prstGeom>
          <a:noFill/>
          <a:ln w="9525">
            <a:noFill/>
            <a:miter lim="800000"/>
            <a:headEnd/>
            <a:tailEnd/>
          </a:ln>
          <a:effectLst/>
        </p:spPr>
      </p:pic>
    </p:spTree>
    <p:extLst>
      <p:ext uri="{BB962C8B-B14F-4D97-AF65-F5344CB8AC3E}">
        <p14:creationId xmlns:p14="http://schemas.microsoft.com/office/powerpoint/2010/main" val="376246915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MÁY TÍNH CÁ NHÂN – MÁY TÍNH ĐỂ BÀN</a:t>
            </a:r>
            <a:endParaRPr lang="en-US" sz="3200" dirty="0">
              <a:solidFill>
                <a:srgbClr val="D51C29"/>
              </a:solidFill>
            </a:endParaRPr>
          </a:p>
        </p:txBody>
      </p:sp>
      <p:pic>
        <p:nvPicPr>
          <p:cNvPr id="5" name="Picture 4" descr="http://updatecenter.britannica.com/eb/image?binaryId=74061&amp;rendTypeId=4">
            <a:extLst>
              <a:ext uri="{FF2B5EF4-FFF2-40B4-BE49-F238E27FC236}">
                <a16:creationId xmlns:a16="http://schemas.microsoft.com/office/drawing/2014/main" id="{0461F81C-E426-443C-B9ED-00B2D87B5D57}"/>
              </a:ext>
            </a:extLst>
          </p:cNvPr>
          <p:cNvPicPr>
            <a:picLocks noChangeAspect="1" noChangeArrowheads="1"/>
          </p:cNvPicPr>
          <p:nvPr/>
        </p:nvPicPr>
        <p:blipFill>
          <a:blip r:embed="rId2"/>
          <a:srcRect/>
          <a:stretch>
            <a:fillRect/>
          </a:stretch>
        </p:blipFill>
        <p:spPr bwMode="auto">
          <a:xfrm>
            <a:off x="1545059" y="1257300"/>
            <a:ext cx="8585454" cy="4343400"/>
          </a:xfrm>
          <a:prstGeom prst="rect">
            <a:avLst/>
          </a:prstGeom>
          <a:noFill/>
        </p:spPr>
      </p:pic>
    </p:spTree>
    <p:extLst>
      <p:ext uri="{BB962C8B-B14F-4D97-AF65-F5344CB8AC3E}">
        <p14:creationId xmlns:p14="http://schemas.microsoft.com/office/powerpoint/2010/main" val="314203185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2342228" y="35475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PHẦN CỨNG MÁY TÍNH - CPU</a:t>
            </a:r>
            <a:endParaRPr lang="en-US" sz="3200" dirty="0">
              <a:solidFill>
                <a:srgbClr val="D51C29"/>
              </a:solidFill>
            </a:endParaRPr>
          </a:p>
        </p:txBody>
      </p:sp>
      <p:pic>
        <p:nvPicPr>
          <p:cNvPr id="7170" name="Picture 2" descr="Nên lựa chọn CPU như thế nào cho Laptop?">
            <a:extLst>
              <a:ext uri="{FF2B5EF4-FFF2-40B4-BE49-F238E27FC236}">
                <a16:creationId xmlns:a16="http://schemas.microsoft.com/office/drawing/2014/main" id="{73C003E1-FB7E-4209-A3AA-1DF954E5B4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7261" y="3087552"/>
            <a:ext cx="571500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Đây là lý do bạn sẽ chọn CPU Ryzen thế hệ thứ 3 mới nhất của AMD thay vì  chip Intel">
            <a:extLst>
              <a:ext uri="{FF2B5EF4-FFF2-40B4-BE49-F238E27FC236}">
                <a16:creationId xmlns:a16="http://schemas.microsoft.com/office/drawing/2014/main" id="{4DB0302A-757A-4EA5-A8AB-7B8951228D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750" r="16312" b="5131"/>
          <a:stretch/>
        </p:blipFill>
        <p:spPr bwMode="auto">
          <a:xfrm>
            <a:off x="788670" y="3183702"/>
            <a:ext cx="4263389" cy="3027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60257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PHẦN CỨNG MÁY TÍNH – LƯU TRỮ TRONG</a:t>
            </a:r>
            <a:endParaRPr lang="en-US" sz="3200" dirty="0">
              <a:solidFill>
                <a:srgbClr val="D51C29"/>
              </a:solidFill>
            </a:endParaRPr>
          </a:p>
        </p:txBody>
      </p:sp>
      <p:sp>
        <p:nvSpPr>
          <p:cNvPr id="90" name="Content Placeholder 2">
            <a:extLst>
              <a:ext uri="{FF2B5EF4-FFF2-40B4-BE49-F238E27FC236}">
                <a16:creationId xmlns:a16="http://schemas.microsoft.com/office/drawing/2014/main" id="{8433E47B-D1FB-487E-8045-3DEA727E4AB3}"/>
              </a:ext>
            </a:extLst>
          </p:cNvPr>
          <p:cNvSpPr txBox="1">
            <a:spLocks/>
          </p:cNvSpPr>
          <p:nvPr/>
        </p:nvSpPr>
        <p:spPr>
          <a:xfrm>
            <a:off x="495508" y="1278613"/>
            <a:ext cx="10193551" cy="151804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514350">
              <a:lnSpc>
                <a:spcPct val="150000"/>
              </a:lnSpc>
              <a:buFont typeface="Wingdings" panose="05000000000000000000" pitchFamily="2" charset="2"/>
              <a:buChar char="v"/>
            </a:pPr>
            <a:r>
              <a:rPr lang="en-US" sz="2800" dirty="0"/>
              <a:t>RAM (Random Access Memory)</a:t>
            </a:r>
          </a:p>
          <a:p>
            <a:pPr lvl="1" indent="-514350">
              <a:lnSpc>
                <a:spcPct val="150000"/>
              </a:lnSpc>
              <a:buFont typeface="Wingdings" panose="05000000000000000000" pitchFamily="2" charset="2"/>
              <a:buChar char="v"/>
            </a:pPr>
            <a:r>
              <a:rPr lang="en-US" sz="2800" dirty="0"/>
              <a:t>ROM (Read Only Mem</a:t>
            </a:r>
            <a:r>
              <a:rPr lang="en-US" sz="2800" dirty="0">
                <a:solidFill>
                  <a:schemeClr val="accent4"/>
                </a:solidFill>
              </a:rPr>
              <a:t>o</a:t>
            </a:r>
            <a:r>
              <a:rPr lang="en-US" sz="2800" dirty="0"/>
              <a:t>ry)</a:t>
            </a:r>
          </a:p>
          <a:p>
            <a:pPr marL="457200" lvl="1" indent="0">
              <a:buFont typeface="Arial" panose="020B0604020202020204" pitchFamily="34" charset="0"/>
              <a:buNone/>
            </a:pPr>
            <a:endParaRPr lang="en-US" dirty="0"/>
          </a:p>
        </p:txBody>
      </p:sp>
      <p:pic>
        <p:nvPicPr>
          <p:cNvPr id="8194" name="Picture 2" descr="ROM là gì? Phân biệt RAM và ROM - TOTOLINK Việt Nam">
            <a:extLst>
              <a:ext uri="{FF2B5EF4-FFF2-40B4-BE49-F238E27FC236}">
                <a16:creationId xmlns:a16="http://schemas.microsoft.com/office/drawing/2014/main" id="{2868ED50-5190-4683-AF58-EEB3474FD8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3065" y="2883456"/>
            <a:ext cx="6010275" cy="35433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am là gì? Rom là gì? So sánh sự khác nhau giữa RAM và ROM">
            <a:extLst>
              <a:ext uri="{FF2B5EF4-FFF2-40B4-BE49-F238E27FC236}">
                <a16:creationId xmlns:a16="http://schemas.microsoft.com/office/drawing/2014/main" id="{9121E948-EC72-4EA9-B743-D4024D5B09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508" y="3307318"/>
            <a:ext cx="4876800" cy="2695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27172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PHẦN CỨNG MÁY TÍNH – LƯU TRỮ NGOÀI</a:t>
            </a:r>
            <a:endParaRPr lang="en-US" sz="3200" dirty="0">
              <a:solidFill>
                <a:srgbClr val="D51C29"/>
              </a:solidFill>
            </a:endParaRPr>
          </a:p>
        </p:txBody>
      </p:sp>
      <p:sp>
        <p:nvSpPr>
          <p:cNvPr id="9" name="Content Placeholder 2">
            <a:extLst>
              <a:ext uri="{FF2B5EF4-FFF2-40B4-BE49-F238E27FC236}">
                <a16:creationId xmlns:a16="http://schemas.microsoft.com/office/drawing/2014/main" id="{1E7E31BB-4A75-4785-B086-D068284443D7}"/>
              </a:ext>
            </a:extLst>
          </p:cNvPr>
          <p:cNvSpPr txBox="1">
            <a:spLocks/>
          </p:cNvSpPr>
          <p:nvPr/>
        </p:nvSpPr>
        <p:spPr>
          <a:xfrm>
            <a:off x="331469" y="1103274"/>
            <a:ext cx="4562081" cy="340501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lvl="1" indent="-400050">
              <a:lnSpc>
                <a:spcPct val="150000"/>
              </a:lnSpc>
              <a:buClr>
                <a:schemeClr val="accent3"/>
              </a:buClr>
              <a:buFont typeface="Wingdings" panose="05000000000000000000" pitchFamily="2" charset="2"/>
              <a:buChar char="v"/>
            </a:pPr>
            <a:r>
              <a:rPr lang="en-US" sz="2800" dirty="0" err="1"/>
              <a:t>Đĩa</a:t>
            </a:r>
            <a:r>
              <a:rPr lang="en-US" sz="2800" dirty="0"/>
              <a:t> </a:t>
            </a:r>
            <a:r>
              <a:rPr lang="en-US" sz="2800" dirty="0" err="1"/>
              <a:t>mềm</a:t>
            </a:r>
            <a:r>
              <a:rPr lang="en-US" sz="2800" dirty="0"/>
              <a:t> (Floppy disks)</a:t>
            </a:r>
          </a:p>
          <a:p>
            <a:pPr marL="571500" lvl="1" indent="-400050">
              <a:lnSpc>
                <a:spcPct val="150000"/>
              </a:lnSpc>
              <a:buClr>
                <a:schemeClr val="accent3"/>
              </a:buClr>
              <a:buFont typeface="Wingdings" panose="05000000000000000000" pitchFamily="2" charset="2"/>
              <a:buChar char="v"/>
            </a:pPr>
            <a:r>
              <a:rPr lang="en-US" sz="2800" dirty="0" err="1"/>
              <a:t>Đĩa</a:t>
            </a:r>
            <a:r>
              <a:rPr lang="en-US" sz="2800" dirty="0"/>
              <a:t> </a:t>
            </a:r>
            <a:r>
              <a:rPr lang="en-US" sz="2800" dirty="0" err="1"/>
              <a:t>cứng</a:t>
            </a:r>
            <a:r>
              <a:rPr lang="en-US" sz="2800" dirty="0"/>
              <a:t> (Hard disks)</a:t>
            </a:r>
          </a:p>
          <a:p>
            <a:pPr marL="571500" lvl="1" indent="-400050">
              <a:lnSpc>
                <a:spcPct val="150000"/>
              </a:lnSpc>
              <a:buClr>
                <a:schemeClr val="accent3"/>
              </a:buClr>
              <a:buFont typeface="Wingdings" panose="05000000000000000000" pitchFamily="2" charset="2"/>
              <a:buChar char="v"/>
            </a:pPr>
            <a:r>
              <a:rPr lang="en-US" sz="2800" dirty="0"/>
              <a:t>Ổ Quang (Optical disks)</a:t>
            </a:r>
          </a:p>
          <a:p>
            <a:pPr marL="571500" lvl="1" indent="-400050">
              <a:lnSpc>
                <a:spcPct val="150000"/>
              </a:lnSpc>
              <a:buClr>
                <a:schemeClr val="accent3"/>
              </a:buClr>
              <a:buFont typeface="Wingdings" panose="05000000000000000000" pitchFamily="2" charset="2"/>
              <a:buChar char="v"/>
            </a:pPr>
            <a:r>
              <a:rPr lang="en-US" sz="2800" dirty="0" err="1"/>
              <a:t>Băng</a:t>
            </a:r>
            <a:r>
              <a:rPr lang="en-US" sz="2800" dirty="0"/>
              <a:t> </a:t>
            </a:r>
            <a:r>
              <a:rPr lang="en-US" sz="2800" dirty="0" err="1"/>
              <a:t>từ</a:t>
            </a:r>
            <a:r>
              <a:rPr lang="en-US" sz="2800" dirty="0"/>
              <a:t> (Tapes)</a:t>
            </a:r>
          </a:p>
        </p:txBody>
      </p:sp>
      <p:pic>
        <p:nvPicPr>
          <p:cNvPr id="1030" name="Picture 6" descr="Floppy Disk 3.5″ – Digitize My Tapes">
            <a:extLst>
              <a:ext uri="{FF2B5EF4-FFF2-40B4-BE49-F238E27FC236}">
                <a16:creationId xmlns:a16="http://schemas.microsoft.com/office/drawing/2014/main" id="{2281C61D-A5A6-492E-AC35-706848F0111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58556" y="4236439"/>
            <a:ext cx="2437872" cy="199085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ư vấn] Hướng dẫn chọn ổ cứng HDD phù hợp theo từng nhu cầu">
            <a:extLst>
              <a:ext uri="{FF2B5EF4-FFF2-40B4-BE49-F238E27FC236}">
                <a16:creationId xmlns:a16="http://schemas.microsoft.com/office/drawing/2014/main" id="{14F72E5F-797D-4D25-AFD8-2616B1EA68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5933" y="1003575"/>
            <a:ext cx="2036057" cy="154474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Optical disc - Wikipedia">
            <a:extLst>
              <a:ext uri="{FF2B5EF4-FFF2-40B4-BE49-F238E27FC236}">
                <a16:creationId xmlns:a16="http://schemas.microsoft.com/office/drawing/2014/main" id="{69D52B5D-63DA-4301-AE32-DDB369F9DC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5260" y="2478173"/>
            <a:ext cx="1668371" cy="1668371"/>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ác nguyên nhân gây ra lỗi ổ cứng SSD và cách xử lý chúng - Blog |  TheGioiMayChu">
            <a:extLst>
              <a:ext uri="{FF2B5EF4-FFF2-40B4-BE49-F238E27FC236}">
                <a16:creationId xmlns:a16="http://schemas.microsoft.com/office/drawing/2014/main" id="{211F20B4-8C0B-4FA3-9665-B0B4806857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9632" y="677532"/>
            <a:ext cx="3702368" cy="212824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Teach ICT - GCSE ICT - storage devices">
            <a:extLst>
              <a:ext uri="{FF2B5EF4-FFF2-40B4-BE49-F238E27FC236}">
                <a16:creationId xmlns:a16="http://schemas.microsoft.com/office/drawing/2014/main" id="{405B44A1-E7A3-4C60-8859-AF8C3CF710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9880" y="2094305"/>
            <a:ext cx="2480092" cy="1544743"/>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USB là gì? Cấu tạo và chức năng của USB có thể bạn chưa biết -  Fptshop.com.vn">
            <a:extLst>
              <a:ext uri="{FF2B5EF4-FFF2-40B4-BE49-F238E27FC236}">
                <a16:creationId xmlns:a16="http://schemas.microsoft.com/office/drawing/2014/main" id="{9F57D3B6-F29E-4A7E-A2B7-A87F23D6C94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887" y="4258537"/>
            <a:ext cx="4101244" cy="2129492"/>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2021] Từ A – Z về Thẻ nhớ Micro SD | Top 10 sản phẩm tốt nhất">
            <a:extLst>
              <a:ext uri="{FF2B5EF4-FFF2-40B4-BE49-F238E27FC236}">
                <a16:creationId xmlns:a16="http://schemas.microsoft.com/office/drawing/2014/main" id="{53926750-E1A9-44AC-91A6-BBC6996C93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15301" y="4258537"/>
            <a:ext cx="4284336" cy="2142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75495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PHẦN CỨNG MÁY TÍNH – THIẾT BỊ NGOẠI VI</a:t>
            </a:r>
            <a:endParaRPr lang="en-US" sz="3200" dirty="0">
              <a:solidFill>
                <a:srgbClr val="D51C29"/>
              </a:solidFill>
            </a:endParaRPr>
          </a:p>
        </p:txBody>
      </p:sp>
      <p:pic>
        <p:nvPicPr>
          <p:cNvPr id="10242" name="Picture 2" descr="Sửa bàn phím cơ, bàn phím máy tính giá rẻ tại HCM - Restore.vn">
            <a:extLst>
              <a:ext uri="{FF2B5EF4-FFF2-40B4-BE49-F238E27FC236}">
                <a16:creationId xmlns:a16="http://schemas.microsoft.com/office/drawing/2014/main" id="{7591212B-F503-4E2A-BD26-13F9ABB46E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8637" y="878153"/>
            <a:ext cx="3471486" cy="228839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Lựa chọn chuột cho máy vi tính - BuaXua.vn">
            <a:extLst>
              <a:ext uri="{FF2B5EF4-FFF2-40B4-BE49-F238E27FC236}">
                <a16:creationId xmlns:a16="http://schemas.microsoft.com/office/drawing/2014/main" id="{C2E5BA0A-BAFE-4926-AFDE-9A735BC6E6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8980" y="878153"/>
            <a:ext cx="4210257" cy="258727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Những lưu ý căn bản khi sử dụng nhiều màn hình máy tính cùng lúc">
            <a:extLst>
              <a:ext uri="{FF2B5EF4-FFF2-40B4-BE49-F238E27FC236}">
                <a16:creationId xmlns:a16="http://schemas.microsoft.com/office/drawing/2014/main" id="{215C4770-EA9D-477C-9306-E26D80235A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1846" y="3465424"/>
            <a:ext cx="4287142" cy="2865240"/>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descr="15+ mẫu máy in A3 giá rẻ, chính hãng, bền nhất hiện nay">
            <a:extLst>
              <a:ext uri="{FF2B5EF4-FFF2-40B4-BE49-F238E27FC236}">
                <a16:creationId xmlns:a16="http://schemas.microsoft.com/office/drawing/2014/main" id="{45A4F7AB-B5D9-4D9B-A9AF-A3E6592B23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8919" y="3575623"/>
            <a:ext cx="3820318" cy="2865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690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539ACD6-4E7B-49DE-8E4C-6429B24870CF}"/>
              </a:ext>
            </a:extLst>
          </p:cNvPr>
          <p:cNvSpPr/>
          <p:nvPr/>
        </p:nvSpPr>
        <p:spPr>
          <a:xfrm>
            <a:off x="1545059" y="183179"/>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lvl="0" fontAlgn="base"/>
            <a:r>
              <a:rPr lang="en-US" sz="3200" b="1" dirty="0">
                <a:solidFill>
                  <a:srgbClr val="D51C29"/>
                </a:solidFill>
              </a:rPr>
              <a:t>PHẦN CỨNG MÁY TÍNH - CPU</a:t>
            </a:r>
            <a:endParaRPr lang="en-US" sz="3200" dirty="0">
              <a:solidFill>
                <a:srgbClr val="D51C29"/>
              </a:solidFill>
            </a:endParaRPr>
          </a:p>
        </p:txBody>
      </p:sp>
      <p:sp>
        <p:nvSpPr>
          <p:cNvPr id="18" name="Content Placeholder 2">
            <a:extLst>
              <a:ext uri="{FF2B5EF4-FFF2-40B4-BE49-F238E27FC236}">
                <a16:creationId xmlns:a16="http://schemas.microsoft.com/office/drawing/2014/main" id="{293B5FC6-7803-4365-99C0-EB2E2942DD82}"/>
              </a:ext>
            </a:extLst>
          </p:cNvPr>
          <p:cNvSpPr txBox="1">
            <a:spLocks/>
          </p:cNvSpPr>
          <p:nvPr/>
        </p:nvSpPr>
        <p:spPr>
          <a:xfrm>
            <a:off x="497079" y="2023956"/>
            <a:ext cx="11315700" cy="41482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err="1"/>
              <a:t>Bài</a:t>
            </a:r>
            <a:r>
              <a:rPr lang="en-US" dirty="0"/>
              <a:t> tập: </a:t>
            </a:r>
          </a:p>
          <a:p>
            <a:pPr>
              <a:buFontTx/>
              <a:buChar char="-"/>
            </a:pPr>
            <a:r>
              <a:rPr lang="en-US" dirty="0" err="1"/>
              <a:t>Hãy</a:t>
            </a:r>
            <a:r>
              <a:rPr lang="en-US" dirty="0"/>
              <a:t> </a:t>
            </a:r>
            <a:r>
              <a:rPr lang="en-US" dirty="0" err="1"/>
              <a:t>tìm</a:t>
            </a:r>
            <a:r>
              <a:rPr lang="en-US" dirty="0"/>
              <a:t> </a:t>
            </a:r>
            <a:r>
              <a:rPr lang="en-US" dirty="0" err="1"/>
              <a:t>hiểu</a:t>
            </a:r>
            <a:r>
              <a:rPr lang="en-US" dirty="0"/>
              <a:t> và </a:t>
            </a:r>
            <a:r>
              <a:rPr lang="en-US" dirty="0" err="1"/>
              <a:t>cho</a:t>
            </a:r>
            <a:r>
              <a:rPr lang="en-US" dirty="0"/>
              <a:t> </a:t>
            </a:r>
            <a:r>
              <a:rPr lang="en-US" dirty="0" err="1"/>
              <a:t>biết</a:t>
            </a:r>
            <a:r>
              <a:rPr lang="en-US" dirty="0"/>
              <a:t> </a:t>
            </a:r>
            <a:r>
              <a:rPr lang="en-US" dirty="0" err="1"/>
              <a:t>hiện</a:t>
            </a:r>
            <a:r>
              <a:rPr lang="en-US" dirty="0"/>
              <a:t> nay </a:t>
            </a:r>
            <a:r>
              <a:rPr lang="en-US" dirty="0" err="1"/>
              <a:t>có</a:t>
            </a:r>
            <a:r>
              <a:rPr lang="en-US" dirty="0"/>
              <a:t> </a:t>
            </a:r>
            <a:r>
              <a:rPr lang="en-US" dirty="0" err="1"/>
              <a:t>những</a:t>
            </a:r>
            <a:r>
              <a:rPr lang="en-US" dirty="0"/>
              <a:t> </a:t>
            </a:r>
            <a:r>
              <a:rPr lang="en-US" dirty="0" err="1"/>
              <a:t>hãng</a:t>
            </a:r>
            <a:r>
              <a:rPr lang="en-US" dirty="0"/>
              <a:t> </a:t>
            </a:r>
            <a:r>
              <a:rPr lang="en-US" dirty="0" err="1"/>
              <a:t>sản</a:t>
            </a:r>
            <a:r>
              <a:rPr lang="en-US" dirty="0"/>
              <a:t> </a:t>
            </a:r>
            <a:r>
              <a:rPr lang="en-US" dirty="0" err="1"/>
              <a:t>xuất</a:t>
            </a:r>
            <a:r>
              <a:rPr lang="en-US" dirty="0"/>
              <a:t> CPU </a:t>
            </a:r>
            <a:r>
              <a:rPr lang="en-US" dirty="0" err="1"/>
              <a:t>cho</a:t>
            </a:r>
            <a:r>
              <a:rPr lang="en-US" dirty="0"/>
              <a:t> </a:t>
            </a:r>
            <a:r>
              <a:rPr lang="en-US" dirty="0" err="1"/>
              <a:t>máy</a:t>
            </a:r>
            <a:r>
              <a:rPr lang="en-US" dirty="0"/>
              <a:t> </a:t>
            </a:r>
            <a:r>
              <a:rPr lang="en-US" dirty="0" err="1"/>
              <a:t>tính</a:t>
            </a:r>
            <a:r>
              <a:rPr lang="en-US" dirty="0"/>
              <a:t> </a:t>
            </a:r>
            <a:r>
              <a:rPr lang="en-US" dirty="0" err="1"/>
              <a:t>nào</a:t>
            </a:r>
            <a:r>
              <a:rPr lang="en-US" dirty="0"/>
              <a:t>?</a:t>
            </a:r>
          </a:p>
          <a:p>
            <a:pPr>
              <a:buFontTx/>
              <a:buChar char="-"/>
            </a:pPr>
            <a:r>
              <a:rPr lang="en-US" dirty="0" err="1"/>
              <a:t>Chọn</a:t>
            </a:r>
            <a:r>
              <a:rPr lang="en-US" dirty="0"/>
              <a:t> 1 </a:t>
            </a:r>
            <a:r>
              <a:rPr lang="en-US" dirty="0" err="1"/>
              <a:t>hãng</a:t>
            </a:r>
            <a:r>
              <a:rPr lang="en-US" dirty="0"/>
              <a:t> </a:t>
            </a:r>
            <a:r>
              <a:rPr lang="en-US" dirty="0" err="1"/>
              <a:t>để</a:t>
            </a:r>
            <a:r>
              <a:rPr lang="en-US" dirty="0"/>
              <a:t> </a:t>
            </a:r>
            <a:r>
              <a:rPr lang="en-US" dirty="0" err="1"/>
              <a:t>liệt</a:t>
            </a:r>
            <a:r>
              <a:rPr lang="en-US" dirty="0"/>
              <a:t> </a:t>
            </a:r>
            <a:r>
              <a:rPr lang="en-US" dirty="0" err="1"/>
              <a:t>kê</a:t>
            </a:r>
            <a:r>
              <a:rPr lang="en-US" dirty="0"/>
              <a:t> </a:t>
            </a:r>
            <a:r>
              <a:rPr lang="en-US" dirty="0" err="1"/>
              <a:t>các</a:t>
            </a:r>
            <a:r>
              <a:rPr lang="en-US" dirty="0"/>
              <a:t> </a:t>
            </a:r>
            <a:r>
              <a:rPr lang="en-US" dirty="0" err="1"/>
              <a:t>dòng</a:t>
            </a:r>
            <a:r>
              <a:rPr lang="en-US" dirty="0"/>
              <a:t> CPU </a:t>
            </a:r>
            <a:r>
              <a:rPr lang="en-US" dirty="0" err="1"/>
              <a:t>hãng</a:t>
            </a:r>
            <a:r>
              <a:rPr lang="en-US" dirty="0"/>
              <a:t> </a:t>
            </a:r>
            <a:r>
              <a:rPr lang="en-US" dirty="0" err="1"/>
              <a:t>đã</a:t>
            </a:r>
            <a:r>
              <a:rPr lang="en-US" dirty="0"/>
              <a:t> </a:t>
            </a:r>
            <a:r>
              <a:rPr lang="en-US" dirty="0" err="1"/>
              <a:t>sản</a:t>
            </a:r>
            <a:r>
              <a:rPr lang="en-US" dirty="0"/>
              <a:t> </a:t>
            </a:r>
            <a:r>
              <a:rPr lang="en-US" dirty="0" err="1"/>
              <a:t>xuất</a:t>
            </a:r>
            <a:r>
              <a:rPr lang="en-US" dirty="0"/>
              <a:t> và so </a:t>
            </a:r>
            <a:r>
              <a:rPr lang="en-US" dirty="0" err="1"/>
              <a:t>sánh</a:t>
            </a:r>
            <a:r>
              <a:rPr lang="en-US" dirty="0"/>
              <a:t> </a:t>
            </a:r>
            <a:r>
              <a:rPr lang="en-US" dirty="0" err="1"/>
              <a:t>sự</a:t>
            </a:r>
            <a:r>
              <a:rPr lang="en-US" dirty="0"/>
              <a:t> </a:t>
            </a:r>
            <a:r>
              <a:rPr lang="en-US" dirty="0" err="1"/>
              <a:t>khác</a:t>
            </a:r>
            <a:r>
              <a:rPr lang="en-US" dirty="0"/>
              <a:t> </a:t>
            </a:r>
            <a:r>
              <a:rPr lang="en-US" dirty="0" err="1"/>
              <a:t>nhau</a:t>
            </a:r>
            <a:r>
              <a:rPr lang="en-US" dirty="0"/>
              <a:t> </a:t>
            </a:r>
            <a:r>
              <a:rPr lang="en-US" dirty="0" err="1"/>
              <a:t>giữa</a:t>
            </a:r>
            <a:r>
              <a:rPr lang="en-US" dirty="0"/>
              <a:t> </a:t>
            </a:r>
            <a:r>
              <a:rPr lang="en-US" dirty="0" err="1"/>
              <a:t>các</a:t>
            </a:r>
            <a:r>
              <a:rPr lang="en-US" dirty="0"/>
              <a:t> </a:t>
            </a:r>
            <a:r>
              <a:rPr lang="en-US" dirty="0" err="1"/>
              <a:t>dòng</a:t>
            </a:r>
            <a:endParaRPr lang="en-US" dirty="0"/>
          </a:p>
          <a:p>
            <a:pPr>
              <a:buFontTx/>
              <a:buChar char="-"/>
            </a:pPr>
            <a:endParaRPr lang="en-US" dirty="0"/>
          </a:p>
          <a:p>
            <a:pPr marL="0" indent="0">
              <a:buNone/>
            </a:pPr>
            <a:r>
              <a:rPr lang="en-US" dirty="0" err="1"/>
              <a:t>Yêu</a:t>
            </a:r>
            <a:r>
              <a:rPr lang="en-US" dirty="0"/>
              <a:t> </a:t>
            </a:r>
            <a:r>
              <a:rPr lang="en-US" dirty="0" err="1"/>
              <a:t>cầu</a:t>
            </a:r>
            <a:r>
              <a:rPr lang="en-US" dirty="0"/>
              <a:t> </a:t>
            </a:r>
            <a:r>
              <a:rPr lang="en-US" dirty="0" err="1"/>
              <a:t>đặt</a:t>
            </a:r>
            <a:r>
              <a:rPr lang="en-US" dirty="0"/>
              <a:t> </a:t>
            </a:r>
            <a:r>
              <a:rPr lang="en-US" dirty="0" err="1"/>
              <a:t>tên</a:t>
            </a:r>
            <a:r>
              <a:rPr lang="en-US" dirty="0"/>
              <a:t> file: </a:t>
            </a:r>
            <a:r>
              <a:rPr lang="en-US" b="1" dirty="0">
                <a:solidFill>
                  <a:srgbClr val="0070C0"/>
                </a:solidFill>
              </a:rPr>
              <a:t>TH4_BT1_MaSV_Ten (CPU may </a:t>
            </a:r>
            <a:r>
              <a:rPr lang="en-US" b="1" dirty="0" err="1">
                <a:solidFill>
                  <a:srgbClr val="0070C0"/>
                </a:solidFill>
              </a:rPr>
              <a:t>tinh</a:t>
            </a:r>
            <a:r>
              <a:rPr lang="en-US" b="1" dirty="0">
                <a:solidFill>
                  <a:srgbClr val="0070C0"/>
                </a:solidFill>
              </a:rPr>
              <a:t>)</a:t>
            </a:r>
          </a:p>
        </p:txBody>
      </p:sp>
    </p:spTree>
    <p:extLst>
      <p:ext uri="{BB962C8B-B14F-4D97-AF65-F5344CB8AC3E}">
        <p14:creationId xmlns:p14="http://schemas.microsoft.com/office/powerpoint/2010/main" val="1683137184"/>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p:cNvSpPr>
          <p:nvPr/>
        </p:nvSpPr>
        <p:spPr>
          <a:xfrm>
            <a:off x="661013" y="1166192"/>
            <a:ext cx="11220270" cy="264957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065" marR="5080" lvl="0" indent="0" algn="ctr" defTabSz="914400" rtl="0" eaLnBrk="1" fontAlgn="auto" latinLnBrk="0" hangingPunct="1">
              <a:lnSpc>
                <a:spcPct val="150000"/>
              </a:lnSpc>
              <a:spcBef>
                <a:spcPts val="295"/>
              </a:spcBef>
              <a:spcAft>
                <a:spcPts val="0"/>
              </a:spcAft>
              <a:buClrTx/>
              <a:buSzTx/>
              <a:buFontTx/>
              <a:buNone/>
              <a:tabLst/>
              <a:defRPr/>
            </a:pPr>
            <a:r>
              <a:rPr kumimoji="0" lang="en-US" sz="6000" b="1" i="0" u="none" strike="noStrike" kern="1200" cap="none" spc="-320" normalizeH="0" baseline="0" noProof="0">
                <a:ln>
                  <a:noFill/>
                </a:ln>
                <a:solidFill>
                  <a:srgbClr val="0070C0"/>
                </a:solidFill>
                <a:effectLst/>
                <a:uLnTx/>
                <a:uFillTx/>
                <a:latin typeface="Arial"/>
                <a:ea typeface="微软雅黑"/>
                <a:cs typeface="Arial"/>
              </a:rPr>
              <a:t>PHẦN 4:</a:t>
            </a:r>
          </a:p>
          <a:p>
            <a:pPr marL="12065" marR="5080" lvl="0" indent="0" algn="ctr" defTabSz="914400" rtl="0" eaLnBrk="1" fontAlgn="auto" latinLnBrk="0" hangingPunct="1">
              <a:lnSpc>
                <a:spcPct val="150000"/>
              </a:lnSpc>
              <a:spcBef>
                <a:spcPts val="295"/>
              </a:spcBef>
              <a:spcAft>
                <a:spcPts val="0"/>
              </a:spcAft>
              <a:buClrTx/>
              <a:buSzTx/>
              <a:buFontTx/>
              <a:buNone/>
              <a:tabLst/>
              <a:defRPr/>
            </a:pPr>
            <a:r>
              <a:rPr kumimoji="0" lang="en-US" sz="6000" b="1" i="0" u="none" strike="noStrike" kern="1200" cap="none" spc="-320" normalizeH="0" baseline="0" noProof="0">
                <a:ln>
                  <a:noFill/>
                </a:ln>
                <a:solidFill>
                  <a:srgbClr val="0070C0"/>
                </a:solidFill>
                <a:effectLst/>
                <a:uLnTx/>
                <a:uFillTx/>
                <a:latin typeface="Arial"/>
                <a:ea typeface="微软雅黑"/>
                <a:cs typeface="Arial"/>
              </a:rPr>
              <a:t>CÁCH </a:t>
            </a:r>
            <a:r>
              <a:rPr kumimoji="0" lang="en-US" sz="6000" b="1" i="0" u="none" strike="noStrike" kern="1200" cap="none" spc="-320" normalizeH="0" baseline="0" noProof="0" dirty="0">
                <a:ln>
                  <a:noFill/>
                </a:ln>
                <a:solidFill>
                  <a:srgbClr val="0070C0"/>
                </a:solidFill>
                <a:effectLst/>
                <a:uLnTx/>
                <a:uFillTx/>
                <a:latin typeface="Arial"/>
                <a:ea typeface="微软雅黑"/>
                <a:cs typeface="Arial"/>
              </a:rPr>
              <a:t>MẠNG CÔNG NGHIỆP 4.0</a:t>
            </a:r>
            <a:endParaRPr kumimoji="0" lang="vi-VN" sz="6000" b="1" i="0" u="none" strike="noStrike" kern="1200" cap="none" spc="0" normalizeH="0" baseline="0" noProof="0" dirty="0">
              <a:ln>
                <a:noFill/>
              </a:ln>
              <a:solidFill>
                <a:srgbClr val="0070C0"/>
              </a:solidFill>
              <a:effectLst/>
              <a:uLnTx/>
              <a:uFillTx/>
              <a:latin typeface="Arial"/>
              <a:ea typeface="微软雅黑"/>
              <a:cs typeface="Arial"/>
            </a:endParaRPr>
          </a:p>
        </p:txBody>
      </p:sp>
    </p:spTree>
    <p:extLst>
      <p:ext uri="{BB962C8B-B14F-4D97-AF65-F5344CB8AC3E}">
        <p14:creationId xmlns:p14="http://schemas.microsoft.com/office/powerpoint/2010/main" val="351230064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5059" y="579547"/>
            <a:ext cx="10267720" cy="584775"/>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D51C29"/>
                </a:solidFill>
                <a:effectLst/>
                <a:uLnTx/>
                <a:uFillTx/>
                <a:latin typeface="Arial"/>
                <a:ea typeface="微软雅黑"/>
                <a:cs typeface="+mn-cs"/>
              </a:rPr>
              <a:t>1. Khái niệm</a:t>
            </a:r>
            <a:endParaRPr kumimoji="0" lang="en-US" sz="3200" b="0" i="0" u="none" strike="noStrike" kern="1200" cap="none" spc="0" normalizeH="0" baseline="0" noProof="0">
              <a:ln>
                <a:noFill/>
              </a:ln>
              <a:solidFill>
                <a:srgbClr val="D51C29"/>
              </a:solidFill>
              <a:effectLst/>
              <a:uLnTx/>
              <a:uFillTx/>
              <a:latin typeface="Arial"/>
              <a:ea typeface="微软雅黑"/>
              <a:cs typeface="+mn-cs"/>
            </a:endParaRPr>
          </a:p>
        </p:txBody>
      </p:sp>
      <p:pic>
        <p:nvPicPr>
          <p:cNvPr id="4" name="Picture 3" descr="công nghệ 4.0 là gì- cách mạng công nghiệp 4.0 ảnh hưởng đến cuộc sống như thế nào"/>
          <p:cNvPicPr/>
          <p:nvPr/>
        </p:nvPicPr>
        <p:blipFill>
          <a:blip r:embed="rId2">
            <a:extLst>
              <a:ext uri="{28A0092B-C50C-407E-A947-70E740481C1C}">
                <a14:useLocalDpi xmlns:a14="http://schemas.microsoft.com/office/drawing/2010/main" val="0"/>
              </a:ext>
            </a:extLst>
          </a:blip>
          <a:srcRect/>
          <a:stretch>
            <a:fillRect/>
          </a:stretch>
        </p:blipFill>
        <p:spPr bwMode="auto">
          <a:xfrm>
            <a:off x="8265100" y="208609"/>
            <a:ext cx="3740633" cy="3220391"/>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5" name="Rectangle 4"/>
          <p:cNvSpPr/>
          <p:nvPr/>
        </p:nvSpPr>
        <p:spPr>
          <a:xfrm>
            <a:off x="186267" y="1437038"/>
            <a:ext cx="8026400" cy="4524315"/>
          </a:xfrm>
          <a:prstGeom prst="rect">
            <a:avLst/>
          </a:prstGeom>
        </p:spPr>
        <p:txBody>
          <a:bodyPr wrap="square">
            <a:spAutoFit/>
          </a:bodyPr>
          <a:lstStyle/>
          <a:p>
            <a:pPr marL="0" marR="0" lvl="0" indent="0" algn="just" defTabSz="914400" rtl="0" eaLnBrk="1" fontAlgn="base"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rial"/>
                <a:ea typeface="微软雅黑"/>
                <a:cs typeface="+mn-cs"/>
              </a:rPr>
              <a:t>Cách mạng Công nghiệp 4.0</a:t>
            </a:r>
            <a:r>
              <a:rPr kumimoji="0" lang="en-US" sz="2400" b="0" i="0" u="none" strike="noStrike" kern="1200" cap="none" spc="0" normalizeH="0" baseline="0" noProof="0">
                <a:ln>
                  <a:noFill/>
                </a:ln>
                <a:solidFill>
                  <a:prstClr val="black"/>
                </a:solidFill>
                <a:effectLst/>
                <a:uLnTx/>
                <a:uFillTx/>
                <a:latin typeface="Arial"/>
                <a:ea typeface="微软雅黑"/>
                <a:cs typeface="+mn-cs"/>
              </a:rPr>
              <a:t> là sự ra đời của một loạt các công nghệ mới, kết hợp tất cả các kiến thức trong lĩnh vực vật lý, kỹ thuật số, sinh học, và ảnh hưởng đến tất cả các lĩnh vực, nền kinh tế, các ngành kinh tế và ngành công nghiệp.</a:t>
            </a:r>
          </a:p>
          <a:p>
            <a:pPr marL="0" marR="0" lvl="0" indent="0" algn="just" defTabSz="914400" rtl="0" eaLnBrk="1" fontAlgn="base"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Arial"/>
                <a:ea typeface="微软雅黑"/>
                <a:cs typeface="+mn-cs"/>
              </a:rPr>
              <a:t>Những đột phá công nghệ trong các lĩnh vực như trí tuệ nhân tạo (AI) , robot, Internet vạn vật (IoT), Công nghệ sinh học, xe tự lái, công nghệ in 3D, và công nghệ nano.</a:t>
            </a:r>
          </a:p>
        </p:txBody>
      </p:sp>
    </p:spTree>
    <p:extLst>
      <p:ext uri="{BB962C8B-B14F-4D97-AF65-F5344CB8AC3E}">
        <p14:creationId xmlns:p14="http://schemas.microsoft.com/office/powerpoint/2010/main" val="40559909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
          <p:cNvSpPr/>
          <p:nvPr/>
        </p:nvSpPr>
        <p:spPr>
          <a:xfrm>
            <a:off x="9180945" y="4411980"/>
            <a:ext cx="340206" cy="12326"/>
          </a:xfrm>
          <a:custGeom>
            <a:avLst/>
            <a:gdLst/>
            <a:ahLst/>
            <a:cxnLst/>
            <a:rect l="l" t="t" r="r" b="b"/>
            <a:pathLst>
              <a:path w="280670" h="13970">
                <a:moveTo>
                  <a:pt x="0" y="13715"/>
                </a:moveTo>
                <a:lnTo>
                  <a:pt x="280416" y="13715"/>
                </a:lnTo>
                <a:lnTo>
                  <a:pt x="280416" y="0"/>
                </a:lnTo>
                <a:lnTo>
                  <a:pt x="0" y="0"/>
                </a:lnTo>
                <a:lnTo>
                  <a:pt x="0" y="137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10"/>
          <p:cNvSpPr/>
          <p:nvPr/>
        </p:nvSpPr>
        <p:spPr>
          <a:xfrm>
            <a:off x="5974079" y="4411980"/>
            <a:ext cx="340206" cy="12326"/>
          </a:xfrm>
          <a:custGeom>
            <a:avLst/>
            <a:gdLst/>
            <a:ahLst/>
            <a:cxnLst/>
            <a:rect l="l" t="t" r="r" b="b"/>
            <a:pathLst>
              <a:path w="280670" h="13970">
                <a:moveTo>
                  <a:pt x="0" y="13715"/>
                </a:moveTo>
                <a:lnTo>
                  <a:pt x="280416" y="13715"/>
                </a:lnTo>
                <a:lnTo>
                  <a:pt x="280416" y="0"/>
                </a:lnTo>
                <a:lnTo>
                  <a:pt x="0" y="0"/>
                </a:lnTo>
                <a:lnTo>
                  <a:pt x="0" y="137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object 11"/>
          <p:cNvSpPr/>
          <p:nvPr/>
        </p:nvSpPr>
        <p:spPr>
          <a:xfrm>
            <a:off x="2752436" y="4411980"/>
            <a:ext cx="340206" cy="12326"/>
          </a:xfrm>
          <a:custGeom>
            <a:avLst/>
            <a:gdLst/>
            <a:ahLst/>
            <a:cxnLst/>
            <a:rect l="l" t="t" r="r" b="b"/>
            <a:pathLst>
              <a:path w="280669" h="13970">
                <a:moveTo>
                  <a:pt x="0" y="13715"/>
                </a:moveTo>
                <a:lnTo>
                  <a:pt x="280415" y="13715"/>
                </a:lnTo>
                <a:lnTo>
                  <a:pt x="280415" y="0"/>
                </a:lnTo>
                <a:lnTo>
                  <a:pt x="0" y="0"/>
                </a:lnTo>
                <a:lnTo>
                  <a:pt x="0" y="137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 name="object 12"/>
          <p:cNvSpPr/>
          <p:nvPr/>
        </p:nvSpPr>
        <p:spPr>
          <a:xfrm>
            <a:off x="0" y="4411980"/>
            <a:ext cx="192424" cy="12326"/>
          </a:xfrm>
          <a:custGeom>
            <a:avLst/>
            <a:gdLst/>
            <a:ahLst/>
            <a:cxnLst/>
            <a:rect l="l" t="t" r="r" b="b"/>
            <a:pathLst>
              <a:path w="158750" h="13970">
                <a:moveTo>
                  <a:pt x="0" y="13715"/>
                </a:moveTo>
                <a:lnTo>
                  <a:pt x="158496" y="13715"/>
                </a:lnTo>
                <a:lnTo>
                  <a:pt x="158496" y="0"/>
                </a:lnTo>
                <a:lnTo>
                  <a:pt x="0" y="0"/>
                </a:lnTo>
                <a:lnTo>
                  <a:pt x="0" y="13715"/>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14"/>
          <p:cNvSpPr/>
          <p:nvPr/>
        </p:nvSpPr>
        <p:spPr>
          <a:xfrm>
            <a:off x="9180945" y="4489972"/>
            <a:ext cx="340206" cy="78441"/>
          </a:xfrm>
          <a:custGeom>
            <a:avLst/>
            <a:gdLst/>
            <a:ahLst/>
            <a:cxnLst/>
            <a:rect l="l" t="t" r="r" b="b"/>
            <a:pathLst>
              <a:path w="280670" h="88900">
                <a:moveTo>
                  <a:pt x="0" y="88391"/>
                </a:moveTo>
                <a:lnTo>
                  <a:pt x="280416" y="88391"/>
                </a:lnTo>
                <a:lnTo>
                  <a:pt x="280416" y="0"/>
                </a:lnTo>
                <a:lnTo>
                  <a:pt x="0" y="0"/>
                </a:lnTo>
                <a:lnTo>
                  <a:pt x="0" y="8839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 name="object 15"/>
          <p:cNvSpPr/>
          <p:nvPr/>
        </p:nvSpPr>
        <p:spPr>
          <a:xfrm>
            <a:off x="5974079" y="4489972"/>
            <a:ext cx="340206" cy="78441"/>
          </a:xfrm>
          <a:custGeom>
            <a:avLst/>
            <a:gdLst/>
            <a:ahLst/>
            <a:cxnLst/>
            <a:rect l="l" t="t" r="r" b="b"/>
            <a:pathLst>
              <a:path w="280670" h="88900">
                <a:moveTo>
                  <a:pt x="0" y="88391"/>
                </a:moveTo>
                <a:lnTo>
                  <a:pt x="280416" y="88391"/>
                </a:lnTo>
                <a:lnTo>
                  <a:pt x="280416" y="0"/>
                </a:lnTo>
                <a:lnTo>
                  <a:pt x="0" y="0"/>
                </a:lnTo>
                <a:lnTo>
                  <a:pt x="0" y="8839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16"/>
          <p:cNvSpPr/>
          <p:nvPr/>
        </p:nvSpPr>
        <p:spPr>
          <a:xfrm>
            <a:off x="2752436" y="4489972"/>
            <a:ext cx="340206" cy="78441"/>
          </a:xfrm>
          <a:custGeom>
            <a:avLst/>
            <a:gdLst/>
            <a:ahLst/>
            <a:cxnLst/>
            <a:rect l="l" t="t" r="r" b="b"/>
            <a:pathLst>
              <a:path w="280669" h="88900">
                <a:moveTo>
                  <a:pt x="0" y="88391"/>
                </a:moveTo>
                <a:lnTo>
                  <a:pt x="280415" y="88391"/>
                </a:lnTo>
                <a:lnTo>
                  <a:pt x="280415" y="0"/>
                </a:lnTo>
                <a:lnTo>
                  <a:pt x="0" y="0"/>
                </a:lnTo>
                <a:lnTo>
                  <a:pt x="0" y="8839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17"/>
          <p:cNvSpPr/>
          <p:nvPr/>
        </p:nvSpPr>
        <p:spPr>
          <a:xfrm>
            <a:off x="0" y="4489972"/>
            <a:ext cx="192424" cy="78441"/>
          </a:xfrm>
          <a:custGeom>
            <a:avLst/>
            <a:gdLst/>
            <a:ahLst/>
            <a:cxnLst/>
            <a:rect l="l" t="t" r="r" b="b"/>
            <a:pathLst>
              <a:path w="158750" h="88900">
                <a:moveTo>
                  <a:pt x="0" y="88391"/>
                </a:moveTo>
                <a:lnTo>
                  <a:pt x="158496" y="88391"/>
                </a:lnTo>
                <a:lnTo>
                  <a:pt x="158496" y="0"/>
                </a:lnTo>
                <a:lnTo>
                  <a:pt x="0" y="0"/>
                </a:lnTo>
                <a:lnTo>
                  <a:pt x="0" y="88391"/>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9"/>
          <p:cNvSpPr/>
          <p:nvPr/>
        </p:nvSpPr>
        <p:spPr>
          <a:xfrm>
            <a:off x="9180945" y="4632512"/>
            <a:ext cx="340206" cy="13447"/>
          </a:xfrm>
          <a:custGeom>
            <a:avLst/>
            <a:gdLst/>
            <a:ahLst/>
            <a:cxnLst/>
            <a:rect l="l" t="t" r="r" b="b"/>
            <a:pathLst>
              <a:path w="280670" h="15239">
                <a:moveTo>
                  <a:pt x="0" y="15240"/>
                </a:moveTo>
                <a:lnTo>
                  <a:pt x="280416" y="15240"/>
                </a:lnTo>
                <a:lnTo>
                  <a:pt x="280416" y="0"/>
                </a:lnTo>
                <a:lnTo>
                  <a:pt x="0" y="0"/>
                </a:lnTo>
                <a:lnTo>
                  <a:pt x="0" y="1524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 name="object 20"/>
          <p:cNvSpPr/>
          <p:nvPr/>
        </p:nvSpPr>
        <p:spPr>
          <a:xfrm>
            <a:off x="5974079" y="4632512"/>
            <a:ext cx="340206" cy="13447"/>
          </a:xfrm>
          <a:custGeom>
            <a:avLst/>
            <a:gdLst/>
            <a:ahLst/>
            <a:cxnLst/>
            <a:rect l="l" t="t" r="r" b="b"/>
            <a:pathLst>
              <a:path w="280670" h="15239">
                <a:moveTo>
                  <a:pt x="0" y="15240"/>
                </a:moveTo>
                <a:lnTo>
                  <a:pt x="280416" y="15240"/>
                </a:lnTo>
                <a:lnTo>
                  <a:pt x="280416" y="0"/>
                </a:lnTo>
                <a:lnTo>
                  <a:pt x="0" y="0"/>
                </a:lnTo>
                <a:lnTo>
                  <a:pt x="0" y="1524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 name="object 21"/>
          <p:cNvSpPr/>
          <p:nvPr/>
        </p:nvSpPr>
        <p:spPr>
          <a:xfrm>
            <a:off x="2752436" y="4632512"/>
            <a:ext cx="340206" cy="13447"/>
          </a:xfrm>
          <a:custGeom>
            <a:avLst/>
            <a:gdLst/>
            <a:ahLst/>
            <a:cxnLst/>
            <a:rect l="l" t="t" r="r" b="b"/>
            <a:pathLst>
              <a:path w="280669" h="15239">
                <a:moveTo>
                  <a:pt x="0" y="15240"/>
                </a:moveTo>
                <a:lnTo>
                  <a:pt x="280415" y="15240"/>
                </a:lnTo>
                <a:lnTo>
                  <a:pt x="280415" y="0"/>
                </a:lnTo>
                <a:lnTo>
                  <a:pt x="0" y="0"/>
                </a:lnTo>
                <a:lnTo>
                  <a:pt x="0" y="1524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 name="object 22"/>
          <p:cNvSpPr/>
          <p:nvPr/>
        </p:nvSpPr>
        <p:spPr>
          <a:xfrm>
            <a:off x="0" y="4632512"/>
            <a:ext cx="192424" cy="13447"/>
          </a:xfrm>
          <a:custGeom>
            <a:avLst/>
            <a:gdLst/>
            <a:ahLst/>
            <a:cxnLst/>
            <a:rect l="l" t="t" r="r" b="b"/>
            <a:pathLst>
              <a:path w="158750" h="15239">
                <a:moveTo>
                  <a:pt x="0" y="15240"/>
                </a:moveTo>
                <a:lnTo>
                  <a:pt x="158496" y="15240"/>
                </a:lnTo>
                <a:lnTo>
                  <a:pt x="158496" y="0"/>
                </a:lnTo>
                <a:lnTo>
                  <a:pt x="0" y="0"/>
                </a:lnTo>
                <a:lnTo>
                  <a:pt x="0" y="1524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4" name="object 24"/>
          <p:cNvSpPr/>
          <p:nvPr/>
        </p:nvSpPr>
        <p:spPr>
          <a:xfrm>
            <a:off x="9180945" y="5335794"/>
            <a:ext cx="340206" cy="5603"/>
          </a:xfrm>
          <a:custGeom>
            <a:avLst/>
            <a:gdLst/>
            <a:ahLst/>
            <a:cxnLst/>
            <a:rect l="l" t="t" r="r" b="b"/>
            <a:pathLst>
              <a:path w="280670" h="6350">
                <a:moveTo>
                  <a:pt x="0" y="6096"/>
                </a:moveTo>
                <a:lnTo>
                  <a:pt x="280416" y="6096"/>
                </a:lnTo>
                <a:lnTo>
                  <a:pt x="280416" y="0"/>
                </a:lnTo>
                <a:lnTo>
                  <a:pt x="0" y="0"/>
                </a:lnTo>
                <a:lnTo>
                  <a:pt x="0" y="609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5" name="object 25"/>
          <p:cNvSpPr/>
          <p:nvPr/>
        </p:nvSpPr>
        <p:spPr>
          <a:xfrm>
            <a:off x="5974079" y="5335794"/>
            <a:ext cx="340206" cy="5603"/>
          </a:xfrm>
          <a:custGeom>
            <a:avLst/>
            <a:gdLst/>
            <a:ahLst/>
            <a:cxnLst/>
            <a:rect l="l" t="t" r="r" b="b"/>
            <a:pathLst>
              <a:path w="280670" h="6350">
                <a:moveTo>
                  <a:pt x="0" y="6096"/>
                </a:moveTo>
                <a:lnTo>
                  <a:pt x="280416" y="6096"/>
                </a:lnTo>
                <a:lnTo>
                  <a:pt x="280416" y="0"/>
                </a:lnTo>
                <a:lnTo>
                  <a:pt x="0" y="0"/>
                </a:lnTo>
                <a:lnTo>
                  <a:pt x="0" y="609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6" name="object 26"/>
          <p:cNvSpPr/>
          <p:nvPr/>
        </p:nvSpPr>
        <p:spPr>
          <a:xfrm>
            <a:off x="2752436" y="5335794"/>
            <a:ext cx="340206" cy="5603"/>
          </a:xfrm>
          <a:custGeom>
            <a:avLst/>
            <a:gdLst/>
            <a:ahLst/>
            <a:cxnLst/>
            <a:rect l="l" t="t" r="r" b="b"/>
            <a:pathLst>
              <a:path w="280669" h="6350">
                <a:moveTo>
                  <a:pt x="0" y="6096"/>
                </a:moveTo>
                <a:lnTo>
                  <a:pt x="280415" y="6096"/>
                </a:lnTo>
                <a:lnTo>
                  <a:pt x="280415" y="0"/>
                </a:lnTo>
                <a:lnTo>
                  <a:pt x="0" y="0"/>
                </a:lnTo>
                <a:lnTo>
                  <a:pt x="0" y="609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7" name="object 27"/>
          <p:cNvSpPr/>
          <p:nvPr/>
        </p:nvSpPr>
        <p:spPr>
          <a:xfrm>
            <a:off x="0" y="5335794"/>
            <a:ext cx="192424" cy="5603"/>
          </a:xfrm>
          <a:custGeom>
            <a:avLst/>
            <a:gdLst/>
            <a:ahLst/>
            <a:cxnLst/>
            <a:rect l="l" t="t" r="r" b="b"/>
            <a:pathLst>
              <a:path w="158750" h="6350">
                <a:moveTo>
                  <a:pt x="0" y="6096"/>
                </a:moveTo>
                <a:lnTo>
                  <a:pt x="158496" y="6096"/>
                </a:lnTo>
                <a:lnTo>
                  <a:pt x="158496" y="0"/>
                </a:lnTo>
                <a:lnTo>
                  <a:pt x="0" y="0"/>
                </a:lnTo>
                <a:lnTo>
                  <a:pt x="0" y="6096"/>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8" name="object 29"/>
          <p:cNvSpPr/>
          <p:nvPr/>
        </p:nvSpPr>
        <p:spPr>
          <a:xfrm>
            <a:off x="9180945" y="5388236"/>
            <a:ext cx="340206" cy="156322"/>
          </a:xfrm>
          <a:custGeom>
            <a:avLst/>
            <a:gdLst/>
            <a:ahLst/>
            <a:cxnLst/>
            <a:rect l="l" t="t" r="r" b="b"/>
            <a:pathLst>
              <a:path w="280670" h="177164">
                <a:moveTo>
                  <a:pt x="0" y="176783"/>
                </a:moveTo>
                <a:lnTo>
                  <a:pt x="280416" y="176783"/>
                </a:lnTo>
                <a:lnTo>
                  <a:pt x="280416" y="0"/>
                </a:lnTo>
                <a:lnTo>
                  <a:pt x="0" y="0"/>
                </a:lnTo>
                <a:lnTo>
                  <a:pt x="0" y="1767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9" name="object 30"/>
          <p:cNvSpPr/>
          <p:nvPr/>
        </p:nvSpPr>
        <p:spPr>
          <a:xfrm>
            <a:off x="5974079" y="5388236"/>
            <a:ext cx="340206" cy="156322"/>
          </a:xfrm>
          <a:custGeom>
            <a:avLst/>
            <a:gdLst/>
            <a:ahLst/>
            <a:cxnLst/>
            <a:rect l="l" t="t" r="r" b="b"/>
            <a:pathLst>
              <a:path w="280670" h="177164">
                <a:moveTo>
                  <a:pt x="0" y="176783"/>
                </a:moveTo>
                <a:lnTo>
                  <a:pt x="280416" y="176783"/>
                </a:lnTo>
                <a:lnTo>
                  <a:pt x="280416" y="0"/>
                </a:lnTo>
                <a:lnTo>
                  <a:pt x="0" y="0"/>
                </a:lnTo>
                <a:lnTo>
                  <a:pt x="0" y="1767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0" name="object 31"/>
          <p:cNvSpPr/>
          <p:nvPr/>
        </p:nvSpPr>
        <p:spPr>
          <a:xfrm>
            <a:off x="2752436" y="5388236"/>
            <a:ext cx="340206" cy="156322"/>
          </a:xfrm>
          <a:custGeom>
            <a:avLst/>
            <a:gdLst/>
            <a:ahLst/>
            <a:cxnLst/>
            <a:rect l="l" t="t" r="r" b="b"/>
            <a:pathLst>
              <a:path w="280669" h="177164">
                <a:moveTo>
                  <a:pt x="0" y="176783"/>
                </a:moveTo>
                <a:lnTo>
                  <a:pt x="280415" y="176783"/>
                </a:lnTo>
                <a:lnTo>
                  <a:pt x="280415" y="0"/>
                </a:lnTo>
                <a:lnTo>
                  <a:pt x="0" y="0"/>
                </a:lnTo>
                <a:lnTo>
                  <a:pt x="0" y="1767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1" name="object 32"/>
          <p:cNvSpPr/>
          <p:nvPr/>
        </p:nvSpPr>
        <p:spPr>
          <a:xfrm>
            <a:off x="0" y="5388236"/>
            <a:ext cx="192424" cy="156322"/>
          </a:xfrm>
          <a:custGeom>
            <a:avLst/>
            <a:gdLst/>
            <a:ahLst/>
            <a:cxnLst/>
            <a:rect l="l" t="t" r="r" b="b"/>
            <a:pathLst>
              <a:path w="158750" h="177164">
                <a:moveTo>
                  <a:pt x="0" y="176783"/>
                </a:moveTo>
                <a:lnTo>
                  <a:pt x="158496" y="176783"/>
                </a:lnTo>
                <a:lnTo>
                  <a:pt x="158496" y="0"/>
                </a:lnTo>
                <a:lnTo>
                  <a:pt x="0" y="0"/>
                </a:lnTo>
                <a:lnTo>
                  <a:pt x="0" y="176783"/>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2" name="object 67"/>
          <p:cNvSpPr/>
          <p:nvPr/>
        </p:nvSpPr>
        <p:spPr>
          <a:xfrm>
            <a:off x="9180945" y="4411980"/>
            <a:ext cx="340206" cy="12326"/>
          </a:xfrm>
          <a:custGeom>
            <a:avLst/>
            <a:gdLst/>
            <a:ahLst/>
            <a:cxnLst/>
            <a:rect l="l" t="t" r="r" b="b"/>
            <a:pathLst>
              <a:path w="280670" h="13970">
                <a:moveTo>
                  <a:pt x="0" y="13716"/>
                </a:moveTo>
                <a:lnTo>
                  <a:pt x="280416" y="13716"/>
                </a:lnTo>
                <a:lnTo>
                  <a:pt x="280416" y="0"/>
                </a:lnTo>
                <a:lnTo>
                  <a:pt x="0" y="0"/>
                </a:lnTo>
                <a:lnTo>
                  <a:pt x="0" y="13716"/>
                </a:lnTo>
                <a:close/>
              </a:path>
            </a:pathLst>
          </a:custGeom>
          <a:solidFill>
            <a:srgbClr val="E5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3" name="object 68"/>
          <p:cNvSpPr/>
          <p:nvPr/>
        </p:nvSpPr>
        <p:spPr>
          <a:xfrm>
            <a:off x="5974079" y="4411980"/>
            <a:ext cx="340206" cy="12326"/>
          </a:xfrm>
          <a:custGeom>
            <a:avLst/>
            <a:gdLst/>
            <a:ahLst/>
            <a:cxnLst/>
            <a:rect l="l" t="t" r="r" b="b"/>
            <a:pathLst>
              <a:path w="280670" h="13970">
                <a:moveTo>
                  <a:pt x="0" y="13716"/>
                </a:moveTo>
                <a:lnTo>
                  <a:pt x="280416" y="13716"/>
                </a:lnTo>
                <a:lnTo>
                  <a:pt x="280416" y="0"/>
                </a:lnTo>
                <a:lnTo>
                  <a:pt x="0" y="0"/>
                </a:lnTo>
                <a:lnTo>
                  <a:pt x="0" y="13716"/>
                </a:lnTo>
                <a:close/>
              </a:path>
            </a:pathLst>
          </a:custGeom>
          <a:solidFill>
            <a:srgbClr val="E5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4" name="object 69"/>
          <p:cNvSpPr/>
          <p:nvPr/>
        </p:nvSpPr>
        <p:spPr>
          <a:xfrm>
            <a:off x="2752436" y="4411980"/>
            <a:ext cx="340206" cy="12326"/>
          </a:xfrm>
          <a:custGeom>
            <a:avLst/>
            <a:gdLst/>
            <a:ahLst/>
            <a:cxnLst/>
            <a:rect l="l" t="t" r="r" b="b"/>
            <a:pathLst>
              <a:path w="280669" h="13970">
                <a:moveTo>
                  <a:pt x="0" y="13716"/>
                </a:moveTo>
                <a:lnTo>
                  <a:pt x="280415" y="13716"/>
                </a:lnTo>
                <a:lnTo>
                  <a:pt x="280415" y="0"/>
                </a:lnTo>
                <a:lnTo>
                  <a:pt x="0" y="0"/>
                </a:lnTo>
                <a:lnTo>
                  <a:pt x="0" y="13716"/>
                </a:lnTo>
                <a:close/>
              </a:path>
            </a:pathLst>
          </a:custGeom>
          <a:solidFill>
            <a:srgbClr val="E5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5" name="object 70"/>
          <p:cNvSpPr/>
          <p:nvPr/>
        </p:nvSpPr>
        <p:spPr>
          <a:xfrm>
            <a:off x="0" y="4411980"/>
            <a:ext cx="192424" cy="12326"/>
          </a:xfrm>
          <a:custGeom>
            <a:avLst/>
            <a:gdLst/>
            <a:ahLst/>
            <a:cxnLst/>
            <a:rect l="l" t="t" r="r" b="b"/>
            <a:pathLst>
              <a:path w="158750" h="13970">
                <a:moveTo>
                  <a:pt x="0" y="13716"/>
                </a:moveTo>
                <a:lnTo>
                  <a:pt x="158496" y="13716"/>
                </a:lnTo>
                <a:lnTo>
                  <a:pt x="158496" y="0"/>
                </a:lnTo>
                <a:lnTo>
                  <a:pt x="0" y="0"/>
                </a:lnTo>
                <a:lnTo>
                  <a:pt x="0" y="13716"/>
                </a:lnTo>
                <a:close/>
              </a:path>
            </a:pathLst>
          </a:custGeom>
          <a:solidFill>
            <a:srgbClr val="E5E9E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6" name="object 72"/>
          <p:cNvSpPr/>
          <p:nvPr/>
        </p:nvSpPr>
        <p:spPr>
          <a:xfrm>
            <a:off x="9180945" y="4424081"/>
            <a:ext cx="340206" cy="66115"/>
          </a:xfrm>
          <a:custGeom>
            <a:avLst/>
            <a:gdLst/>
            <a:ahLst/>
            <a:cxnLst/>
            <a:rect l="l" t="t" r="r" b="b"/>
            <a:pathLst>
              <a:path w="280670" h="74929">
                <a:moveTo>
                  <a:pt x="0" y="74675"/>
                </a:moveTo>
                <a:lnTo>
                  <a:pt x="280416" y="74675"/>
                </a:lnTo>
                <a:lnTo>
                  <a:pt x="280416" y="0"/>
                </a:lnTo>
                <a:lnTo>
                  <a:pt x="0" y="0"/>
                </a:lnTo>
                <a:lnTo>
                  <a:pt x="0" y="74675"/>
                </a:lnTo>
                <a:close/>
              </a:path>
            </a:pathLst>
          </a:custGeom>
          <a:solidFill>
            <a:srgbClr val="E5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7" name="object 73"/>
          <p:cNvSpPr/>
          <p:nvPr/>
        </p:nvSpPr>
        <p:spPr>
          <a:xfrm>
            <a:off x="5974079" y="4424081"/>
            <a:ext cx="340206" cy="66115"/>
          </a:xfrm>
          <a:custGeom>
            <a:avLst/>
            <a:gdLst/>
            <a:ahLst/>
            <a:cxnLst/>
            <a:rect l="l" t="t" r="r" b="b"/>
            <a:pathLst>
              <a:path w="280670" h="74929">
                <a:moveTo>
                  <a:pt x="0" y="74675"/>
                </a:moveTo>
                <a:lnTo>
                  <a:pt x="280416" y="74675"/>
                </a:lnTo>
                <a:lnTo>
                  <a:pt x="280416" y="0"/>
                </a:lnTo>
                <a:lnTo>
                  <a:pt x="0" y="0"/>
                </a:lnTo>
                <a:lnTo>
                  <a:pt x="0" y="74675"/>
                </a:lnTo>
                <a:close/>
              </a:path>
            </a:pathLst>
          </a:custGeom>
          <a:solidFill>
            <a:srgbClr val="E5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8" name="object 74"/>
          <p:cNvSpPr/>
          <p:nvPr/>
        </p:nvSpPr>
        <p:spPr>
          <a:xfrm>
            <a:off x="2752436" y="4424081"/>
            <a:ext cx="340206" cy="66115"/>
          </a:xfrm>
          <a:custGeom>
            <a:avLst/>
            <a:gdLst/>
            <a:ahLst/>
            <a:cxnLst/>
            <a:rect l="l" t="t" r="r" b="b"/>
            <a:pathLst>
              <a:path w="280669" h="74929">
                <a:moveTo>
                  <a:pt x="0" y="74675"/>
                </a:moveTo>
                <a:lnTo>
                  <a:pt x="280415" y="74675"/>
                </a:lnTo>
                <a:lnTo>
                  <a:pt x="280415" y="0"/>
                </a:lnTo>
                <a:lnTo>
                  <a:pt x="0" y="0"/>
                </a:lnTo>
                <a:lnTo>
                  <a:pt x="0" y="74675"/>
                </a:lnTo>
                <a:close/>
              </a:path>
            </a:pathLst>
          </a:custGeom>
          <a:solidFill>
            <a:srgbClr val="E5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9" name="object 75"/>
          <p:cNvSpPr/>
          <p:nvPr/>
        </p:nvSpPr>
        <p:spPr>
          <a:xfrm>
            <a:off x="0" y="4424081"/>
            <a:ext cx="192424" cy="66115"/>
          </a:xfrm>
          <a:custGeom>
            <a:avLst/>
            <a:gdLst/>
            <a:ahLst/>
            <a:cxnLst/>
            <a:rect l="l" t="t" r="r" b="b"/>
            <a:pathLst>
              <a:path w="158750" h="74929">
                <a:moveTo>
                  <a:pt x="0" y="74675"/>
                </a:moveTo>
                <a:lnTo>
                  <a:pt x="158496" y="74675"/>
                </a:lnTo>
                <a:lnTo>
                  <a:pt x="158496" y="0"/>
                </a:lnTo>
                <a:lnTo>
                  <a:pt x="0" y="0"/>
                </a:lnTo>
                <a:lnTo>
                  <a:pt x="0" y="74675"/>
                </a:lnTo>
                <a:close/>
              </a:path>
            </a:pathLst>
          </a:custGeom>
          <a:solidFill>
            <a:srgbClr val="E5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0" name="object 77"/>
          <p:cNvSpPr/>
          <p:nvPr/>
        </p:nvSpPr>
        <p:spPr>
          <a:xfrm>
            <a:off x="9180945" y="4489973"/>
            <a:ext cx="340206" cy="39221"/>
          </a:xfrm>
          <a:custGeom>
            <a:avLst/>
            <a:gdLst/>
            <a:ahLst/>
            <a:cxnLst/>
            <a:rect l="l" t="t" r="r" b="b"/>
            <a:pathLst>
              <a:path w="280670" h="44450">
                <a:moveTo>
                  <a:pt x="0" y="44196"/>
                </a:moveTo>
                <a:lnTo>
                  <a:pt x="280416" y="44196"/>
                </a:lnTo>
                <a:lnTo>
                  <a:pt x="280416" y="0"/>
                </a:lnTo>
                <a:lnTo>
                  <a:pt x="0" y="0"/>
                </a:lnTo>
                <a:lnTo>
                  <a:pt x="0" y="44196"/>
                </a:lnTo>
                <a:close/>
              </a:path>
            </a:pathLst>
          </a:custGeom>
          <a:solidFill>
            <a:srgbClr val="E4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1" name="object 78"/>
          <p:cNvSpPr/>
          <p:nvPr/>
        </p:nvSpPr>
        <p:spPr>
          <a:xfrm>
            <a:off x="5974079" y="4489973"/>
            <a:ext cx="340206" cy="39221"/>
          </a:xfrm>
          <a:custGeom>
            <a:avLst/>
            <a:gdLst/>
            <a:ahLst/>
            <a:cxnLst/>
            <a:rect l="l" t="t" r="r" b="b"/>
            <a:pathLst>
              <a:path w="280670" h="44450">
                <a:moveTo>
                  <a:pt x="0" y="44196"/>
                </a:moveTo>
                <a:lnTo>
                  <a:pt x="280416" y="44196"/>
                </a:lnTo>
                <a:lnTo>
                  <a:pt x="280416" y="0"/>
                </a:lnTo>
                <a:lnTo>
                  <a:pt x="0" y="0"/>
                </a:lnTo>
                <a:lnTo>
                  <a:pt x="0" y="44196"/>
                </a:lnTo>
                <a:close/>
              </a:path>
            </a:pathLst>
          </a:custGeom>
          <a:solidFill>
            <a:srgbClr val="E4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2" name="object 79"/>
          <p:cNvSpPr/>
          <p:nvPr/>
        </p:nvSpPr>
        <p:spPr>
          <a:xfrm>
            <a:off x="2752436" y="4489973"/>
            <a:ext cx="340206" cy="39221"/>
          </a:xfrm>
          <a:custGeom>
            <a:avLst/>
            <a:gdLst/>
            <a:ahLst/>
            <a:cxnLst/>
            <a:rect l="l" t="t" r="r" b="b"/>
            <a:pathLst>
              <a:path w="280669" h="44450">
                <a:moveTo>
                  <a:pt x="0" y="44196"/>
                </a:moveTo>
                <a:lnTo>
                  <a:pt x="280415" y="44196"/>
                </a:lnTo>
                <a:lnTo>
                  <a:pt x="280415" y="0"/>
                </a:lnTo>
                <a:lnTo>
                  <a:pt x="0" y="0"/>
                </a:lnTo>
                <a:lnTo>
                  <a:pt x="0" y="44196"/>
                </a:lnTo>
                <a:close/>
              </a:path>
            </a:pathLst>
          </a:custGeom>
          <a:solidFill>
            <a:srgbClr val="E4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3" name="object 80"/>
          <p:cNvSpPr/>
          <p:nvPr/>
        </p:nvSpPr>
        <p:spPr>
          <a:xfrm>
            <a:off x="0" y="4489973"/>
            <a:ext cx="192424" cy="39221"/>
          </a:xfrm>
          <a:custGeom>
            <a:avLst/>
            <a:gdLst/>
            <a:ahLst/>
            <a:cxnLst/>
            <a:rect l="l" t="t" r="r" b="b"/>
            <a:pathLst>
              <a:path w="158750" h="44450">
                <a:moveTo>
                  <a:pt x="0" y="44196"/>
                </a:moveTo>
                <a:lnTo>
                  <a:pt x="158496" y="44196"/>
                </a:lnTo>
                <a:lnTo>
                  <a:pt x="158496" y="0"/>
                </a:lnTo>
                <a:lnTo>
                  <a:pt x="0" y="0"/>
                </a:lnTo>
                <a:lnTo>
                  <a:pt x="0" y="44196"/>
                </a:lnTo>
                <a:close/>
              </a:path>
            </a:pathLst>
          </a:custGeom>
          <a:solidFill>
            <a:srgbClr val="E4E8E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4" name="object 82"/>
          <p:cNvSpPr/>
          <p:nvPr/>
        </p:nvSpPr>
        <p:spPr>
          <a:xfrm>
            <a:off x="9180945" y="4528969"/>
            <a:ext cx="340206" cy="39221"/>
          </a:xfrm>
          <a:custGeom>
            <a:avLst/>
            <a:gdLst/>
            <a:ahLst/>
            <a:cxnLst/>
            <a:rect l="l" t="t" r="r" b="b"/>
            <a:pathLst>
              <a:path w="280670" h="44450">
                <a:moveTo>
                  <a:pt x="0" y="44196"/>
                </a:moveTo>
                <a:lnTo>
                  <a:pt x="280416" y="44196"/>
                </a:lnTo>
                <a:lnTo>
                  <a:pt x="280416" y="0"/>
                </a:lnTo>
                <a:lnTo>
                  <a:pt x="0" y="0"/>
                </a:lnTo>
                <a:lnTo>
                  <a:pt x="0" y="44196"/>
                </a:lnTo>
                <a:close/>
              </a:path>
            </a:pathLst>
          </a:custGeom>
          <a:solidFill>
            <a:srgbClr val="E4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5" name="object 83"/>
          <p:cNvSpPr/>
          <p:nvPr/>
        </p:nvSpPr>
        <p:spPr>
          <a:xfrm>
            <a:off x="5974079" y="4528969"/>
            <a:ext cx="340206" cy="39221"/>
          </a:xfrm>
          <a:custGeom>
            <a:avLst/>
            <a:gdLst/>
            <a:ahLst/>
            <a:cxnLst/>
            <a:rect l="l" t="t" r="r" b="b"/>
            <a:pathLst>
              <a:path w="280670" h="44450">
                <a:moveTo>
                  <a:pt x="0" y="44196"/>
                </a:moveTo>
                <a:lnTo>
                  <a:pt x="280416" y="44196"/>
                </a:lnTo>
                <a:lnTo>
                  <a:pt x="280416" y="0"/>
                </a:lnTo>
                <a:lnTo>
                  <a:pt x="0" y="0"/>
                </a:lnTo>
                <a:lnTo>
                  <a:pt x="0" y="44196"/>
                </a:lnTo>
                <a:close/>
              </a:path>
            </a:pathLst>
          </a:custGeom>
          <a:solidFill>
            <a:srgbClr val="E4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6" name="object 84"/>
          <p:cNvSpPr/>
          <p:nvPr/>
        </p:nvSpPr>
        <p:spPr>
          <a:xfrm>
            <a:off x="2752436" y="4528969"/>
            <a:ext cx="340206" cy="39221"/>
          </a:xfrm>
          <a:custGeom>
            <a:avLst/>
            <a:gdLst/>
            <a:ahLst/>
            <a:cxnLst/>
            <a:rect l="l" t="t" r="r" b="b"/>
            <a:pathLst>
              <a:path w="280669" h="44450">
                <a:moveTo>
                  <a:pt x="0" y="44196"/>
                </a:moveTo>
                <a:lnTo>
                  <a:pt x="280415" y="44196"/>
                </a:lnTo>
                <a:lnTo>
                  <a:pt x="280415" y="0"/>
                </a:lnTo>
                <a:lnTo>
                  <a:pt x="0" y="0"/>
                </a:lnTo>
                <a:lnTo>
                  <a:pt x="0" y="44196"/>
                </a:lnTo>
                <a:close/>
              </a:path>
            </a:pathLst>
          </a:custGeom>
          <a:solidFill>
            <a:srgbClr val="E4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7" name="object 85"/>
          <p:cNvSpPr/>
          <p:nvPr/>
        </p:nvSpPr>
        <p:spPr>
          <a:xfrm>
            <a:off x="0" y="4528969"/>
            <a:ext cx="192424" cy="39221"/>
          </a:xfrm>
          <a:custGeom>
            <a:avLst/>
            <a:gdLst/>
            <a:ahLst/>
            <a:cxnLst/>
            <a:rect l="l" t="t" r="r" b="b"/>
            <a:pathLst>
              <a:path w="158750" h="44450">
                <a:moveTo>
                  <a:pt x="0" y="44196"/>
                </a:moveTo>
                <a:lnTo>
                  <a:pt x="158496" y="44196"/>
                </a:lnTo>
                <a:lnTo>
                  <a:pt x="158496" y="0"/>
                </a:lnTo>
                <a:lnTo>
                  <a:pt x="0" y="0"/>
                </a:lnTo>
                <a:lnTo>
                  <a:pt x="0" y="44196"/>
                </a:lnTo>
                <a:close/>
              </a:path>
            </a:pathLst>
          </a:custGeom>
          <a:solidFill>
            <a:srgbClr val="E4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8" name="object 87"/>
          <p:cNvSpPr/>
          <p:nvPr/>
        </p:nvSpPr>
        <p:spPr>
          <a:xfrm>
            <a:off x="9180945" y="4567966"/>
            <a:ext cx="340206" cy="64994"/>
          </a:xfrm>
          <a:custGeom>
            <a:avLst/>
            <a:gdLst/>
            <a:ahLst/>
            <a:cxnLst/>
            <a:rect l="l" t="t" r="r" b="b"/>
            <a:pathLst>
              <a:path w="280670" h="73660">
                <a:moveTo>
                  <a:pt x="0" y="73151"/>
                </a:moveTo>
                <a:lnTo>
                  <a:pt x="280416" y="73151"/>
                </a:lnTo>
                <a:lnTo>
                  <a:pt x="280416" y="0"/>
                </a:lnTo>
                <a:lnTo>
                  <a:pt x="0" y="0"/>
                </a:lnTo>
                <a:lnTo>
                  <a:pt x="0" y="73151"/>
                </a:lnTo>
                <a:close/>
              </a:path>
            </a:pathLst>
          </a:custGeom>
          <a:solidFill>
            <a:srgbClr val="E3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9" name="object 88"/>
          <p:cNvSpPr/>
          <p:nvPr/>
        </p:nvSpPr>
        <p:spPr>
          <a:xfrm>
            <a:off x="5974079" y="4567966"/>
            <a:ext cx="340206" cy="64994"/>
          </a:xfrm>
          <a:custGeom>
            <a:avLst/>
            <a:gdLst/>
            <a:ahLst/>
            <a:cxnLst/>
            <a:rect l="l" t="t" r="r" b="b"/>
            <a:pathLst>
              <a:path w="280670" h="73660">
                <a:moveTo>
                  <a:pt x="0" y="73151"/>
                </a:moveTo>
                <a:lnTo>
                  <a:pt x="280416" y="73151"/>
                </a:lnTo>
                <a:lnTo>
                  <a:pt x="280416" y="0"/>
                </a:lnTo>
                <a:lnTo>
                  <a:pt x="0" y="0"/>
                </a:lnTo>
                <a:lnTo>
                  <a:pt x="0" y="73151"/>
                </a:lnTo>
                <a:close/>
              </a:path>
            </a:pathLst>
          </a:custGeom>
          <a:solidFill>
            <a:srgbClr val="E3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0" name="object 89"/>
          <p:cNvSpPr/>
          <p:nvPr/>
        </p:nvSpPr>
        <p:spPr>
          <a:xfrm>
            <a:off x="2752436" y="4567966"/>
            <a:ext cx="340206" cy="64994"/>
          </a:xfrm>
          <a:custGeom>
            <a:avLst/>
            <a:gdLst/>
            <a:ahLst/>
            <a:cxnLst/>
            <a:rect l="l" t="t" r="r" b="b"/>
            <a:pathLst>
              <a:path w="280669" h="73660">
                <a:moveTo>
                  <a:pt x="0" y="73151"/>
                </a:moveTo>
                <a:lnTo>
                  <a:pt x="280415" y="73151"/>
                </a:lnTo>
                <a:lnTo>
                  <a:pt x="280415" y="0"/>
                </a:lnTo>
                <a:lnTo>
                  <a:pt x="0" y="0"/>
                </a:lnTo>
                <a:lnTo>
                  <a:pt x="0" y="73151"/>
                </a:lnTo>
                <a:close/>
              </a:path>
            </a:pathLst>
          </a:custGeom>
          <a:solidFill>
            <a:srgbClr val="E3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1" name="object 90"/>
          <p:cNvSpPr/>
          <p:nvPr/>
        </p:nvSpPr>
        <p:spPr>
          <a:xfrm>
            <a:off x="0" y="4567966"/>
            <a:ext cx="192424" cy="64994"/>
          </a:xfrm>
          <a:custGeom>
            <a:avLst/>
            <a:gdLst/>
            <a:ahLst/>
            <a:cxnLst/>
            <a:rect l="l" t="t" r="r" b="b"/>
            <a:pathLst>
              <a:path w="158750" h="73660">
                <a:moveTo>
                  <a:pt x="0" y="73151"/>
                </a:moveTo>
                <a:lnTo>
                  <a:pt x="158496" y="73151"/>
                </a:lnTo>
                <a:lnTo>
                  <a:pt x="158496" y="0"/>
                </a:lnTo>
                <a:lnTo>
                  <a:pt x="0" y="0"/>
                </a:lnTo>
                <a:lnTo>
                  <a:pt x="0" y="73151"/>
                </a:lnTo>
                <a:close/>
              </a:path>
            </a:pathLst>
          </a:custGeom>
          <a:solidFill>
            <a:srgbClr val="E3E7E7"/>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2" name="object 92"/>
          <p:cNvSpPr/>
          <p:nvPr/>
        </p:nvSpPr>
        <p:spPr>
          <a:xfrm>
            <a:off x="9180945" y="4632512"/>
            <a:ext cx="340206" cy="13447"/>
          </a:xfrm>
          <a:custGeom>
            <a:avLst/>
            <a:gdLst/>
            <a:ahLst/>
            <a:cxnLst/>
            <a:rect l="l" t="t" r="r" b="b"/>
            <a:pathLst>
              <a:path w="280670" h="15239">
                <a:moveTo>
                  <a:pt x="0" y="15240"/>
                </a:moveTo>
                <a:lnTo>
                  <a:pt x="280416" y="15240"/>
                </a:lnTo>
                <a:lnTo>
                  <a:pt x="280416" y="0"/>
                </a:lnTo>
                <a:lnTo>
                  <a:pt x="0" y="0"/>
                </a:lnTo>
                <a:lnTo>
                  <a:pt x="0" y="15240"/>
                </a:lnTo>
                <a:close/>
              </a:path>
            </a:pathLst>
          </a:custGeom>
          <a:solidFill>
            <a:srgbClr val="E3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3" name="object 93"/>
          <p:cNvSpPr/>
          <p:nvPr/>
        </p:nvSpPr>
        <p:spPr>
          <a:xfrm>
            <a:off x="5974079" y="4632512"/>
            <a:ext cx="340206" cy="13447"/>
          </a:xfrm>
          <a:custGeom>
            <a:avLst/>
            <a:gdLst/>
            <a:ahLst/>
            <a:cxnLst/>
            <a:rect l="l" t="t" r="r" b="b"/>
            <a:pathLst>
              <a:path w="280670" h="15239">
                <a:moveTo>
                  <a:pt x="0" y="15240"/>
                </a:moveTo>
                <a:lnTo>
                  <a:pt x="280416" y="15240"/>
                </a:lnTo>
                <a:lnTo>
                  <a:pt x="280416" y="0"/>
                </a:lnTo>
                <a:lnTo>
                  <a:pt x="0" y="0"/>
                </a:lnTo>
                <a:lnTo>
                  <a:pt x="0" y="15240"/>
                </a:lnTo>
                <a:close/>
              </a:path>
            </a:pathLst>
          </a:custGeom>
          <a:solidFill>
            <a:srgbClr val="E3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4" name="object 94"/>
          <p:cNvSpPr/>
          <p:nvPr/>
        </p:nvSpPr>
        <p:spPr>
          <a:xfrm>
            <a:off x="2752436" y="4632512"/>
            <a:ext cx="340206" cy="13447"/>
          </a:xfrm>
          <a:custGeom>
            <a:avLst/>
            <a:gdLst/>
            <a:ahLst/>
            <a:cxnLst/>
            <a:rect l="l" t="t" r="r" b="b"/>
            <a:pathLst>
              <a:path w="280669" h="15239">
                <a:moveTo>
                  <a:pt x="0" y="15240"/>
                </a:moveTo>
                <a:lnTo>
                  <a:pt x="280415" y="15240"/>
                </a:lnTo>
                <a:lnTo>
                  <a:pt x="280415" y="0"/>
                </a:lnTo>
                <a:lnTo>
                  <a:pt x="0" y="0"/>
                </a:lnTo>
                <a:lnTo>
                  <a:pt x="0" y="15240"/>
                </a:lnTo>
                <a:close/>
              </a:path>
            </a:pathLst>
          </a:custGeom>
          <a:solidFill>
            <a:srgbClr val="E3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5" name="object 95"/>
          <p:cNvSpPr/>
          <p:nvPr/>
        </p:nvSpPr>
        <p:spPr>
          <a:xfrm>
            <a:off x="0" y="4632512"/>
            <a:ext cx="192424" cy="13447"/>
          </a:xfrm>
          <a:custGeom>
            <a:avLst/>
            <a:gdLst/>
            <a:ahLst/>
            <a:cxnLst/>
            <a:rect l="l" t="t" r="r" b="b"/>
            <a:pathLst>
              <a:path w="158750" h="15239">
                <a:moveTo>
                  <a:pt x="0" y="15240"/>
                </a:moveTo>
                <a:lnTo>
                  <a:pt x="158496" y="15240"/>
                </a:lnTo>
                <a:lnTo>
                  <a:pt x="158496" y="0"/>
                </a:lnTo>
                <a:lnTo>
                  <a:pt x="0" y="0"/>
                </a:lnTo>
                <a:lnTo>
                  <a:pt x="0" y="15240"/>
                </a:lnTo>
                <a:close/>
              </a:path>
            </a:pathLst>
          </a:custGeom>
          <a:solidFill>
            <a:srgbClr val="E3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6" name="object 97"/>
          <p:cNvSpPr/>
          <p:nvPr/>
        </p:nvSpPr>
        <p:spPr>
          <a:xfrm>
            <a:off x="9180945" y="4645960"/>
            <a:ext cx="340206" cy="70037"/>
          </a:xfrm>
          <a:custGeom>
            <a:avLst/>
            <a:gdLst/>
            <a:ahLst/>
            <a:cxnLst/>
            <a:rect l="l" t="t" r="r" b="b"/>
            <a:pathLst>
              <a:path w="280670" h="79375">
                <a:moveTo>
                  <a:pt x="0" y="79247"/>
                </a:moveTo>
                <a:lnTo>
                  <a:pt x="280416" y="79247"/>
                </a:lnTo>
                <a:lnTo>
                  <a:pt x="280416" y="0"/>
                </a:lnTo>
                <a:lnTo>
                  <a:pt x="0" y="0"/>
                </a:lnTo>
                <a:lnTo>
                  <a:pt x="0" y="79247"/>
                </a:lnTo>
                <a:close/>
              </a:path>
            </a:pathLst>
          </a:custGeom>
          <a:solidFill>
            <a:srgbClr val="E2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7" name="object 98"/>
          <p:cNvSpPr/>
          <p:nvPr/>
        </p:nvSpPr>
        <p:spPr>
          <a:xfrm>
            <a:off x="5974079" y="4645960"/>
            <a:ext cx="340206" cy="70037"/>
          </a:xfrm>
          <a:custGeom>
            <a:avLst/>
            <a:gdLst/>
            <a:ahLst/>
            <a:cxnLst/>
            <a:rect l="l" t="t" r="r" b="b"/>
            <a:pathLst>
              <a:path w="280670" h="79375">
                <a:moveTo>
                  <a:pt x="0" y="79247"/>
                </a:moveTo>
                <a:lnTo>
                  <a:pt x="280416" y="79247"/>
                </a:lnTo>
                <a:lnTo>
                  <a:pt x="280416" y="0"/>
                </a:lnTo>
                <a:lnTo>
                  <a:pt x="0" y="0"/>
                </a:lnTo>
                <a:lnTo>
                  <a:pt x="0" y="79247"/>
                </a:lnTo>
                <a:close/>
              </a:path>
            </a:pathLst>
          </a:custGeom>
          <a:solidFill>
            <a:srgbClr val="E2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8" name="object 99"/>
          <p:cNvSpPr/>
          <p:nvPr/>
        </p:nvSpPr>
        <p:spPr>
          <a:xfrm>
            <a:off x="2752436" y="4645960"/>
            <a:ext cx="340206" cy="70037"/>
          </a:xfrm>
          <a:custGeom>
            <a:avLst/>
            <a:gdLst/>
            <a:ahLst/>
            <a:cxnLst/>
            <a:rect l="l" t="t" r="r" b="b"/>
            <a:pathLst>
              <a:path w="280669" h="79375">
                <a:moveTo>
                  <a:pt x="0" y="79247"/>
                </a:moveTo>
                <a:lnTo>
                  <a:pt x="280415" y="79247"/>
                </a:lnTo>
                <a:lnTo>
                  <a:pt x="280415" y="0"/>
                </a:lnTo>
                <a:lnTo>
                  <a:pt x="0" y="0"/>
                </a:lnTo>
                <a:lnTo>
                  <a:pt x="0" y="79247"/>
                </a:lnTo>
                <a:close/>
              </a:path>
            </a:pathLst>
          </a:custGeom>
          <a:solidFill>
            <a:srgbClr val="E2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9" name="object 100"/>
          <p:cNvSpPr/>
          <p:nvPr/>
        </p:nvSpPr>
        <p:spPr>
          <a:xfrm>
            <a:off x="0" y="4645960"/>
            <a:ext cx="192424" cy="70037"/>
          </a:xfrm>
          <a:custGeom>
            <a:avLst/>
            <a:gdLst/>
            <a:ahLst/>
            <a:cxnLst/>
            <a:rect l="l" t="t" r="r" b="b"/>
            <a:pathLst>
              <a:path w="158750" h="79375">
                <a:moveTo>
                  <a:pt x="0" y="79247"/>
                </a:moveTo>
                <a:lnTo>
                  <a:pt x="158496" y="79247"/>
                </a:lnTo>
                <a:lnTo>
                  <a:pt x="158496" y="0"/>
                </a:lnTo>
                <a:lnTo>
                  <a:pt x="0" y="0"/>
                </a:lnTo>
                <a:lnTo>
                  <a:pt x="0" y="79247"/>
                </a:lnTo>
                <a:close/>
              </a:path>
            </a:pathLst>
          </a:custGeom>
          <a:solidFill>
            <a:srgbClr val="E2E6E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0" name="object 102"/>
          <p:cNvSpPr/>
          <p:nvPr/>
        </p:nvSpPr>
        <p:spPr>
          <a:xfrm>
            <a:off x="9180945" y="4715884"/>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E1E5E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1" name="object 103"/>
          <p:cNvSpPr/>
          <p:nvPr/>
        </p:nvSpPr>
        <p:spPr>
          <a:xfrm>
            <a:off x="5974079" y="4715884"/>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E1E5E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2" name="object 104"/>
          <p:cNvSpPr/>
          <p:nvPr/>
        </p:nvSpPr>
        <p:spPr>
          <a:xfrm>
            <a:off x="2752436" y="4715884"/>
            <a:ext cx="340206" cy="62193"/>
          </a:xfrm>
          <a:custGeom>
            <a:avLst/>
            <a:gdLst/>
            <a:ahLst/>
            <a:cxnLst/>
            <a:rect l="l" t="t" r="r" b="b"/>
            <a:pathLst>
              <a:path w="280669" h="70485">
                <a:moveTo>
                  <a:pt x="0" y="70103"/>
                </a:moveTo>
                <a:lnTo>
                  <a:pt x="280415" y="70103"/>
                </a:lnTo>
                <a:lnTo>
                  <a:pt x="280415" y="0"/>
                </a:lnTo>
                <a:lnTo>
                  <a:pt x="0" y="0"/>
                </a:lnTo>
                <a:lnTo>
                  <a:pt x="0" y="70103"/>
                </a:lnTo>
                <a:close/>
              </a:path>
            </a:pathLst>
          </a:custGeom>
          <a:solidFill>
            <a:srgbClr val="E1E5E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3" name="object 105"/>
          <p:cNvSpPr/>
          <p:nvPr/>
        </p:nvSpPr>
        <p:spPr>
          <a:xfrm>
            <a:off x="0" y="4715884"/>
            <a:ext cx="192424" cy="62193"/>
          </a:xfrm>
          <a:custGeom>
            <a:avLst/>
            <a:gdLst/>
            <a:ahLst/>
            <a:cxnLst/>
            <a:rect l="l" t="t" r="r" b="b"/>
            <a:pathLst>
              <a:path w="158750" h="70485">
                <a:moveTo>
                  <a:pt x="0" y="70103"/>
                </a:moveTo>
                <a:lnTo>
                  <a:pt x="158496" y="70103"/>
                </a:lnTo>
                <a:lnTo>
                  <a:pt x="158496" y="0"/>
                </a:lnTo>
                <a:lnTo>
                  <a:pt x="0" y="0"/>
                </a:lnTo>
                <a:lnTo>
                  <a:pt x="0" y="70103"/>
                </a:lnTo>
                <a:close/>
              </a:path>
            </a:pathLst>
          </a:custGeom>
          <a:solidFill>
            <a:srgbClr val="E1E5E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4" name="object 107"/>
          <p:cNvSpPr/>
          <p:nvPr/>
        </p:nvSpPr>
        <p:spPr>
          <a:xfrm>
            <a:off x="9180945" y="4777741"/>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E0E4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5" name="object 108"/>
          <p:cNvSpPr/>
          <p:nvPr/>
        </p:nvSpPr>
        <p:spPr>
          <a:xfrm>
            <a:off x="5974079" y="4777741"/>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E0E4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6" name="object 109"/>
          <p:cNvSpPr/>
          <p:nvPr/>
        </p:nvSpPr>
        <p:spPr>
          <a:xfrm>
            <a:off x="2752436" y="4777741"/>
            <a:ext cx="340206" cy="63313"/>
          </a:xfrm>
          <a:custGeom>
            <a:avLst/>
            <a:gdLst/>
            <a:ahLst/>
            <a:cxnLst/>
            <a:rect l="l" t="t" r="r" b="b"/>
            <a:pathLst>
              <a:path w="280669" h="71754">
                <a:moveTo>
                  <a:pt x="0" y="71627"/>
                </a:moveTo>
                <a:lnTo>
                  <a:pt x="280415" y="71627"/>
                </a:lnTo>
                <a:lnTo>
                  <a:pt x="280415" y="0"/>
                </a:lnTo>
                <a:lnTo>
                  <a:pt x="0" y="0"/>
                </a:lnTo>
                <a:lnTo>
                  <a:pt x="0" y="71627"/>
                </a:lnTo>
                <a:close/>
              </a:path>
            </a:pathLst>
          </a:custGeom>
          <a:solidFill>
            <a:srgbClr val="E0E4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7" name="object 110"/>
          <p:cNvSpPr/>
          <p:nvPr/>
        </p:nvSpPr>
        <p:spPr>
          <a:xfrm>
            <a:off x="0" y="4777741"/>
            <a:ext cx="192424" cy="63313"/>
          </a:xfrm>
          <a:custGeom>
            <a:avLst/>
            <a:gdLst/>
            <a:ahLst/>
            <a:cxnLst/>
            <a:rect l="l" t="t" r="r" b="b"/>
            <a:pathLst>
              <a:path w="158750" h="71754">
                <a:moveTo>
                  <a:pt x="0" y="71627"/>
                </a:moveTo>
                <a:lnTo>
                  <a:pt x="158496" y="71627"/>
                </a:lnTo>
                <a:lnTo>
                  <a:pt x="158496" y="0"/>
                </a:lnTo>
                <a:lnTo>
                  <a:pt x="0" y="0"/>
                </a:lnTo>
                <a:lnTo>
                  <a:pt x="0" y="71627"/>
                </a:lnTo>
                <a:close/>
              </a:path>
            </a:pathLst>
          </a:custGeom>
          <a:solidFill>
            <a:srgbClr val="E0E4E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8" name="object 112"/>
          <p:cNvSpPr/>
          <p:nvPr/>
        </p:nvSpPr>
        <p:spPr>
          <a:xfrm>
            <a:off x="9180945" y="4840943"/>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FE3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9" name="object 113"/>
          <p:cNvSpPr/>
          <p:nvPr/>
        </p:nvSpPr>
        <p:spPr>
          <a:xfrm>
            <a:off x="5974079" y="4840943"/>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FE3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0" name="object 114"/>
          <p:cNvSpPr/>
          <p:nvPr/>
        </p:nvSpPr>
        <p:spPr>
          <a:xfrm>
            <a:off x="2752436" y="4840943"/>
            <a:ext cx="340206" cy="63313"/>
          </a:xfrm>
          <a:custGeom>
            <a:avLst/>
            <a:gdLst/>
            <a:ahLst/>
            <a:cxnLst/>
            <a:rect l="l" t="t" r="r" b="b"/>
            <a:pathLst>
              <a:path w="280669" h="71754">
                <a:moveTo>
                  <a:pt x="0" y="71627"/>
                </a:moveTo>
                <a:lnTo>
                  <a:pt x="280415" y="71627"/>
                </a:lnTo>
                <a:lnTo>
                  <a:pt x="280415" y="0"/>
                </a:lnTo>
                <a:lnTo>
                  <a:pt x="0" y="0"/>
                </a:lnTo>
                <a:lnTo>
                  <a:pt x="0" y="71627"/>
                </a:lnTo>
                <a:close/>
              </a:path>
            </a:pathLst>
          </a:custGeom>
          <a:solidFill>
            <a:srgbClr val="DFE3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1" name="object 115"/>
          <p:cNvSpPr/>
          <p:nvPr/>
        </p:nvSpPr>
        <p:spPr>
          <a:xfrm>
            <a:off x="0" y="4840943"/>
            <a:ext cx="192424" cy="63313"/>
          </a:xfrm>
          <a:custGeom>
            <a:avLst/>
            <a:gdLst/>
            <a:ahLst/>
            <a:cxnLst/>
            <a:rect l="l" t="t" r="r" b="b"/>
            <a:pathLst>
              <a:path w="158750" h="71754">
                <a:moveTo>
                  <a:pt x="0" y="71627"/>
                </a:moveTo>
                <a:lnTo>
                  <a:pt x="158496" y="71627"/>
                </a:lnTo>
                <a:lnTo>
                  <a:pt x="158496" y="0"/>
                </a:lnTo>
                <a:lnTo>
                  <a:pt x="0" y="0"/>
                </a:lnTo>
                <a:lnTo>
                  <a:pt x="0" y="71627"/>
                </a:lnTo>
                <a:close/>
              </a:path>
            </a:pathLst>
          </a:custGeom>
          <a:solidFill>
            <a:srgbClr val="DFE3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2" name="object 117"/>
          <p:cNvSpPr/>
          <p:nvPr/>
        </p:nvSpPr>
        <p:spPr>
          <a:xfrm>
            <a:off x="9180945" y="4904144"/>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EE2E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3" name="object 118"/>
          <p:cNvSpPr/>
          <p:nvPr/>
        </p:nvSpPr>
        <p:spPr>
          <a:xfrm>
            <a:off x="5974079" y="4904144"/>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EE2E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4" name="object 119"/>
          <p:cNvSpPr/>
          <p:nvPr/>
        </p:nvSpPr>
        <p:spPr>
          <a:xfrm>
            <a:off x="2752436" y="4904144"/>
            <a:ext cx="340206" cy="62193"/>
          </a:xfrm>
          <a:custGeom>
            <a:avLst/>
            <a:gdLst/>
            <a:ahLst/>
            <a:cxnLst/>
            <a:rect l="l" t="t" r="r" b="b"/>
            <a:pathLst>
              <a:path w="280669" h="70485">
                <a:moveTo>
                  <a:pt x="0" y="70103"/>
                </a:moveTo>
                <a:lnTo>
                  <a:pt x="280415" y="70103"/>
                </a:lnTo>
                <a:lnTo>
                  <a:pt x="280415" y="0"/>
                </a:lnTo>
                <a:lnTo>
                  <a:pt x="0" y="0"/>
                </a:lnTo>
                <a:lnTo>
                  <a:pt x="0" y="70103"/>
                </a:lnTo>
                <a:close/>
              </a:path>
            </a:pathLst>
          </a:custGeom>
          <a:solidFill>
            <a:srgbClr val="DEE2E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5" name="object 120"/>
          <p:cNvSpPr/>
          <p:nvPr/>
        </p:nvSpPr>
        <p:spPr>
          <a:xfrm>
            <a:off x="0" y="4904144"/>
            <a:ext cx="192424" cy="62193"/>
          </a:xfrm>
          <a:custGeom>
            <a:avLst/>
            <a:gdLst/>
            <a:ahLst/>
            <a:cxnLst/>
            <a:rect l="l" t="t" r="r" b="b"/>
            <a:pathLst>
              <a:path w="158750" h="70485">
                <a:moveTo>
                  <a:pt x="0" y="70103"/>
                </a:moveTo>
                <a:lnTo>
                  <a:pt x="158496" y="70103"/>
                </a:lnTo>
                <a:lnTo>
                  <a:pt x="158496" y="0"/>
                </a:lnTo>
                <a:lnTo>
                  <a:pt x="0" y="0"/>
                </a:lnTo>
                <a:lnTo>
                  <a:pt x="0" y="70103"/>
                </a:lnTo>
                <a:close/>
              </a:path>
            </a:pathLst>
          </a:custGeom>
          <a:solidFill>
            <a:srgbClr val="DEE2E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6" name="object 122"/>
          <p:cNvSpPr/>
          <p:nvPr/>
        </p:nvSpPr>
        <p:spPr>
          <a:xfrm>
            <a:off x="9180945" y="4966000"/>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DE1E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7" name="object 123"/>
          <p:cNvSpPr/>
          <p:nvPr/>
        </p:nvSpPr>
        <p:spPr>
          <a:xfrm>
            <a:off x="5974079" y="4966000"/>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DE1E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8" name="object 124"/>
          <p:cNvSpPr/>
          <p:nvPr/>
        </p:nvSpPr>
        <p:spPr>
          <a:xfrm>
            <a:off x="2752436" y="4966000"/>
            <a:ext cx="340206" cy="62193"/>
          </a:xfrm>
          <a:custGeom>
            <a:avLst/>
            <a:gdLst/>
            <a:ahLst/>
            <a:cxnLst/>
            <a:rect l="l" t="t" r="r" b="b"/>
            <a:pathLst>
              <a:path w="280669" h="70485">
                <a:moveTo>
                  <a:pt x="0" y="70103"/>
                </a:moveTo>
                <a:lnTo>
                  <a:pt x="280415" y="70103"/>
                </a:lnTo>
                <a:lnTo>
                  <a:pt x="280415" y="0"/>
                </a:lnTo>
                <a:lnTo>
                  <a:pt x="0" y="0"/>
                </a:lnTo>
                <a:lnTo>
                  <a:pt x="0" y="70103"/>
                </a:lnTo>
                <a:close/>
              </a:path>
            </a:pathLst>
          </a:custGeom>
          <a:solidFill>
            <a:srgbClr val="DDE1E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9" name="object 125"/>
          <p:cNvSpPr/>
          <p:nvPr/>
        </p:nvSpPr>
        <p:spPr>
          <a:xfrm>
            <a:off x="0" y="4966000"/>
            <a:ext cx="192424" cy="62193"/>
          </a:xfrm>
          <a:custGeom>
            <a:avLst/>
            <a:gdLst/>
            <a:ahLst/>
            <a:cxnLst/>
            <a:rect l="l" t="t" r="r" b="b"/>
            <a:pathLst>
              <a:path w="158750" h="70485">
                <a:moveTo>
                  <a:pt x="0" y="70103"/>
                </a:moveTo>
                <a:lnTo>
                  <a:pt x="158496" y="70103"/>
                </a:lnTo>
                <a:lnTo>
                  <a:pt x="158496" y="0"/>
                </a:lnTo>
                <a:lnTo>
                  <a:pt x="0" y="0"/>
                </a:lnTo>
                <a:lnTo>
                  <a:pt x="0" y="70103"/>
                </a:lnTo>
                <a:close/>
              </a:path>
            </a:pathLst>
          </a:custGeom>
          <a:solidFill>
            <a:srgbClr val="DDE1E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0" name="object 127"/>
          <p:cNvSpPr/>
          <p:nvPr/>
        </p:nvSpPr>
        <p:spPr>
          <a:xfrm>
            <a:off x="9180945" y="5027856"/>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CE0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1" name="object 128"/>
          <p:cNvSpPr/>
          <p:nvPr/>
        </p:nvSpPr>
        <p:spPr>
          <a:xfrm>
            <a:off x="5974079" y="5027856"/>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CE0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2" name="object 129"/>
          <p:cNvSpPr/>
          <p:nvPr/>
        </p:nvSpPr>
        <p:spPr>
          <a:xfrm>
            <a:off x="2752436" y="5027856"/>
            <a:ext cx="340206" cy="63313"/>
          </a:xfrm>
          <a:custGeom>
            <a:avLst/>
            <a:gdLst/>
            <a:ahLst/>
            <a:cxnLst/>
            <a:rect l="l" t="t" r="r" b="b"/>
            <a:pathLst>
              <a:path w="280669" h="71754">
                <a:moveTo>
                  <a:pt x="0" y="71627"/>
                </a:moveTo>
                <a:lnTo>
                  <a:pt x="280415" y="71627"/>
                </a:lnTo>
                <a:lnTo>
                  <a:pt x="280415" y="0"/>
                </a:lnTo>
                <a:lnTo>
                  <a:pt x="0" y="0"/>
                </a:lnTo>
                <a:lnTo>
                  <a:pt x="0" y="71627"/>
                </a:lnTo>
                <a:close/>
              </a:path>
            </a:pathLst>
          </a:custGeom>
          <a:solidFill>
            <a:srgbClr val="DCE0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3" name="object 130"/>
          <p:cNvSpPr/>
          <p:nvPr/>
        </p:nvSpPr>
        <p:spPr>
          <a:xfrm>
            <a:off x="0" y="5027856"/>
            <a:ext cx="192424" cy="63313"/>
          </a:xfrm>
          <a:custGeom>
            <a:avLst/>
            <a:gdLst/>
            <a:ahLst/>
            <a:cxnLst/>
            <a:rect l="l" t="t" r="r" b="b"/>
            <a:pathLst>
              <a:path w="158750" h="71754">
                <a:moveTo>
                  <a:pt x="0" y="71627"/>
                </a:moveTo>
                <a:lnTo>
                  <a:pt x="158496" y="71627"/>
                </a:lnTo>
                <a:lnTo>
                  <a:pt x="158496" y="0"/>
                </a:lnTo>
                <a:lnTo>
                  <a:pt x="0" y="0"/>
                </a:lnTo>
                <a:lnTo>
                  <a:pt x="0" y="71627"/>
                </a:lnTo>
                <a:close/>
              </a:path>
            </a:pathLst>
          </a:custGeom>
          <a:solidFill>
            <a:srgbClr val="DCE0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4" name="object 132"/>
          <p:cNvSpPr/>
          <p:nvPr/>
        </p:nvSpPr>
        <p:spPr>
          <a:xfrm>
            <a:off x="9180945" y="5091058"/>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BDF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5" name="object 133"/>
          <p:cNvSpPr/>
          <p:nvPr/>
        </p:nvSpPr>
        <p:spPr>
          <a:xfrm>
            <a:off x="5974079" y="5091058"/>
            <a:ext cx="340206" cy="63313"/>
          </a:xfrm>
          <a:custGeom>
            <a:avLst/>
            <a:gdLst/>
            <a:ahLst/>
            <a:cxnLst/>
            <a:rect l="l" t="t" r="r" b="b"/>
            <a:pathLst>
              <a:path w="280670" h="71754">
                <a:moveTo>
                  <a:pt x="0" y="71627"/>
                </a:moveTo>
                <a:lnTo>
                  <a:pt x="280416" y="71627"/>
                </a:lnTo>
                <a:lnTo>
                  <a:pt x="280416" y="0"/>
                </a:lnTo>
                <a:lnTo>
                  <a:pt x="0" y="0"/>
                </a:lnTo>
                <a:lnTo>
                  <a:pt x="0" y="71627"/>
                </a:lnTo>
                <a:close/>
              </a:path>
            </a:pathLst>
          </a:custGeom>
          <a:solidFill>
            <a:srgbClr val="DBDF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6" name="object 134"/>
          <p:cNvSpPr/>
          <p:nvPr/>
        </p:nvSpPr>
        <p:spPr>
          <a:xfrm>
            <a:off x="2752436" y="5091058"/>
            <a:ext cx="340206" cy="63313"/>
          </a:xfrm>
          <a:custGeom>
            <a:avLst/>
            <a:gdLst/>
            <a:ahLst/>
            <a:cxnLst/>
            <a:rect l="l" t="t" r="r" b="b"/>
            <a:pathLst>
              <a:path w="280669" h="71754">
                <a:moveTo>
                  <a:pt x="0" y="71627"/>
                </a:moveTo>
                <a:lnTo>
                  <a:pt x="280415" y="71627"/>
                </a:lnTo>
                <a:lnTo>
                  <a:pt x="280415" y="0"/>
                </a:lnTo>
                <a:lnTo>
                  <a:pt x="0" y="0"/>
                </a:lnTo>
                <a:lnTo>
                  <a:pt x="0" y="71627"/>
                </a:lnTo>
                <a:close/>
              </a:path>
            </a:pathLst>
          </a:custGeom>
          <a:solidFill>
            <a:srgbClr val="DBDF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7" name="object 135"/>
          <p:cNvSpPr/>
          <p:nvPr/>
        </p:nvSpPr>
        <p:spPr>
          <a:xfrm>
            <a:off x="0" y="5091058"/>
            <a:ext cx="192424" cy="63313"/>
          </a:xfrm>
          <a:custGeom>
            <a:avLst/>
            <a:gdLst/>
            <a:ahLst/>
            <a:cxnLst/>
            <a:rect l="l" t="t" r="r" b="b"/>
            <a:pathLst>
              <a:path w="158750" h="71754">
                <a:moveTo>
                  <a:pt x="0" y="71627"/>
                </a:moveTo>
                <a:lnTo>
                  <a:pt x="158496" y="71627"/>
                </a:lnTo>
                <a:lnTo>
                  <a:pt x="158496" y="0"/>
                </a:lnTo>
                <a:lnTo>
                  <a:pt x="0" y="0"/>
                </a:lnTo>
                <a:lnTo>
                  <a:pt x="0" y="71627"/>
                </a:lnTo>
                <a:close/>
              </a:path>
            </a:pathLst>
          </a:custGeom>
          <a:solidFill>
            <a:srgbClr val="DBDF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8" name="object 137"/>
          <p:cNvSpPr/>
          <p:nvPr/>
        </p:nvSpPr>
        <p:spPr>
          <a:xfrm>
            <a:off x="9180945" y="5154258"/>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A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9" name="object 138"/>
          <p:cNvSpPr/>
          <p:nvPr/>
        </p:nvSpPr>
        <p:spPr>
          <a:xfrm>
            <a:off x="5974079" y="5154258"/>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A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0" name="object 139"/>
          <p:cNvSpPr/>
          <p:nvPr/>
        </p:nvSpPr>
        <p:spPr>
          <a:xfrm>
            <a:off x="2752436" y="5154258"/>
            <a:ext cx="340206" cy="62193"/>
          </a:xfrm>
          <a:custGeom>
            <a:avLst/>
            <a:gdLst/>
            <a:ahLst/>
            <a:cxnLst/>
            <a:rect l="l" t="t" r="r" b="b"/>
            <a:pathLst>
              <a:path w="280669" h="70485">
                <a:moveTo>
                  <a:pt x="0" y="70103"/>
                </a:moveTo>
                <a:lnTo>
                  <a:pt x="280415" y="70103"/>
                </a:lnTo>
                <a:lnTo>
                  <a:pt x="280415" y="0"/>
                </a:lnTo>
                <a:lnTo>
                  <a:pt x="0" y="0"/>
                </a:lnTo>
                <a:lnTo>
                  <a:pt x="0" y="70103"/>
                </a:lnTo>
                <a:close/>
              </a:path>
            </a:pathLst>
          </a:custGeom>
          <a:solidFill>
            <a:srgbClr val="DA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1" name="object 140"/>
          <p:cNvSpPr/>
          <p:nvPr/>
        </p:nvSpPr>
        <p:spPr>
          <a:xfrm>
            <a:off x="0" y="5154258"/>
            <a:ext cx="192424" cy="62193"/>
          </a:xfrm>
          <a:custGeom>
            <a:avLst/>
            <a:gdLst/>
            <a:ahLst/>
            <a:cxnLst/>
            <a:rect l="l" t="t" r="r" b="b"/>
            <a:pathLst>
              <a:path w="158750" h="70485">
                <a:moveTo>
                  <a:pt x="0" y="70103"/>
                </a:moveTo>
                <a:lnTo>
                  <a:pt x="158496" y="70103"/>
                </a:lnTo>
                <a:lnTo>
                  <a:pt x="158496" y="0"/>
                </a:lnTo>
                <a:lnTo>
                  <a:pt x="0" y="0"/>
                </a:lnTo>
                <a:lnTo>
                  <a:pt x="0" y="70103"/>
                </a:lnTo>
                <a:close/>
              </a:path>
            </a:pathLst>
          </a:custGeom>
          <a:solidFill>
            <a:srgbClr val="DADED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2" name="object 142"/>
          <p:cNvSpPr/>
          <p:nvPr/>
        </p:nvSpPr>
        <p:spPr>
          <a:xfrm>
            <a:off x="9180945" y="5216115"/>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9DDD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3" name="object 143"/>
          <p:cNvSpPr/>
          <p:nvPr/>
        </p:nvSpPr>
        <p:spPr>
          <a:xfrm>
            <a:off x="5974079" y="5216115"/>
            <a:ext cx="340206" cy="62193"/>
          </a:xfrm>
          <a:custGeom>
            <a:avLst/>
            <a:gdLst/>
            <a:ahLst/>
            <a:cxnLst/>
            <a:rect l="l" t="t" r="r" b="b"/>
            <a:pathLst>
              <a:path w="280670" h="70485">
                <a:moveTo>
                  <a:pt x="0" y="70103"/>
                </a:moveTo>
                <a:lnTo>
                  <a:pt x="280416" y="70103"/>
                </a:lnTo>
                <a:lnTo>
                  <a:pt x="280416" y="0"/>
                </a:lnTo>
                <a:lnTo>
                  <a:pt x="0" y="0"/>
                </a:lnTo>
                <a:lnTo>
                  <a:pt x="0" y="70103"/>
                </a:lnTo>
                <a:close/>
              </a:path>
            </a:pathLst>
          </a:custGeom>
          <a:solidFill>
            <a:srgbClr val="D9DDD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4" name="object 144"/>
          <p:cNvSpPr/>
          <p:nvPr/>
        </p:nvSpPr>
        <p:spPr>
          <a:xfrm>
            <a:off x="2752436" y="5216115"/>
            <a:ext cx="340206" cy="62193"/>
          </a:xfrm>
          <a:custGeom>
            <a:avLst/>
            <a:gdLst/>
            <a:ahLst/>
            <a:cxnLst/>
            <a:rect l="l" t="t" r="r" b="b"/>
            <a:pathLst>
              <a:path w="280669" h="70485">
                <a:moveTo>
                  <a:pt x="0" y="70103"/>
                </a:moveTo>
                <a:lnTo>
                  <a:pt x="280415" y="70103"/>
                </a:lnTo>
                <a:lnTo>
                  <a:pt x="280415" y="0"/>
                </a:lnTo>
                <a:lnTo>
                  <a:pt x="0" y="0"/>
                </a:lnTo>
                <a:lnTo>
                  <a:pt x="0" y="70103"/>
                </a:lnTo>
                <a:close/>
              </a:path>
            </a:pathLst>
          </a:custGeom>
          <a:solidFill>
            <a:srgbClr val="D9DDD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5" name="object 145"/>
          <p:cNvSpPr/>
          <p:nvPr/>
        </p:nvSpPr>
        <p:spPr>
          <a:xfrm>
            <a:off x="0" y="5216115"/>
            <a:ext cx="192424" cy="62193"/>
          </a:xfrm>
          <a:custGeom>
            <a:avLst/>
            <a:gdLst/>
            <a:ahLst/>
            <a:cxnLst/>
            <a:rect l="l" t="t" r="r" b="b"/>
            <a:pathLst>
              <a:path w="158750" h="70485">
                <a:moveTo>
                  <a:pt x="0" y="70103"/>
                </a:moveTo>
                <a:lnTo>
                  <a:pt x="158496" y="70103"/>
                </a:lnTo>
                <a:lnTo>
                  <a:pt x="158496" y="0"/>
                </a:lnTo>
                <a:lnTo>
                  <a:pt x="0" y="0"/>
                </a:lnTo>
                <a:lnTo>
                  <a:pt x="0" y="70103"/>
                </a:lnTo>
                <a:close/>
              </a:path>
            </a:pathLst>
          </a:custGeom>
          <a:solidFill>
            <a:srgbClr val="D9DDD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6" name="object 147"/>
          <p:cNvSpPr/>
          <p:nvPr/>
        </p:nvSpPr>
        <p:spPr>
          <a:xfrm>
            <a:off x="9180945" y="5277970"/>
            <a:ext cx="340206" cy="58271"/>
          </a:xfrm>
          <a:custGeom>
            <a:avLst/>
            <a:gdLst/>
            <a:ahLst/>
            <a:cxnLst/>
            <a:rect l="l" t="t" r="r" b="b"/>
            <a:pathLst>
              <a:path w="280670" h="66039">
                <a:moveTo>
                  <a:pt x="0" y="65531"/>
                </a:moveTo>
                <a:lnTo>
                  <a:pt x="280416" y="65531"/>
                </a:lnTo>
                <a:lnTo>
                  <a:pt x="280416" y="0"/>
                </a:lnTo>
                <a:lnTo>
                  <a:pt x="0" y="0"/>
                </a:lnTo>
                <a:lnTo>
                  <a:pt x="0" y="65531"/>
                </a:lnTo>
                <a:close/>
              </a:path>
            </a:pathLst>
          </a:custGeom>
          <a:solidFill>
            <a:srgbClr val="D8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7" name="object 148"/>
          <p:cNvSpPr/>
          <p:nvPr/>
        </p:nvSpPr>
        <p:spPr>
          <a:xfrm>
            <a:off x="5974079" y="5277970"/>
            <a:ext cx="340206" cy="58271"/>
          </a:xfrm>
          <a:custGeom>
            <a:avLst/>
            <a:gdLst/>
            <a:ahLst/>
            <a:cxnLst/>
            <a:rect l="l" t="t" r="r" b="b"/>
            <a:pathLst>
              <a:path w="280670" h="66039">
                <a:moveTo>
                  <a:pt x="0" y="65531"/>
                </a:moveTo>
                <a:lnTo>
                  <a:pt x="280416" y="65531"/>
                </a:lnTo>
                <a:lnTo>
                  <a:pt x="280416" y="0"/>
                </a:lnTo>
                <a:lnTo>
                  <a:pt x="0" y="0"/>
                </a:lnTo>
                <a:lnTo>
                  <a:pt x="0" y="65531"/>
                </a:lnTo>
                <a:close/>
              </a:path>
            </a:pathLst>
          </a:custGeom>
          <a:solidFill>
            <a:srgbClr val="D8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8" name="object 149"/>
          <p:cNvSpPr/>
          <p:nvPr/>
        </p:nvSpPr>
        <p:spPr>
          <a:xfrm>
            <a:off x="2752436" y="5277970"/>
            <a:ext cx="340206" cy="58271"/>
          </a:xfrm>
          <a:custGeom>
            <a:avLst/>
            <a:gdLst/>
            <a:ahLst/>
            <a:cxnLst/>
            <a:rect l="l" t="t" r="r" b="b"/>
            <a:pathLst>
              <a:path w="280669" h="66039">
                <a:moveTo>
                  <a:pt x="0" y="65531"/>
                </a:moveTo>
                <a:lnTo>
                  <a:pt x="280415" y="65531"/>
                </a:lnTo>
                <a:lnTo>
                  <a:pt x="280415" y="0"/>
                </a:lnTo>
                <a:lnTo>
                  <a:pt x="0" y="0"/>
                </a:lnTo>
                <a:lnTo>
                  <a:pt x="0" y="65531"/>
                </a:lnTo>
                <a:close/>
              </a:path>
            </a:pathLst>
          </a:custGeom>
          <a:solidFill>
            <a:srgbClr val="D8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9" name="object 150"/>
          <p:cNvSpPr/>
          <p:nvPr/>
        </p:nvSpPr>
        <p:spPr>
          <a:xfrm>
            <a:off x="0" y="5277970"/>
            <a:ext cx="192424" cy="58271"/>
          </a:xfrm>
          <a:custGeom>
            <a:avLst/>
            <a:gdLst/>
            <a:ahLst/>
            <a:cxnLst/>
            <a:rect l="l" t="t" r="r" b="b"/>
            <a:pathLst>
              <a:path w="158750" h="66039">
                <a:moveTo>
                  <a:pt x="0" y="65531"/>
                </a:moveTo>
                <a:lnTo>
                  <a:pt x="158496" y="65531"/>
                </a:lnTo>
                <a:lnTo>
                  <a:pt x="158496" y="0"/>
                </a:lnTo>
                <a:lnTo>
                  <a:pt x="0" y="0"/>
                </a:lnTo>
                <a:lnTo>
                  <a:pt x="0" y="65531"/>
                </a:lnTo>
                <a:close/>
              </a:path>
            </a:pathLst>
          </a:custGeom>
          <a:solidFill>
            <a:srgbClr val="D8DCD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0" name="object 152"/>
          <p:cNvSpPr/>
          <p:nvPr/>
        </p:nvSpPr>
        <p:spPr>
          <a:xfrm>
            <a:off x="9180945" y="5338481"/>
            <a:ext cx="340206" cy="0"/>
          </a:xfrm>
          <a:custGeom>
            <a:avLst/>
            <a:gdLst/>
            <a:ahLst/>
            <a:cxnLst/>
            <a:rect l="l" t="t" r="r" b="b"/>
            <a:pathLst>
              <a:path w="280670">
                <a:moveTo>
                  <a:pt x="0" y="0"/>
                </a:moveTo>
                <a:lnTo>
                  <a:pt x="280416" y="0"/>
                </a:lnTo>
              </a:path>
            </a:pathLst>
          </a:custGeom>
          <a:ln w="6096">
            <a:solidFill>
              <a:srgbClr val="D7DCD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1" name="object 153"/>
          <p:cNvSpPr/>
          <p:nvPr/>
        </p:nvSpPr>
        <p:spPr>
          <a:xfrm>
            <a:off x="5974079" y="5338481"/>
            <a:ext cx="340206" cy="0"/>
          </a:xfrm>
          <a:custGeom>
            <a:avLst/>
            <a:gdLst/>
            <a:ahLst/>
            <a:cxnLst/>
            <a:rect l="l" t="t" r="r" b="b"/>
            <a:pathLst>
              <a:path w="280670">
                <a:moveTo>
                  <a:pt x="0" y="0"/>
                </a:moveTo>
                <a:lnTo>
                  <a:pt x="280416" y="0"/>
                </a:lnTo>
              </a:path>
            </a:pathLst>
          </a:custGeom>
          <a:ln w="6096">
            <a:solidFill>
              <a:srgbClr val="D7DCD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2" name="object 154"/>
          <p:cNvSpPr/>
          <p:nvPr/>
        </p:nvSpPr>
        <p:spPr>
          <a:xfrm>
            <a:off x="2752436" y="5338481"/>
            <a:ext cx="340206" cy="0"/>
          </a:xfrm>
          <a:custGeom>
            <a:avLst/>
            <a:gdLst/>
            <a:ahLst/>
            <a:cxnLst/>
            <a:rect l="l" t="t" r="r" b="b"/>
            <a:pathLst>
              <a:path w="280669">
                <a:moveTo>
                  <a:pt x="0" y="0"/>
                </a:moveTo>
                <a:lnTo>
                  <a:pt x="280415" y="0"/>
                </a:lnTo>
              </a:path>
            </a:pathLst>
          </a:custGeom>
          <a:ln w="6096">
            <a:solidFill>
              <a:srgbClr val="D7DCD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3" name="object 155"/>
          <p:cNvSpPr/>
          <p:nvPr/>
        </p:nvSpPr>
        <p:spPr>
          <a:xfrm>
            <a:off x="0" y="5338481"/>
            <a:ext cx="192424" cy="0"/>
          </a:xfrm>
          <a:custGeom>
            <a:avLst/>
            <a:gdLst/>
            <a:ahLst/>
            <a:cxnLst/>
            <a:rect l="l" t="t" r="r" b="b"/>
            <a:pathLst>
              <a:path w="158750">
                <a:moveTo>
                  <a:pt x="0" y="0"/>
                </a:moveTo>
                <a:lnTo>
                  <a:pt x="158496" y="0"/>
                </a:lnTo>
              </a:path>
            </a:pathLst>
          </a:custGeom>
          <a:ln w="6096">
            <a:solidFill>
              <a:srgbClr val="D7DCD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4" name="object 157"/>
          <p:cNvSpPr/>
          <p:nvPr/>
        </p:nvSpPr>
        <p:spPr>
          <a:xfrm>
            <a:off x="9180945" y="5341173"/>
            <a:ext cx="340206" cy="47065"/>
          </a:xfrm>
          <a:custGeom>
            <a:avLst/>
            <a:gdLst/>
            <a:ahLst/>
            <a:cxnLst/>
            <a:rect l="l" t="t" r="r" b="b"/>
            <a:pathLst>
              <a:path w="280670" h="53339">
                <a:moveTo>
                  <a:pt x="0" y="53340"/>
                </a:moveTo>
                <a:lnTo>
                  <a:pt x="280416" y="53340"/>
                </a:lnTo>
                <a:lnTo>
                  <a:pt x="280416" y="0"/>
                </a:lnTo>
                <a:lnTo>
                  <a:pt x="0" y="0"/>
                </a:lnTo>
                <a:lnTo>
                  <a:pt x="0" y="53340"/>
                </a:lnTo>
                <a:close/>
              </a:path>
            </a:pathLst>
          </a:custGeom>
          <a:solidFill>
            <a:srgbClr val="D7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5" name="object 158"/>
          <p:cNvSpPr/>
          <p:nvPr/>
        </p:nvSpPr>
        <p:spPr>
          <a:xfrm>
            <a:off x="5974079" y="5341173"/>
            <a:ext cx="340206" cy="47065"/>
          </a:xfrm>
          <a:custGeom>
            <a:avLst/>
            <a:gdLst/>
            <a:ahLst/>
            <a:cxnLst/>
            <a:rect l="l" t="t" r="r" b="b"/>
            <a:pathLst>
              <a:path w="280670" h="53339">
                <a:moveTo>
                  <a:pt x="0" y="53340"/>
                </a:moveTo>
                <a:lnTo>
                  <a:pt x="280416" y="53340"/>
                </a:lnTo>
                <a:lnTo>
                  <a:pt x="280416" y="0"/>
                </a:lnTo>
                <a:lnTo>
                  <a:pt x="0" y="0"/>
                </a:lnTo>
                <a:lnTo>
                  <a:pt x="0" y="53340"/>
                </a:lnTo>
                <a:close/>
              </a:path>
            </a:pathLst>
          </a:custGeom>
          <a:solidFill>
            <a:srgbClr val="D7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6" name="object 159"/>
          <p:cNvSpPr/>
          <p:nvPr/>
        </p:nvSpPr>
        <p:spPr>
          <a:xfrm>
            <a:off x="2752436" y="5341173"/>
            <a:ext cx="340206" cy="47065"/>
          </a:xfrm>
          <a:custGeom>
            <a:avLst/>
            <a:gdLst/>
            <a:ahLst/>
            <a:cxnLst/>
            <a:rect l="l" t="t" r="r" b="b"/>
            <a:pathLst>
              <a:path w="280669" h="53339">
                <a:moveTo>
                  <a:pt x="0" y="53340"/>
                </a:moveTo>
                <a:lnTo>
                  <a:pt x="280415" y="53340"/>
                </a:lnTo>
                <a:lnTo>
                  <a:pt x="280415" y="0"/>
                </a:lnTo>
                <a:lnTo>
                  <a:pt x="0" y="0"/>
                </a:lnTo>
                <a:lnTo>
                  <a:pt x="0" y="53340"/>
                </a:lnTo>
                <a:close/>
              </a:path>
            </a:pathLst>
          </a:custGeom>
          <a:solidFill>
            <a:srgbClr val="D7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7" name="object 160"/>
          <p:cNvSpPr/>
          <p:nvPr/>
        </p:nvSpPr>
        <p:spPr>
          <a:xfrm>
            <a:off x="0" y="5341173"/>
            <a:ext cx="192424" cy="47065"/>
          </a:xfrm>
          <a:custGeom>
            <a:avLst/>
            <a:gdLst/>
            <a:ahLst/>
            <a:cxnLst/>
            <a:rect l="l" t="t" r="r" b="b"/>
            <a:pathLst>
              <a:path w="158750" h="53339">
                <a:moveTo>
                  <a:pt x="0" y="53340"/>
                </a:moveTo>
                <a:lnTo>
                  <a:pt x="158496" y="53340"/>
                </a:lnTo>
                <a:lnTo>
                  <a:pt x="158496" y="0"/>
                </a:lnTo>
                <a:lnTo>
                  <a:pt x="0" y="0"/>
                </a:lnTo>
                <a:lnTo>
                  <a:pt x="0" y="53340"/>
                </a:lnTo>
                <a:close/>
              </a:path>
            </a:pathLst>
          </a:custGeom>
          <a:solidFill>
            <a:srgbClr val="D7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8" name="object 162"/>
          <p:cNvSpPr/>
          <p:nvPr/>
        </p:nvSpPr>
        <p:spPr>
          <a:xfrm>
            <a:off x="9180945" y="5388237"/>
            <a:ext cx="340206" cy="15128"/>
          </a:xfrm>
          <a:custGeom>
            <a:avLst/>
            <a:gdLst/>
            <a:ahLst/>
            <a:cxnLst/>
            <a:rect l="l" t="t" r="r" b="b"/>
            <a:pathLst>
              <a:path w="280670" h="17145">
                <a:moveTo>
                  <a:pt x="0" y="16763"/>
                </a:moveTo>
                <a:lnTo>
                  <a:pt x="280416" y="16763"/>
                </a:lnTo>
                <a:lnTo>
                  <a:pt x="280416" y="0"/>
                </a:lnTo>
                <a:lnTo>
                  <a:pt x="0" y="0"/>
                </a:lnTo>
                <a:lnTo>
                  <a:pt x="0" y="16763"/>
                </a:lnTo>
                <a:close/>
              </a:path>
            </a:pathLst>
          </a:custGeom>
          <a:solidFill>
            <a:srgbClr val="D6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9" name="object 163"/>
          <p:cNvSpPr/>
          <p:nvPr/>
        </p:nvSpPr>
        <p:spPr>
          <a:xfrm>
            <a:off x="5974079" y="5388237"/>
            <a:ext cx="340206" cy="15128"/>
          </a:xfrm>
          <a:custGeom>
            <a:avLst/>
            <a:gdLst/>
            <a:ahLst/>
            <a:cxnLst/>
            <a:rect l="l" t="t" r="r" b="b"/>
            <a:pathLst>
              <a:path w="280670" h="17145">
                <a:moveTo>
                  <a:pt x="0" y="16763"/>
                </a:moveTo>
                <a:lnTo>
                  <a:pt x="280416" y="16763"/>
                </a:lnTo>
                <a:lnTo>
                  <a:pt x="280416" y="0"/>
                </a:lnTo>
                <a:lnTo>
                  <a:pt x="0" y="0"/>
                </a:lnTo>
                <a:lnTo>
                  <a:pt x="0" y="16763"/>
                </a:lnTo>
                <a:close/>
              </a:path>
            </a:pathLst>
          </a:custGeom>
          <a:solidFill>
            <a:srgbClr val="D6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0" name="object 164"/>
          <p:cNvSpPr/>
          <p:nvPr/>
        </p:nvSpPr>
        <p:spPr>
          <a:xfrm>
            <a:off x="2752436" y="5388237"/>
            <a:ext cx="340206" cy="15128"/>
          </a:xfrm>
          <a:custGeom>
            <a:avLst/>
            <a:gdLst/>
            <a:ahLst/>
            <a:cxnLst/>
            <a:rect l="l" t="t" r="r" b="b"/>
            <a:pathLst>
              <a:path w="280669" h="17145">
                <a:moveTo>
                  <a:pt x="0" y="16763"/>
                </a:moveTo>
                <a:lnTo>
                  <a:pt x="280415" y="16763"/>
                </a:lnTo>
                <a:lnTo>
                  <a:pt x="280415" y="0"/>
                </a:lnTo>
                <a:lnTo>
                  <a:pt x="0" y="0"/>
                </a:lnTo>
                <a:lnTo>
                  <a:pt x="0" y="16763"/>
                </a:lnTo>
                <a:close/>
              </a:path>
            </a:pathLst>
          </a:custGeom>
          <a:solidFill>
            <a:srgbClr val="D6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1" name="object 165"/>
          <p:cNvSpPr/>
          <p:nvPr/>
        </p:nvSpPr>
        <p:spPr>
          <a:xfrm>
            <a:off x="0" y="5388237"/>
            <a:ext cx="192424" cy="15128"/>
          </a:xfrm>
          <a:custGeom>
            <a:avLst/>
            <a:gdLst/>
            <a:ahLst/>
            <a:cxnLst/>
            <a:rect l="l" t="t" r="r" b="b"/>
            <a:pathLst>
              <a:path w="158750" h="17145">
                <a:moveTo>
                  <a:pt x="0" y="16763"/>
                </a:moveTo>
                <a:lnTo>
                  <a:pt x="158496" y="16763"/>
                </a:lnTo>
                <a:lnTo>
                  <a:pt x="158496" y="0"/>
                </a:lnTo>
                <a:lnTo>
                  <a:pt x="0" y="0"/>
                </a:lnTo>
                <a:lnTo>
                  <a:pt x="0" y="16763"/>
                </a:lnTo>
                <a:close/>
              </a:path>
            </a:pathLst>
          </a:custGeom>
          <a:solidFill>
            <a:srgbClr val="D6DBDB"/>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2" name="object 167"/>
          <p:cNvSpPr/>
          <p:nvPr/>
        </p:nvSpPr>
        <p:spPr>
          <a:xfrm>
            <a:off x="9180945" y="5403030"/>
            <a:ext cx="340206" cy="36419"/>
          </a:xfrm>
          <a:custGeom>
            <a:avLst/>
            <a:gdLst/>
            <a:ahLst/>
            <a:cxnLst/>
            <a:rect l="l" t="t" r="r" b="b"/>
            <a:pathLst>
              <a:path w="280670" h="41275">
                <a:moveTo>
                  <a:pt x="0" y="41148"/>
                </a:moveTo>
                <a:lnTo>
                  <a:pt x="280416" y="41148"/>
                </a:lnTo>
                <a:lnTo>
                  <a:pt x="280416" y="0"/>
                </a:lnTo>
                <a:lnTo>
                  <a:pt x="0" y="0"/>
                </a:lnTo>
                <a:lnTo>
                  <a:pt x="0" y="41148"/>
                </a:lnTo>
                <a:close/>
              </a:path>
            </a:pathLst>
          </a:custGeom>
          <a:solidFill>
            <a:srgbClr val="D6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3" name="object 168"/>
          <p:cNvSpPr/>
          <p:nvPr/>
        </p:nvSpPr>
        <p:spPr>
          <a:xfrm>
            <a:off x="5974079" y="5403030"/>
            <a:ext cx="340206" cy="36419"/>
          </a:xfrm>
          <a:custGeom>
            <a:avLst/>
            <a:gdLst/>
            <a:ahLst/>
            <a:cxnLst/>
            <a:rect l="l" t="t" r="r" b="b"/>
            <a:pathLst>
              <a:path w="280670" h="41275">
                <a:moveTo>
                  <a:pt x="0" y="41148"/>
                </a:moveTo>
                <a:lnTo>
                  <a:pt x="280416" y="41148"/>
                </a:lnTo>
                <a:lnTo>
                  <a:pt x="280416" y="0"/>
                </a:lnTo>
                <a:lnTo>
                  <a:pt x="0" y="0"/>
                </a:lnTo>
                <a:lnTo>
                  <a:pt x="0" y="41148"/>
                </a:lnTo>
                <a:close/>
              </a:path>
            </a:pathLst>
          </a:custGeom>
          <a:solidFill>
            <a:srgbClr val="D6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4" name="object 169"/>
          <p:cNvSpPr/>
          <p:nvPr/>
        </p:nvSpPr>
        <p:spPr>
          <a:xfrm>
            <a:off x="2752436" y="5403030"/>
            <a:ext cx="340206" cy="36419"/>
          </a:xfrm>
          <a:custGeom>
            <a:avLst/>
            <a:gdLst/>
            <a:ahLst/>
            <a:cxnLst/>
            <a:rect l="l" t="t" r="r" b="b"/>
            <a:pathLst>
              <a:path w="280669" h="41275">
                <a:moveTo>
                  <a:pt x="0" y="41148"/>
                </a:moveTo>
                <a:lnTo>
                  <a:pt x="280415" y="41148"/>
                </a:lnTo>
                <a:lnTo>
                  <a:pt x="280415" y="0"/>
                </a:lnTo>
                <a:lnTo>
                  <a:pt x="0" y="0"/>
                </a:lnTo>
                <a:lnTo>
                  <a:pt x="0" y="41148"/>
                </a:lnTo>
                <a:close/>
              </a:path>
            </a:pathLst>
          </a:custGeom>
          <a:solidFill>
            <a:srgbClr val="D6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5" name="object 170"/>
          <p:cNvSpPr/>
          <p:nvPr/>
        </p:nvSpPr>
        <p:spPr>
          <a:xfrm>
            <a:off x="0" y="5403030"/>
            <a:ext cx="192424" cy="36419"/>
          </a:xfrm>
          <a:custGeom>
            <a:avLst/>
            <a:gdLst/>
            <a:ahLst/>
            <a:cxnLst/>
            <a:rect l="l" t="t" r="r" b="b"/>
            <a:pathLst>
              <a:path w="158750" h="41275">
                <a:moveTo>
                  <a:pt x="0" y="41148"/>
                </a:moveTo>
                <a:lnTo>
                  <a:pt x="158496" y="41148"/>
                </a:lnTo>
                <a:lnTo>
                  <a:pt x="158496" y="0"/>
                </a:lnTo>
                <a:lnTo>
                  <a:pt x="0" y="0"/>
                </a:lnTo>
                <a:lnTo>
                  <a:pt x="0" y="41148"/>
                </a:lnTo>
                <a:close/>
              </a:path>
            </a:pathLst>
          </a:custGeom>
          <a:solidFill>
            <a:srgbClr val="D6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6" name="object 172"/>
          <p:cNvSpPr/>
          <p:nvPr/>
        </p:nvSpPr>
        <p:spPr>
          <a:xfrm>
            <a:off x="9180945" y="5439334"/>
            <a:ext cx="340206" cy="26894"/>
          </a:xfrm>
          <a:custGeom>
            <a:avLst/>
            <a:gdLst/>
            <a:ahLst/>
            <a:cxnLst/>
            <a:rect l="l" t="t" r="r" b="b"/>
            <a:pathLst>
              <a:path w="280670" h="30479">
                <a:moveTo>
                  <a:pt x="0" y="30480"/>
                </a:moveTo>
                <a:lnTo>
                  <a:pt x="280416" y="30480"/>
                </a:lnTo>
                <a:lnTo>
                  <a:pt x="280416" y="0"/>
                </a:lnTo>
                <a:lnTo>
                  <a:pt x="0" y="0"/>
                </a:lnTo>
                <a:lnTo>
                  <a:pt x="0" y="30480"/>
                </a:lnTo>
                <a:close/>
              </a:path>
            </a:pathLst>
          </a:custGeom>
          <a:solidFill>
            <a:srgbClr val="D5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7" name="object 173"/>
          <p:cNvSpPr/>
          <p:nvPr/>
        </p:nvSpPr>
        <p:spPr>
          <a:xfrm>
            <a:off x="5974079" y="5439334"/>
            <a:ext cx="340206" cy="26894"/>
          </a:xfrm>
          <a:custGeom>
            <a:avLst/>
            <a:gdLst/>
            <a:ahLst/>
            <a:cxnLst/>
            <a:rect l="l" t="t" r="r" b="b"/>
            <a:pathLst>
              <a:path w="280670" h="30479">
                <a:moveTo>
                  <a:pt x="0" y="30480"/>
                </a:moveTo>
                <a:lnTo>
                  <a:pt x="280416" y="30480"/>
                </a:lnTo>
                <a:lnTo>
                  <a:pt x="280416" y="0"/>
                </a:lnTo>
                <a:lnTo>
                  <a:pt x="0" y="0"/>
                </a:lnTo>
                <a:lnTo>
                  <a:pt x="0" y="30480"/>
                </a:lnTo>
                <a:close/>
              </a:path>
            </a:pathLst>
          </a:custGeom>
          <a:solidFill>
            <a:srgbClr val="D5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8" name="object 174"/>
          <p:cNvSpPr/>
          <p:nvPr/>
        </p:nvSpPr>
        <p:spPr>
          <a:xfrm>
            <a:off x="2752436" y="5439334"/>
            <a:ext cx="340206" cy="26894"/>
          </a:xfrm>
          <a:custGeom>
            <a:avLst/>
            <a:gdLst/>
            <a:ahLst/>
            <a:cxnLst/>
            <a:rect l="l" t="t" r="r" b="b"/>
            <a:pathLst>
              <a:path w="280669" h="30479">
                <a:moveTo>
                  <a:pt x="0" y="30480"/>
                </a:moveTo>
                <a:lnTo>
                  <a:pt x="280415" y="30480"/>
                </a:lnTo>
                <a:lnTo>
                  <a:pt x="280415" y="0"/>
                </a:lnTo>
                <a:lnTo>
                  <a:pt x="0" y="0"/>
                </a:lnTo>
                <a:lnTo>
                  <a:pt x="0" y="30480"/>
                </a:lnTo>
                <a:close/>
              </a:path>
            </a:pathLst>
          </a:custGeom>
          <a:solidFill>
            <a:srgbClr val="D5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9" name="object 175"/>
          <p:cNvSpPr/>
          <p:nvPr/>
        </p:nvSpPr>
        <p:spPr>
          <a:xfrm>
            <a:off x="0" y="5439334"/>
            <a:ext cx="192424" cy="26894"/>
          </a:xfrm>
          <a:custGeom>
            <a:avLst/>
            <a:gdLst/>
            <a:ahLst/>
            <a:cxnLst/>
            <a:rect l="l" t="t" r="r" b="b"/>
            <a:pathLst>
              <a:path w="158750" h="30479">
                <a:moveTo>
                  <a:pt x="0" y="30480"/>
                </a:moveTo>
                <a:lnTo>
                  <a:pt x="158496" y="30480"/>
                </a:lnTo>
                <a:lnTo>
                  <a:pt x="158496" y="0"/>
                </a:lnTo>
                <a:lnTo>
                  <a:pt x="0" y="0"/>
                </a:lnTo>
                <a:lnTo>
                  <a:pt x="0" y="30480"/>
                </a:lnTo>
                <a:close/>
              </a:path>
            </a:pathLst>
          </a:custGeom>
          <a:solidFill>
            <a:srgbClr val="D5DAD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0" name="object 177"/>
          <p:cNvSpPr/>
          <p:nvPr/>
        </p:nvSpPr>
        <p:spPr>
          <a:xfrm>
            <a:off x="9180945" y="5466230"/>
            <a:ext cx="340206" cy="25773"/>
          </a:xfrm>
          <a:custGeom>
            <a:avLst/>
            <a:gdLst/>
            <a:ahLst/>
            <a:cxnLst/>
            <a:rect l="l" t="t" r="r" b="b"/>
            <a:pathLst>
              <a:path w="280670" h="29210">
                <a:moveTo>
                  <a:pt x="0" y="28955"/>
                </a:moveTo>
                <a:lnTo>
                  <a:pt x="280416" y="28955"/>
                </a:lnTo>
                <a:lnTo>
                  <a:pt x="280416" y="0"/>
                </a:lnTo>
                <a:lnTo>
                  <a:pt x="0" y="0"/>
                </a:lnTo>
                <a:lnTo>
                  <a:pt x="0" y="28955"/>
                </a:lnTo>
                <a:close/>
              </a:path>
            </a:pathLst>
          </a:custGeom>
          <a:solidFill>
            <a:srgbClr val="D5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1" name="object 178"/>
          <p:cNvSpPr/>
          <p:nvPr/>
        </p:nvSpPr>
        <p:spPr>
          <a:xfrm>
            <a:off x="5974079" y="5466230"/>
            <a:ext cx="340206" cy="25773"/>
          </a:xfrm>
          <a:custGeom>
            <a:avLst/>
            <a:gdLst/>
            <a:ahLst/>
            <a:cxnLst/>
            <a:rect l="l" t="t" r="r" b="b"/>
            <a:pathLst>
              <a:path w="280670" h="29210">
                <a:moveTo>
                  <a:pt x="0" y="28955"/>
                </a:moveTo>
                <a:lnTo>
                  <a:pt x="280416" y="28955"/>
                </a:lnTo>
                <a:lnTo>
                  <a:pt x="280416" y="0"/>
                </a:lnTo>
                <a:lnTo>
                  <a:pt x="0" y="0"/>
                </a:lnTo>
                <a:lnTo>
                  <a:pt x="0" y="28955"/>
                </a:lnTo>
                <a:close/>
              </a:path>
            </a:pathLst>
          </a:custGeom>
          <a:solidFill>
            <a:srgbClr val="D5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2" name="object 179"/>
          <p:cNvSpPr/>
          <p:nvPr/>
        </p:nvSpPr>
        <p:spPr>
          <a:xfrm>
            <a:off x="2752436" y="5466230"/>
            <a:ext cx="340206" cy="25773"/>
          </a:xfrm>
          <a:custGeom>
            <a:avLst/>
            <a:gdLst/>
            <a:ahLst/>
            <a:cxnLst/>
            <a:rect l="l" t="t" r="r" b="b"/>
            <a:pathLst>
              <a:path w="280669" h="29210">
                <a:moveTo>
                  <a:pt x="0" y="28955"/>
                </a:moveTo>
                <a:lnTo>
                  <a:pt x="280415" y="28955"/>
                </a:lnTo>
                <a:lnTo>
                  <a:pt x="280415" y="0"/>
                </a:lnTo>
                <a:lnTo>
                  <a:pt x="0" y="0"/>
                </a:lnTo>
                <a:lnTo>
                  <a:pt x="0" y="28955"/>
                </a:lnTo>
                <a:close/>
              </a:path>
            </a:pathLst>
          </a:custGeom>
          <a:solidFill>
            <a:srgbClr val="D5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3" name="object 180"/>
          <p:cNvSpPr/>
          <p:nvPr/>
        </p:nvSpPr>
        <p:spPr>
          <a:xfrm>
            <a:off x="0" y="5466230"/>
            <a:ext cx="192424" cy="25773"/>
          </a:xfrm>
          <a:custGeom>
            <a:avLst/>
            <a:gdLst/>
            <a:ahLst/>
            <a:cxnLst/>
            <a:rect l="l" t="t" r="r" b="b"/>
            <a:pathLst>
              <a:path w="158750" h="29210">
                <a:moveTo>
                  <a:pt x="0" y="28955"/>
                </a:moveTo>
                <a:lnTo>
                  <a:pt x="158496" y="28955"/>
                </a:lnTo>
                <a:lnTo>
                  <a:pt x="158496" y="0"/>
                </a:lnTo>
                <a:lnTo>
                  <a:pt x="0" y="0"/>
                </a:lnTo>
                <a:lnTo>
                  <a:pt x="0" y="28955"/>
                </a:lnTo>
                <a:close/>
              </a:path>
            </a:pathLst>
          </a:custGeom>
          <a:solidFill>
            <a:srgbClr val="D5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4" name="object 182"/>
          <p:cNvSpPr/>
          <p:nvPr/>
        </p:nvSpPr>
        <p:spPr>
          <a:xfrm>
            <a:off x="9180945" y="5491779"/>
            <a:ext cx="340206" cy="36419"/>
          </a:xfrm>
          <a:custGeom>
            <a:avLst/>
            <a:gdLst/>
            <a:ahLst/>
            <a:cxnLst/>
            <a:rect l="l" t="t" r="r" b="b"/>
            <a:pathLst>
              <a:path w="280670" h="41275">
                <a:moveTo>
                  <a:pt x="0" y="41148"/>
                </a:moveTo>
                <a:lnTo>
                  <a:pt x="280416" y="41148"/>
                </a:lnTo>
                <a:lnTo>
                  <a:pt x="280416" y="0"/>
                </a:lnTo>
                <a:lnTo>
                  <a:pt x="0" y="0"/>
                </a:lnTo>
                <a:lnTo>
                  <a:pt x="0" y="41148"/>
                </a:lnTo>
                <a:close/>
              </a:path>
            </a:pathLst>
          </a:custGeom>
          <a:solidFill>
            <a:srgbClr val="D4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5" name="object 183"/>
          <p:cNvSpPr/>
          <p:nvPr/>
        </p:nvSpPr>
        <p:spPr>
          <a:xfrm>
            <a:off x="5974079" y="5491779"/>
            <a:ext cx="340206" cy="36419"/>
          </a:xfrm>
          <a:custGeom>
            <a:avLst/>
            <a:gdLst/>
            <a:ahLst/>
            <a:cxnLst/>
            <a:rect l="l" t="t" r="r" b="b"/>
            <a:pathLst>
              <a:path w="280670" h="41275">
                <a:moveTo>
                  <a:pt x="0" y="41148"/>
                </a:moveTo>
                <a:lnTo>
                  <a:pt x="280416" y="41148"/>
                </a:lnTo>
                <a:lnTo>
                  <a:pt x="280416" y="0"/>
                </a:lnTo>
                <a:lnTo>
                  <a:pt x="0" y="0"/>
                </a:lnTo>
                <a:lnTo>
                  <a:pt x="0" y="41148"/>
                </a:lnTo>
                <a:close/>
              </a:path>
            </a:pathLst>
          </a:custGeom>
          <a:solidFill>
            <a:srgbClr val="D4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6" name="object 184"/>
          <p:cNvSpPr/>
          <p:nvPr/>
        </p:nvSpPr>
        <p:spPr>
          <a:xfrm>
            <a:off x="2752436" y="5491779"/>
            <a:ext cx="340206" cy="36419"/>
          </a:xfrm>
          <a:custGeom>
            <a:avLst/>
            <a:gdLst/>
            <a:ahLst/>
            <a:cxnLst/>
            <a:rect l="l" t="t" r="r" b="b"/>
            <a:pathLst>
              <a:path w="280669" h="41275">
                <a:moveTo>
                  <a:pt x="0" y="41148"/>
                </a:moveTo>
                <a:lnTo>
                  <a:pt x="280415" y="41148"/>
                </a:lnTo>
                <a:lnTo>
                  <a:pt x="280415" y="0"/>
                </a:lnTo>
                <a:lnTo>
                  <a:pt x="0" y="0"/>
                </a:lnTo>
                <a:lnTo>
                  <a:pt x="0" y="41148"/>
                </a:lnTo>
                <a:close/>
              </a:path>
            </a:pathLst>
          </a:custGeom>
          <a:solidFill>
            <a:srgbClr val="D4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7" name="object 185"/>
          <p:cNvSpPr/>
          <p:nvPr/>
        </p:nvSpPr>
        <p:spPr>
          <a:xfrm>
            <a:off x="0" y="5491779"/>
            <a:ext cx="192424" cy="36419"/>
          </a:xfrm>
          <a:custGeom>
            <a:avLst/>
            <a:gdLst/>
            <a:ahLst/>
            <a:cxnLst/>
            <a:rect l="l" t="t" r="r" b="b"/>
            <a:pathLst>
              <a:path w="158750" h="41275">
                <a:moveTo>
                  <a:pt x="0" y="41148"/>
                </a:moveTo>
                <a:lnTo>
                  <a:pt x="158496" y="41148"/>
                </a:lnTo>
                <a:lnTo>
                  <a:pt x="158496" y="0"/>
                </a:lnTo>
                <a:lnTo>
                  <a:pt x="0" y="0"/>
                </a:lnTo>
                <a:lnTo>
                  <a:pt x="0" y="41148"/>
                </a:lnTo>
                <a:close/>
              </a:path>
            </a:pathLst>
          </a:custGeom>
          <a:solidFill>
            <a:srgbClr val="D4D9D9"/>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8" name="object 187"/>
          <p:cNvSpPr/>
          <p:nvPr/>
        </p:nvSpPr>
        <p:spPr>
          <a:xfrm>
            <a:off x="9180945" y="5528086"/>
            <a:ext cx="340206" cy="16249"/>
          </a:xfrm>
          <a:custGeom>
            <a:avLst/>
            <a:gdLst/>
            <a:ahLst/>
            <a:cxnLst/>
            <a:rect l="l" t="t" r="r" b="b"/>
            <a:pathLst>
              <a:path w="280670" h="18414">
                <a:moveTo>
                  <a:pt x="0" y="18287"/>
                </a:moveTo>
                <a:lnTo>
                  <a:pt x="280416" y="18287"/>
                </a:lnTo>
                <a:lnTo>
                  <a:pt x="280416" y="0"/>
                </a:lnTo>
                <a:lnTo>
                  <a:pt x="0" y="0"/>
                </a:lnTo>
                <a:lnTo>
                  <a:pt x="0" y="18287"/>
                </a:lnTo>
                <a:close/>
              </a:path>
            </a:pathLst>
          </a:custGeom>
          <a:solidFill>
            <a:srgbClr val="D4D8D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9" name="object 188"/>
          <p:cNvSpPr/>
          <p:nvPr/>
        </p:nvSpPr>
        <p:spPr>
          <a:xfrm>
            <a:off x="5974079" y="5528086"/>
            <a:ext cx="340206" cy="16249"/>
          </a:xfrm>
          <a:custGeom>
            <a:avLst/>
            <a:gdLst/>
            <a:ahLst/>
            <a:cxnLst/>
            <a:rect l="l" t="t" r="r" b="b"/>
            <a:pathLst>
              <a:path w="280670" h="18414">
                <a:moveTo>
                  <a:pt x="0" y="18287"/>
                </a:moveTo>
                <a:lnTo>
                  <a:pt x="280416" y="18287"/>
                </a:lnTo>
                <a:lnTo>
                  <a:pt x="280416" y="0"/>
                </a:lnTo>
                <a:lnTo>
                  <a:pt x="0" y="0"/>
                </a:lnTo>
                <a:lnTo>
                  <a:pt x="0" y="18287"/>
                </a:lnTo>
                <a:close/>
              </a:path>
            </a:pathLst>
          </a:custGeom>
          <a:solidFill>
            <a:srgbClr val="D4D8D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0" name="object 189"/>
          <p:cNvSpPr/>
          <p:nvPr/>
        </p:nvSpPr>
        <p:spPr>
          <a:xfrm>
            <a:off x="2752436" y="5528086"/>
            <a:ext cx="340206" cy="16249"/>
          </a:xfrm>
          <a:custGeom>
            <a:avLst/>
            <a:gdLst/>
            <a:ahLst/>
            <a:cxnLst/>
            <a:rect l="l" t="t" r="r" b="b"/>
            <a:pathLst>
              <a:path w="280669" h="18414">
                <a:moveTo>
                  <a:pt x="0" y="18287"/>
                </a:moveTo>
                <a:lnTo>
                  <a:pt x="280415" y="18287"/>
                </a:lnTo>
                <a:lnTo>
                  <a:pt x="280415" y="0"/>
                </a:lnTo>
                <a:lnTo>
                  <a:pt x="0" y="0"/>
                </a:lnTo>
                <a:lnTo>
                  <a:pt x="0" y="18287"/>
                </a:lnTo>
                <a:close/>
              </a:path>
            </a:pathLst>
          </a:custGeom>
          <a:solidFill>
            <a:srgbClr val="D4D8D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1" name="object 190"/>
          <p:cNvSpPr/>
          <p:nvPr/>
        </p:nvSpPr>
        <p:spPr>
          <a:xfrm>
            <a:off x="0" y="5528086"/>
            <a:ext cx="192424" cy="16249"/>
          </a:xfrm>
          <a:custGeom>
            <a:avLst/>
            <a:gdLst/>
            <a:ahLst/>
            <a:cxnLst/>
            <a:rect l="l" t="t" r="r" b="b"/>
            <a:pathLst>
              <a:path w="158750" h="18414">
                <a:moveTo>
                  <a:pt x="0" y="18287"/>
                </a:moveTo>
                <a:lnTo>
                  <a:pt x="158496" y="18287"/>
                </a:lnTo>
                <a:lnTo>
                  <a:pt x="158496" y="0"/>
                </a:lnTo>
                <a:lnTo>
                  <a:pt x="0" y="0"/>
                </a:lnTo>
                <a:lnTo>
                  <a:pt x="0" y="18287"/>
                </a:lnTo>
                <a:close/>
              </a:path>
            </a:pathLst>
          </a:custGeom>
          <a:solidFill>
            <a:srgbClr val="D4D8D8"/>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2" name="object 198"/>
          <p:cNvSpPr txBox="1"/>
          <p:nvPr/>
        </p:nvSpPr>
        <p:spPr>
          <a:xfrm>
            <a:off x="584990" y="1972336"/>
            <a:ext cx="8051799" cy="36869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tab pos="2645410" algn="l"/>
                <a:tab pos="5250180" algn="l"/>
              </a:tabLst>
              <a:defRPr/>
            </a:pPr>
            <a:r>
              <a:rPr kumimoji="0" lang="en-US" sz="2300" b="1" i="0" u="none" strike="noStrike" kern="1200" cap="none" spc="-125" normalizeH="0" baseline="0" noProof="0" dirty="0">
                <a:ln>
                  <a:noFill/>
                </a:ln>
                <a:solidFill>
                  <a:srgbClr val="404040"/>
                </a:solidFill>
                <a:effectLst/>
                <a:uLnTx/>
                <a:uFillTx/>
                <a:latin typeface="Arial"/>
                <a:ea typeface="微软雅黑"/>
                <a:cs typeface="Arial"/>
              </a:rPr>
              <a:t>CMCN 1.0</a:t>
            </a:r>
            <a:r>
              <a:rPr kumimoji="0" sz="2300" b="1" i="0" u="none" strike="noStrike" kern="1200" cap="none" spc="-55" normalizeH="0" baseline="0" noProof="0" dirty="0">
                <a:ln>
                  <a:noFill/>
                </a:ln>
                <a:solidFill>
                  <a:srgbClr val="404040"/>
                </a:solidFill>
                <a:effectLst/>
                <a:uLnTx/>
                <a:uFillTx/>
                <a:latin typeface="Arial"/>
                <a:ea typeface="微软雅黑"/>
                <a:cs typeface="Arial"/>
              </a:rPr>
              <a:t>	</a:t>
            </a:r>
            <a:r>
              <a:rPr kumimoji="0" lang="en-US" sz="2300" b="1" i="0" u="none" strike="noStrike" kern="1200" cap="none" spc="-125" normalizeH="0" baseline="0" noProof="0" dirty="0">
                <a:ln>
                  <a:noFill/>
                </a:ln>
                <a:solidFill>
                  <a:srgbClr val="404040"/>
                </a:solidFill>
                <a:effectLst/>
                <a:uLnTx/>
                <a:uFillTx/>
                <a:latin typeface="Arial"/>
                <a:ea typeface="微软雅黑"/>
                <a:cs typeface="Arial"/>
              </a:rPr>
              <a:t>CMCN 2.0</a:t>
            </a:r>
            <a:r>
              <a:rPr kumimoji="0" sz="2300" b="1" i="0" u="none" strike="noStrike" kern="1200" cap="none" spc="-90" normalizeH="0" baseline="0" noProof="0" dirty="0">
                <a:ln>
                  <a:noFill/>
                </a:ln>
                <a:solidFill>
                  <a:srgbClr val="404040"/>
                </a:solidFill>
                <a:effectLst/>
                <a:uLnTx/>
                <a:uFillTx/>
                <a:latin typeface="Arial"/>
                <a:ea typeface="微软雅黑"/>
                <a:cs typeface="Arial"/>
              </a:rPr>
              <a:t>	</a:t>
            </a:r>
            <a:r>
              <a:rPr kumimoji="0" lang="en-US" sz="2300" b="1" i="0" u="none" strike="noStrike" kern="1200" cap="none" spc="-125" normalizeH="0" baseline="0" noProof="0" dirty="0">
                <a:ln>
                  <a:noFill/>
                </a:ln>
                <a:solidFill>
                  <a:srgbClr val="404040"/>
                </a:solidFill>
                <a:effectLst/>
                <a:uLnTx/>
                <a:uFillTx/>
                <a:latin typeface="Arial"/>
                <a:ea typeface="微软雅黑"/>
                <a:cs typeface="Arial"/>
              </a:rPr>
              <a:t>         CMCN 3.0</a:t>
            </a:r>
            <a:endParaRPr kumimoji="0" sz="2300" b="0" i="0" u="none" strike="noStrike" kern="1200" cap="none" spc="0" normalizeH="0" baseline="0" noProof="0" dirty="0">
              <a:ln>
                <a:noFill/>
              </a:ln>
              <a:solidFill>
                <a:prstClr val="black"/>
              </a:solidFill>
              <a:effectLst/>
              <a:uLnTx/>
              <a:uFillTx/>
              <a:latin typeface="Arial"/>
              <a:ea typeface="微软雅黑"/>
              <a:cs typeface="Arial"/>
            </a:endParaRPr>
          </a:p>
        </p:txBody>
      </p:sp>
      <p:sp>
        <p:nvSpPr>
          <p:cNvPr id="123" name="object 199"/>
          <p:cNvSpPr txBox="1"/>
          <p:nvPr/>
        </p:nvSpPr>
        <p:spPr>
          <a:xfrm>
            <a:off x="9996857" y="1972336"/>
            <a:ext cx="1718733" cy="368690"/>
          </a:xfrm>
          <a:prstGeom prst="rect">
            <a:avLst/>
          </a:prstGeom>
        </p:spPr>
        <p:txBody>
          <a:bodyPr vert="horz" wrap="square" lIns="0" tIns="14604" rIns="0" bIns="0" rtlCol="0">
            <a:spAutoFit/>
          </a:body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kumimoji="0" lang="en-US" sz="2300" b="1" i="0" u="none" strike="noStrike" kern="1200" cap="none" spc="-125" normalizeH="0" baseline="0" noProof="0" dirty="0">
                <a:ln>
                  <a:noFill/>
                </a:ln>
                <a:solidFill>
                  <a:srgbClr val="404040"/>
                </a:solidFill>
                <a:effectLst/>
                <a:uLnTx/>
                <a:uFillTx/>
                <a:latin typeface="Arial"/>
                <a:ea typeface="微软雅黑"/>
                <a:cs typeface="Arial"/>
              </a:rPr>
              <a:t>CMCN 4.0</a:t>
            </a:r>
            <a:endParaRPr kumimoji="0" sz="2300" b="0" i="0" u="none" strike="noStrike" kern="1200" cap="none" spc="0" normalizeH="0" baseline="0" noProof="0" dirty="0">
              <a:ln>
                <a:noFill/>
              </a:ln>
              <a:solidFill>
                <a:prstClr val="black"/>
              </a:solidFill>
              <a:effectLst/>
              <a:uLnTx/>
              <a:uFillTx/>
              <a:latin typeface="Arial"/>
              <a:ea typeface="微软雅黑"/>
              <a:cs typeface="Arial"/>
            </a:endParaRPr>
          </a:p>
        </p:txBody>
      </p:sp>
      <p:sp>
        <p:nvSpPr>
          <p:cNvPr id="124" name="object 200"/>
          <p:cNvSpPr/>
          <p:nvPr/>
        </p:nvSpPr>
        <p:spPr>
          <a:xfrm>
            <a:off x="192117" y="4381052"/>
            <a:ext cx="2560782" cy="1187824"/>
          </a:xfrm>
          <a:custGeom>
            <a:avLst/>
            <a:gdLst/>
            <a:ahLst/>
            <a:cxnLst/>
            <a:rect l="l" t="t" r="r" b="b"/>
            <a:pathLst>
              <a:path w="2112645" h="1346200">
                <a:moveTo>
                  <a:pt x="0" y="0"/>
                </a:moveTo>
                <a:lnTo>
                  <a:pt x="2112264" y="0"/>
                </a:lnTo>
                <a:lnTo>
                  <a:pt x="2112264" y="1345691"/>
                </a:lnTo>
                <a:lnTo>
                  <a:pt x="0" y="1345691"/>
                </a:lnTo>
                <a:lnTo>
                  <a:pt x="0" y="0"/>
                </a:lnTo>
                <a:close/>
              </a:path>
            </a:pathLst>
          </a:custGeom>
          <a:solidFill>
            <a:srgbClr val="F9D2A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5" name="object 201"/>
          <p:cNvSpPr/>
          <p:nvPr/>
        </p:nvSpPr>
        <p:spPr>
          <a:xfrm>
            <a:off x="186575" y="4377019"/>
            <a:ext cx="2571558" cy="1194547"/>
          </a:xfrm>
          <a:custGeom>
            <a:avLst/>
            <a:gdLst/>
            <a:ahLst/>
            <a:cxnLst/>
            <a:rect l="l" t="t" r="r" b="b"/>
            <a:pathLst>
              <a:path w="2121535" h="1353820">
                <a:moveTo>
                  <a:pt x="2119884" y="0"/>
                </a:moveTo>
                <a:lnTo>
                  <a:pt x="3048" y="0"/>
                </a:lnTo>
                <a:lnTo>
                  <a:pt x="0" y="1523"/>
                </a:lnTo>
                <a:lnTo>
                  <a:pt x="0" y="1351787"/>
                </a:lnTo>
                <a:lnTo>
                  <a:pt x="3048" y="1353311"/>
                </a:lnTo>
                <a:lnTo>
                  <a:pt x="2119884" y="1353311"/>
                </a:lnTo>
                <a:lnTo>
                  <a:pt x="2121408" y="1351787"/>
                </a:lnTo>
                <a:lnTo>
                  <a:pt x="2121408" y="1350263"/>
                </a:lnTo>
                <a:lnTo>
                  <a:pt x="9144" y="1350263"/>
                </a:lnTo>
                <a:lnTo>
                  <a:pt x="4572" y="1345691"/>
                </a:lnTo>
                <a:lnTo>
                  <a:pt x="9144" y="1345692"/>
                </a:lnTo>
                <a:lnTo>
                  <a:pt x="9144" y="7619"/>
                </a:lnTo>
                <a:lnTo>
                  <a:pt x="4572" y="7619"/>
                </a:lnTo>
                <a:lnTo>
                  <a:pt x="9144" y="4571"/>
                </a:lnTo>
                <a:lnTo>
                  <a:pt x="2121408" y="4571"/>
                </a:lnTo>
                <a:lnTo>
                  <a:pt x="2121408" y="1523"/>
                </a:lnTo>
                <a:lnTo>
                  <a:pt x="2119884" y="0"/>
                </a:lnTo>
                <a:close/>
              </a:path>
              <a:path w="2121535" h="1353820">
                <a:moveTo>
                  <a:pt x="9144" y="1345691"/>
                </a:moveTo>
                <a:lnTo>
                  <a:pt x="4572" y="1345691"/>
                </a:lnTo>
                <a:lnTo>
                  <a:pt x="9144" y="1350263"/>
                </a:lnTo>
                <a:lnTo>
                  <a:pt x="9144" y="1345691"/>
                </a:lnTo>
                <a:close/>
              </a:path>
              <a:path w="2121535" h="1353820">
                <a:moveTo>
                  <a:pt x="2113788" y="1345691"/>
                </a:moveTo>
                <a:lnTo>
                  <a:pt x="9144" y="1345691"/>
                </a:lnTo>
                <a:lnTo>
                  <a:pt x="9144" y="1350263"/>
                </a:lnTo>
                <a:lnTo>
                  <a:pt x="2113788" y="1350263"/>
                </a:lnTo>
                <a:lnTo>
                  <a:pt x="2113788" y="1345691"/>
                </a:lnTo>
                <a:close/>
              </a:path>
              <a:path w="2121535" h="1353820">
                <a:moveTo>
                  <a:pt x="2113788" y="4571"/>
                </a:moveTo>
                <a:lnTo>
                  <a:pt x="2113788" y="1350263"/>
                </a:lnTo>
                <a:lnTo>
                  <a:pt x="2116836" y="1345691"/>
                </a:lnTo>
                <a:lnTo>
                  <a:pt x="2121408" y="1345692"/>
                </a:lnTo>
                <a:lnTo>
                  <a:pt x="2121408" y="7619"/>
                </a:lnTo>
                <a:lnTo>
                  <a:pt x="2116836" y="7619"/>
                </a:lnTo>
                <a:lnTo>
                  <a:pt x="2113788" y="4571"/>
                </a:lnTo>
                <a:close/>
              </a:path>
              <a:path w="2121535" h="1353820">
                <a:moveTo>
                  <a:pt x="2121408" y="1345692"/>
                </a:moveTo>
                <a:lnTo>
                  <a:pt x="2116836" y="1345691"/>
                </a:lnTo>
                <a:lnTo>
                  <a:pt x="2113788" y="1350263"/>
                </a:lnTo>
                <a:lnTo>
                  <a:pt x="2121408" y="1350263"/>
                </a:lnTo>
                <a:lnTo>
                  <a:pt x="2121408" y="1345692"/>
                </a:lnTo>
                <a:close/>
              </a:path>
              <a:path w="2121535" h="1353820">
                <a:moveTo>
                  <a:pt x="9144" y="4571"/>
                </a:moveTo>
                <a:lnTo>
                  <a:pt x="4572" y="7619"/>
                </a:lnTo>
                <a:lnTo>
                  <a:pt x="9144" y="7619"/>
                </a:lnTo>
                <a:lnTo>
                  <a:pt x="9144" y="4571"/>
                </a:lnTo>
                <a:close/>
              </a:path>
              <a:path w="2121535" h="1353820">
                <a:moveTo>
                  <a:pt x="2113788" y="4571"/>
                </a:moveTo>
                <a:lnTo>
                  <a:pt x="9144" y="4571"/>
                </a:lnTo>
                <a:lnTo>
                  <a:pt x="9144" y="7619"/>
                </a:lnTo>
                <a:lnTo>
                  <a:pt x="2113788" y="7619"/>
                </a:lnTo>
                <a:lnTo>
                  <a:pt x="2113788" y="4571"/>
                </a:lnTo>
                <a:close/>
              </a:path>
              <a:path w="2121535" h="1353820">
                <a:moveTo>
                  <a:pt x="2121408" y="4571"/>
                </a:moveTo>
                <a:lnTo>
                  <a:pt x="2113788" y="4571"/>
                </a:lnTo>
                <a:lnTo>
                  <a:pt x="2116836" y="7619"/>
                </a:lnTo>
                <a:lnTo>
                  <a:pt x="2121408" y="7619"/>
                </a:lnTo>
                <a:lnTo>
                  <a:pt x="2121408" y="4571"/>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6" name="object 202"/>
          <p:cNvSpPr txBox="1"/>
          <p:nvPr/>
        </p:nvSpPr>
        <p:spPr>
          <a:xfrm>
            <a:off x="267315" y="4463863"/>
            <a:ext cx="2444480" cy="1029128"/>
          </a:xfrm>
          <a:prstGeom prst="rect">
            <a:avLst/>
          </a:prstGeom>
        </p:spPr>
        <p:txBody>
          <a:bodyPr vert="horz" wrap="square" lIns="0" tIns="13335" rIns="0" bIns="0" rtlCol="0">
            <a:spAutoFit/>
          </a:bodyPr>
          <a:lstStyle/>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sz="1650" b="1" i="0" u="none" strike="noStrike" kern="1200" cap="none" spc="-105" normalizeH="0" baseline="0" noProof="0" dirty="0">
                <a:ln>
                  <a:noFill/>
                </a:ln>
                <a:solidFill>
                  <a:srgbClr val="404040"/>
                </a:solidFill>
                <a:effectLst/>
                <a:uLnTx/>
                <a:uFillTx/>
                <a:latin typeface="Arial"/>
                <a:ea typeface="微软雅黑"/>
                <a:cs typeface="Arial"/>
              </a:rPr>
              <a:t>Sản </a:t>
            </a:r>
            <a:r>
              <a:rPr kumimoji="0" sz="1650" b="1" i="0" u="none" strike="noStrike" kern="1200" cap="none" spc="-45" normalizeH="0" baseline="0" noProof="0" dirty="0">
                <a:ln>
                  <a:noFill/>
                </a:ln>
                <a:solidFill>
                  <a:srgbClr val="404040"/>
                </a:solidFill>
                <a:effectLst/>
                <a:uLnTx/>
                <a:uFillTx/>
                <a:latin typeface="Arial"/>
                <a:ea typeface="微软雅黑"/>
                <a:cs typeface="Arial"/>
              </a:rPr>
              <a:t>xuất </a:t>
            </a:r>
            <a:r>
              <a:rPr kumimoji="0" sz="1650" b="1" i="0" u="none" strike="noStrike" kern="1200" cap="none" spc="-160" normalizeH="0" baseline="0" noProof="0" dirty="0">
                <a:ln>
                  <a:noFill/>
                </a:ln>
                <a:solidFill>
                  <a:srgbClr val="404040"/>
                </a:solidFill>
                <a:effectLst/>
                <a:uLnTx/>
                <a:uFillTx/>
                <a:latin typeface="Arial"/>
                <a:ea typeface="微软雅黑"/>
                <a:cs typeface="Arial"/>
              </a:rPr>
              <a:t>cơ </a:t>
            </a:r>
            <a:r>
              <a:rPr kumimoji="0" sz="1650" b="1" i="0" u="none" strike="noStrike" kern="1200" cap="none" spc="-70" normalizeH="0" baseline="0" noProof="0" dirty="0">
                <a:ln>
                  <a:noFill/>
                </a:ln>
                <a:solidFill>
                  <a:srgbClr val="404040"/>
                </a:solidFill>
                <a:effectLst/>
                <a:uLnTx/>
                <a:uFillTx/>
                <a:latin typeface="Arial"/>
                <a:ea typeface="微软雅黑"/>
                <a:cs typeface="Arial"/>
              </a:rPr>
              <a:t>khí </a:t>
            </a:r>
            <a:r>
              <a:rPr kumimoji="0" sz="1650" b="1" i="0" u="none" strike="noStrike" kern="1200" cap="none" spc="-100" normalizeH="0" baseline="0" noProof="0" dirty="0">
                <a:ln>
                  <a:noFill/>
                </a:ln>
                <a:solidFill>
                  <a:srgbClr val="404040"/>
                </a:solidFill>
                <a:effectLst/>
                <a:uLnTx/>
                <a:uFillTx/>
                <a:latin typeface="Arial"/>
                <a:ea typeface="微软雅黑"/>
                <a:cs typeface="Arial"/>
              </a:rPr>
              <a:t>với  </a:t>
            </a:r>
            <a:r>
              <a:rPr kumimoji="0" sz="1650" b="1" i="0" u="none" strike="noStrike" kern="1200" cap="none" spc="-70" normalizeH="0" baseline="0" noProof="0" dirty="0">
                <a:ln>
                  <a:noFill/>
                </a:ln>
                <a:solidFill>
                  <a:srgbClr val="404040"/>
                </a:solidFill>
                <a:effectLst/>
                <a:uLnTx/>
                <a:uFillTx/>
                <a:latin typeface="Arial"/>
                <a:ea typeface="微软雅黑"/>
                <a:cs typeface="Arial"/>
              </a:rPr>
              <a:t>máy </a:t>
            </a:r>
            <a:r>
              <a:rPr kumimoji="0" sz="1650" b="1" i="0" u="none" strike="noStrike" kern="1200" cap="none" spc="-114" normalizeH="0" baseline="0" noProof="0" dirty="0">
                <a:ln>
                  <a:noFill/>
                </a:ln>
                <a:solidFill>
                  <a:srgbClr val="404040"/>
                </a:solidFill>
                <a:effectLst/>
                <a:uLnTx/>
                <a:uFillTx/>
                <a:latin typeface="Arial"/>
                <a:ea typeface="微软雅黑"/>
                <a:cs typeface="Arial"/>
              </a:rPr>
              <a:t>móc </a:t>
            </a:r>
            <a:r>
              <a:rPr kumimoji="0" sz="1650" b="1" i="0" u="none" strike="noStrike" kern="1200" cap="none" spc="-80" normalizeH="0" baseline="0" noProof="0" dirty="0">
                <a:ln>
                  <a:noFill/>
                </a:ln>
                <a:solidFill>
                  <a:srgbClr val="404040"/>
                </a:solidFill>
                <a:effectLst/>
                <a:uLnTx/>
                <a:uFillTx/>
                <a:latin typeface="Arial"/>
                <a:ea typeface="微软雅黑"/>
                <a:cs typeface="Arial"/>
              </a:rPr>
              <a:t>dựa </a:t>
            </a:r>
            <a:r>
              <a:rPr kumimoji="0" sz="1650" b="1" i="0" u="none" strike="noStrike" kern="1200" cap="none" spc="-95" normalizeH="0" baseline="0" noProof="0" dirty="0">
                <a:ln>
                  <a:noFill/>
                </a:ln>
                <a:solidFill>
                  <a:srgbClr val="404040"/>
                </a:solidFill>
                <a:effectLst/>
                <a:uLnTx/>
                <a:uFillTx/>
                <a:latin typeface="Arial"/>
                <a:ea typeface="微软雅黑"/>
                <a:cs typeface="Arial"/>
              </a:rPr>
              <a:t>vào  động </a:t>
            </a:r>
            <a:r>
              <a:rPr kumimoji="0" sz="1650" b="1" i="0" u="none" strike="noStrike" kern="1200" cap="none" spc="-160" normalizeH="0" baseline="0" noProof="0" dirty="0">
                <a:ln>
                  <a:noFill/>
                </a:ln>
                <a:solidFill>
                  <a:srgbClr val="404040"/>
                </a:solidFill>
                <a:effectLst/>
                <a:uLnTx/>
                <a:uFillTx/>
                <a:latin typeface="Arial"/>
                <a:ea typeface="微软雅黑"/>
                <a:cs typeface="Arial"/>
              </a:rPr>
              <a:t>cơ </a:t>
            </a:r>
            <a:r>
              <a:rPr kumimoji="0" sz="1650" b="1" i="0" u="none" strike="noStrike" kern="1200" cap="none" spc="-90" normalizeH="0" baseline="0" noProof="0" dirty="0">
                <a:ln>
                  <a:noFill/>
                </a:ln>
                <a:solidFill>
                  <a:srgbClr val="404040"/>
                </a:solidFill>
                <a:effectLst/>
                <a:uLnTx/>
                <a:uFillTx/>
                <a:latin typeface="Arial"/>
                <a:ea typeface="微软雅黑"/>
                <a:cs typeface="Arial"/>
              </a:rPr>
              <a:t>hơi </a:t>
            </a:r>
            <a:r>
              <a:rPr kumimoji="0" sz="1650" b="1" i="0" u="none" strike="noStrike" kern="1200" cap="none" spc="-125" normalizeH="0" baseline="0" noProof="0" dirty="0">
                <a:ln>
                  <a:noFill/>
                </a:ln>
                <a:solidFill>
                  <a:srgbClr val="404040"/>
                </a:solidFill>
                <a:effectLst/>
                <a:uLnTx/>
                <a:uFillTx/>
                <a:latin typeface="Arial"/>
                <a:ea typeface="微软雅黑"/>
                <a:cs typeface="Arial"/>
              </a:rPr>
              <a:t>nước  </a:t>
            </a:r>
            <a:r>
              <a:rPr kumimoji="0" sz="1650" b="1" i="0" u="none" strike="noStrike" kern="1200" cap="none" spc="-120" normalizeH="0" baseline="0" noProof="0" dirty="0">
                <a:ln>
                  <a:noFill/>
                </a:ln>
                <a:solidFill>
                  <a:srgbClr val="404040"/>
                </a:solidFill>
                <a:effectLst/>
                <a:uLnTx/>
                <a:uFillTx/>
                <a:latin typeface="Arial"/>
                <a:ea typeface="微软雅黑"/>
                <a:cs typeface="Arial"/>
              </a:rPr>
              <a:t>(</a:t>
            </a:r>
            <a:r>
              <a:rPr kumimoji="0" sz="1650" b="1" i="0" u="none" strike="noStrike" kern="1200" cap="none" spc="-120" normalizeH="0" baseline="0" noProof="0" dirty="0">
                <a:ln>
                  <a:noFill/>
                </a:ln>
                <a:solidFill>
                  <a:srgbClr val="0054B8"/>
                </a:solidFill>
                <a:effectLst/>
                <a:uLnTx/>
                <a:uFillTx/>
                <a:latin typeface="Arial"/>
                <a:ea typeface="微软雅黑"/>
                <a:cs typeface="Arial"/>
              </a:rPr>
              <a:t>Cuối </a:t>
            </a:r>
            <a:r>
              <a:rPr kumimoji="0" sz="1650" b="1" i="0" u="none" strike="noStrike" kern="1200" cap="none" spc="-30" normalizeH="0" baseline="0" noProof="0" dirty="0">
                <a:ln>
                  <a:noFill/>
                </a:ln>
                <a:solidFill>
                  <a:srgbClr val="0054B8"/>
                </a:solidFill>
                <a:effectLst/>
                <a:uLnTx/>
                <a:uFillTx/>
                <a:latin typeface="Arial"/>
                <a:ea typeface="微软雅黑"/>
                <a:cs typeface="Arial"/>
              </a:rPr>
              <a:t>thế </a:t>
            </a:r>
            <a:r>
              <a:rPr kumimoji="0" sz="1650" b="1" i="0" u="none" strike="noStrike" kern="1200" cap="none" spc="-70" normalizeH="0" baseline="0" noProof="0" dirty="0">
                <a:ln>
                  <a:noFill/>
                </a:ln>
                <a:solidFill>
                  <a:srgbClr val="0054B8"/>
                </a:solidFill>
                <a:effectLst/>
                <a:uLnTx/>
                <a:uFillTx/>
                <a:latin typeface="Arial"/>
                <a:ea typeface="微软雅黑"/>
                <a:cs typeface="Arial"/>
              </a:rPr>
              <a:t>kỷ </a:t>
            </a:r>
            <a:r>
              <a:rPr kumimoji="0" sz="1650" b="1" i="0" u="none" strike="noStrike" kern="1200" cap="none" spc="-10" normalizeH="0" baseline="0" noProof="0" dirty="0">
                <a:ln>
                  <a:noFill/>
                </a:ln>
                <a:solidFill>
                  <a:srgbClr val="0054B8"/>
                </a:solidFill>
                <a:effectLst/>
                <a:uLnTx/>
                <a:uFillTx/>
                <a:latin typeface="Arial"/>
                <a:ea typeface="微软雅黑"/>
                <a:cs typeface="Arial"/>
              </a:rPr>
              <a:t>18,</a:t>
            </a:r>
            <a:r>
              <a:rPr kumimoji="0" sz="1650" b="1" i="0" u="none" strike="noStrike" kern="1200" cap="none" spc="-335" normalizeH="0" baseline="0" noProof="0" dirty="0">
                <a:ln>
                  <a:noFill/>
                </a:ln>
                <a:solidFill>
                  <a:srgbClr val="0054B8"/>
                </a:solidFill>
                <a:effectLst/>
                <a:uLnTx/>
                <a:uFillTx/>
                <a:latin typeface="Arial"/>
                <a:ea typeface="微软雅黑"/>
                <a:cs typeface="Arial"/>
              </a:rPr>
              <a:t> </a:t>
            </a:r>
            <a:r>
              <a:rPr kumimoji="0" sz="1650" b="1" i="0" u="none" strike="noStrike" kern="1200" cap="none" spc="-90" normalizeH="0" baseline="0" noProof="0" dirty="0">
                <a:ln>
                  <a:noFill/>
                </a:ln>
                <a:solidFill>
                  <a:srgbClr val="0054B8"/>
                </a:solidFill>
                <a:effectLst/>
                <a:uLnTx/>
                <a:uFillTx/>
                <a:latin typeface="Arial"/>
                <a:ea typeface="微软雅黑"/>
                <a:cs typeface="Arial"/>
              </a:rPr>
              <a:t>đầu  </a:t>
            </a:r>
            <a:r>
              <a:rPr kumimoji="0" sz="1650" b="1" i="0" u="none" strike="noStrike" kern="1200" cap="none" spc="-30" normalizeH="0" baseline="0" noProof="0" dirty="0">
                <a:ln>
                  <a:noFill/>
                </a:ln>
                <a:solidFill>
                  <a:srgbClr val="0054B8"/>
                </a:solidFill>
                <a:effectLst/>
                <a:uLnTx/>
                <a:uFillTx/>
                <a:latin typeface="Arial"/>
                <a:ea typeface="微软雅黑"/>
                <a:cs typeface="Arial"/>
              </a:rPr>
              <a:t>thế </a:t>
            </a:r>
            <a:r>
              <a:rPr kumimoji="0" sz="1650" b="1" i="0" u="none" strike="noStrike" kern="1200" cap="none" spc="-70" normalizeH="0" baseline="0" noProof="0" dirty="0">
                <a:ln>
                  <a:noFill/>
                </a:ln>
                <a:solidFill>
                  <a:srgbClr val="0054B8"/>
                </a:solidFill>
                <a:effectLst/>
                <a:uLnTx/>
                <a:uFillTx/>
                <a:latin typeface="Arial"/>
                <a:ea typeface="微软雅黑"/>
                <a:cs typeface="Arial"/>
              </a:rPr>
              <a:t>kỷ</a:t>
            </a:r>
            <a:r>
              <a:rPr kumimoji="0" sz="1650" b="1" i="0" u="none" strike="noStrike" kern="1200" cap="none" spc="-215" normalizeH="0" baseline="0" noProof="0" dirty="0">
                <a:ln>
                  <a:noFill/>
                </a:ln>
                <a:solidFill>
                  <a:srgbClr val="0054B8"/>
                </a:solidFill>
                <a:effectLst/>
                <a:uLnTx/>
                <a:uFillTx/>
                <a:latin typeface="Arial"/>
                <a:ea typeface="微软雅黑"/>
                <a:cs typeface="Arial"/>
              </a:rPr>
              <a:t> </a:t>
            </a:r>
            <a:r>
              <a:rPr kumimoji="0" sz="1650" b="1" i="0" u="none" strike="noStrike" kern="1200" cap="none" spc="-55" normalizeH="0" baseline="0" noProof="0" dirty="0">
                <a:ln>
                  <a:noFill/>
                </a:ln>
                <a:solidFill>
                  <a:srgbClr val="0054B8"/>
                </a:solidFill>
                <a:effectLst/>
                <a:uLnTx/>
                <a:uFillTx/>
                <a:latin typeface="Arial"/>
                <a:ea typeface="微软雅黑"/>
                <a:cs typeface="Arial"/>
              </a:rPr>
              <a:t>19</a:t>
            </a:r>
            <a:r>
              <a:rPr kumimoji="0" sz="1650" b="1" i="0" u="none" strike="noStrike" kern="1200" cap="none" spc="-55" normalizeH="0" baseline="0" noProof="0" dirty="0">
                <a:ln>
                  <a:noFill/>
                </a:ln>
                <a:solidFill>
                  <a:srgbClr val="404040"/>
                </a:solidFill>
                <a:effectLst/>
                <a:uLnTx/>
                <a:uFillTx/>
                <a:latin typeface="Arial"/>
                <a:ea typeface="微软雅黑"/>
                <a:cs typeface="Arial"/>
              </a:rPr>
              <a:t>)</a:t>
            </a:r>
            <a:endParaRPr kumimoji="0" sz="1650" b="0" i="0" u="none" strike="noStrike" kern="1200" cap="none" spc="0" normalizeH="0" baseline="0" noProof="0">
              <a:ln>
                <a:noFill/>
              </a:ln>
              <a:solidFill>
                <a:prstClr val="black"/>
              </a:solidFill>
              <a:effectLst/>
              <a:uLnTx/>
              <a:uFillTx/>
              <a:latin typeface="Arial"/>
              <a:ea typeface="微软雅黑"/>
              <a:cs typeface="Arial"/>
            </a:endParaRPr>
          </a:p>
        </p:txBody>
      </p:sp>
      <p:sp>
        <p:nvSpPr>
          <p:cNvPr id="127" name="object 203"/>
          <p:cNvSpPr/>
          <p:nvPr/>
        </p:nvSpPr>
        <p:spPr>
          <a:xfrm>
            <a:off x="3092336" y="4381052"/>
            <a:ext cx="2881745" cy="1187824"/>
          </a:xfrm>
          <a:custGeom>
            <a:avLst/>
            <a:gdLst/>
            <a:ahLst/>
            <a:cxnLst/>
            <a:rect l="l" t="t" r="r" b="b"/>
            <a:pathLst>
              <a:path w="2377440" h="1346200">
                <a:moveTo>
                  <a:pt x="0" y="0"/>
                </a:moveTo>
                <a:lnTo>
                  <a:pt x="2377440" y="0"/>
                </a:lnTo>
                <a:lnTo>
                  <a:pt x="2377440" y="1345691"/>
                </a:lnTo>
                <a:lnTo>
                  <a:pt x="0" y="1345691"/>
                </a:lnTo>
                <a:lnTo>
                  <a:pt x="0" y="0"/>
                </a:lnTo>
                <a:close/>
              </a:path>
            </a:pathLst>
          </a:custGeom>
          <a:solidFill>
            <a:srgbClr val="F9D2A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8" name="object 204"/>
          <p:cNvSpPr/>
          <p:nvPr/>
        </p:nvSpPr>
        <p:spPr>
          <a:xfrm>
            <a:off x="3088639" y="4377019"/>
            <a:ext cx="2889442" cy="1194547"/>
          </a:xfrm>
          <a:custGeom>
            <a:avLst/>
            <a:gdLst/>
            <a:ahLst/>
            <a:cxnLst/>
            <a:rect l="l" t="t" r="r" b="b"/>
            <a:pathLst>
              <a:path w="2383790" h="1353820">
                <a:moveTo>
                  <a:pt x="2382012" y="0"/>
                </a:moveTo>
                <a:lnTo>
                  <a:pt x="1524" y="0"/>
                </a:lnTo>
                <a:lnTo>
                  <a:pt x="0" y="1523"/>
                </a:lnTo>
                <a:lnTo>
                  <a:pt x="0" y="1351787"/>
                </a:lnTo>
                <a:lnTo>
                  <a:pt x="1524" y="1353311"/>
                </a:lnTo>
                <a:lnTo>
                  <a:pt x="2382012" y="1353311"/>
                </a:lnTo>
                <a:lnTo>
                  <a:pt x="2383536" y="1351787"/>
                </a:lnTo>
                <a:lnTo>
                  <a:pt x="2383536" y="1350263"/>
                </a:lnTo>
                <a:lnTo>
                  <a:pt x="7620" y="1350263"/>
                </a:lnTo>
                <a:lnTo>
                  <a:pt x="3048" y="1345691"/>
                </a:lnTo>
                <a:lnTo>
                  <a:pt x="7620" y="1345691"/>
                </a:lnTo>
                <a:lnTo>
                  <a:pt x="7620" y="7619"/>
                </a:lnTo>
                <a:lnTo>
                  <a:pt x="3048" y="7619"/>
                </a:lnTo>
                <a:lnTo>
                  <a:pt x="7620" y="4571"/>
                </a:lnTo>
                <a:lnTo>
                  <a:pt x="2383536" y="4571"/>
                </a:lnTo>
                <a:lnTo>
                  <a:pt x="2383536" y="1523"/>
                </a:lnTo>
                <a:lnTo>
                  <a:pt x="2382012" y="0"/>
                </a:lnTo>
                <a:close/>
              </a:path>
              <a:path w="2383790" h="1353820">
                <a:moveTo>
                  <a:pt x="7620" y="1345691"/>
                </a:moveTo>
                <a:lnTo>
                  <a:pt x="3048" y="1345691"/>
                </a:lnTo>
                <a:lnTo>
                  <a:pt x="7620" y="1350263"/>
                </a:lnTo>
                <a:lnTo>
                  <a:pt x="7620" y="1345691"/>
                </a:lnTo>
                <a:close/>
              </a:path>
              <a:path w="2383790" h="1353820">
                <a:moveTo>
                  <a:pt x="2375916" y="1345691"/>
                </a:moveTo>
                <a:lnTo>
                  <a:pt x="7620" y="1345691"/>
                </a:lnTo>
                <a:lnTo>
                  <a:pt x="7620" y="1350263"/>
                </a:lnTo>
                <a:lnTo>
                  <a:pt x="2375916" y="1350263"/>
                </a:lnTo>
                <a:lnTo>
                  <a:pt x="2375916" y="1345691"/>
                </a:lnTo>
                <a:close/>
              </a:path>
              <a:path w="2383790" h="1353820">
                <a:moveTo>
                  <a:pt x="2375916" y="4571"/>
                </a:moveTo>
                <a:lnTo>
                  <a:pt x="2375916" y="1350263"/>
                </a:lnTo>
                <a:lnTo>
                  <a:pt x="2380488" y="1345691"/>
                </a:lnTo>
                <a:lnTo>
                  <a:pt x="2383536" y="1345691"/>
                </a:lnTo>
                <a:lnTo>
                  <a:pt x="2383536" y="7619"/>
                </a:lnTo>
                <a:lnTo>
                  <a:pt x="2380488" y="7619"/>
                </a:lnTo>
                <a:lnTo>
                  <a:pt x="2375916" y="4571"/>
                </a:lnTo>
                <a:close/>
              </a:path>
              <a:path w="2383790" h="1353820">
                <a:moveTo>
                  <a:pt x="2383536" y="1345691"/>
                </a:moveTo>
                <a:lnTo>
                  <a:pt x="2380488" y="1345691"/>
                </a:lnTo>
                <a:lnTo>
                  <a:pt x="2375916" y="1350263"/>
                </a:lnTo>
                <a:lnTo>
                  <a:pt x="2383536" y="1350263"/>
                </a:lnTo>
                <a:lnTo>
                  <a:pt x="2383536" y="1345691"/>
                </a:lnTo>
                <a:close/>
              </a:path>
              <a:path w="2383790" h="1353820">
                <a:moveTo>
                  <a:pt x="7620" y="4571"/>
                </a:moveTo>
                <a:lnTo>
                  <a:pt x="3048" y="7619"/>
                </a:lnTo>
                <a:lnTo>
                  <a:pt x="7620" y="7619"/>
                </a:lnTo>
                <a:lnTo>
                  <a:pt x="7620" y="4571"/>
                </a:lnTo>
                <a:close/>
              </a:path>
              <a:path w="2383790" h="1353820">
                <a:moveTo>
                  <a:pt x="2375916" y="4571"/>
                </a:moveTo>
                <a:lnTo>
                  <a:pt x="7620" y="4571"/>
                </a:lnTo>
                <a:lnTo>
                  <a:pt x="7620" y="7619"/>
                </a:lnTo>
                <a:lnTo>
                  <a:pt x="2375916" y="7619"/>
                </a:lnTo>
                <a:lnTo>
                  <a:pt x="2375916" y="4571"/>
                </a:lnTo>
                <a:close/>
              </a:path>
              <a:path w="2383790" h="1353820">
                <a:moveTo>
                  <a:pt x="2383536" y="4571"/>
                </a:moveTo>
                <a:lnTo>
                  <a:pt x="2375916" y="4571"/>
                </a:lnTo>
                <a:lnTo>
                  <a:pt x="2380488" y="7619"/>
                </a:lnTo>
                <a:lnTo>
                  <a:pt x="2383536" y="7619"/>
                </a:lnTo>
                <a:lnTo>
                  <a:pt x="2383536" y="4571"/>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9" name="object 205"/>
          <p:cNvSpPr txBox="1"/>
          <p:nvPr/>
        </p:nvSpPr>
        <p:spPr>
          <a:xfrm>
            <a:off x="3167579" y="4578394"/>
            <a:ext cx="2806500" cy="775212"/>
          </a:xfrm>
          <a:prstGeom prst="rect">
            <a:avLst/>
          </a:prstGeom>
        </p:spPr>
        <p:txBody>
          <a:bodyPr vert="horz" wrap="square" lIns="0" tIns="13335" rIns="0" bIns="0" rtlCol="0">
            <a:spAutoFit/>
          </a:bodyPr>
          <a:lstStyle/>
          <a:p>
            <a:pPr marL="12700" marR="27305" lvl="0" indent="0" algn="ctr" defTabSz="914400" rtl="0" eaLnBrk="1" fontAlgn="auto" latinLnBrk="0" hangingPunct="1">
              <a:lnSpc>
                <a:spcPct val="100000"/>
              </a:lnSpc>
              <a:spcBef>
                <a:spcPts val="105"/>
              </a:spcBef>
              <a:spcAft>
                <a:spcPts val="0"/>
              </a:spcAft>
              <a:buClrTx/>
              <a:buSzTx/>
              <a:buFontTx/>
              <a:buNone/>
              <a:tabLst/>
              <a:defRPr/>
            </a:pPr>
            <a:r>
              <a:rPr kumimoji="0" sz="1650" b="1" i="0" u="none" strike="noStrike" kern="1200" cap="none" spc="-105" normalizeH="0" baseline="0" noProof="0" dirty="0">
                <a:ln>
                  <a:noFill/>
                </a:ln>
                <a:solidFill>
                  <a:srgbClr val="404040"/>
                </a:solidFill>
                <a:effectLst/>
                <a:uLnTx/>
                <a:uFillTx/>
                <a:latin typeface="Arial"/>
                <a:ea typeface="微软雅黑"/>
                <a:cs typeface="Arial"/>
              </a:rPr>
              <a:t>Sản </a:t>
            </a:r>
            <a:r>
              <a:rPr kumimoji="0" sz="1650" b="1" i="0" u="none" strike="noStrike" kern="1200" cap="none" spc="-45" normalizeH="0" baseline="0" noProof="0" dirty="0">
                <a:ln>
                  <a:noFill/>
                </a:ln>
                <a:solidFill>
                  <a:srgbClr val="404040"/>
                </a:solidFill>
                <a:effectLst/>
                <a:uLnTx/>
                <a:uFillTx/>
                <a:latin typeface="Arial"/>
                <a:ea typeface="微软雅黑"/>
                <a:cs typeface="Arial"/>
              </a:rPr>
              <a:t>xuất </a:t>
            </a:r>
            <a:r>
              <a:rPr kumimoji="0" sz="1650" b="1" i="0" u="none" strike="noStrike" kern="1200" cap="none" spc="-85" normalizeH="0" baseline="0" noProof="0" dirty="0">
                <a:ln>
                  <a:noFill/>
                </a:ln>
                <a:solidFill>
                  <a:srgbClr val="404040"/>
                </a:solidFill>
                <a:effectLst/>
                <a:uLnTx/>
                <a:uFillTx/>
                <a:latin typeface="Arial"/>
                <a:ea typeface="微软雅黑"/>
                <a:cs typeface="Arial"/>
              </a:rPr>
              <a:t>hàng </a:t>
            </a:r>
            <a:r>
              <a:rPr kumimoji="0" sz="1650" b="1" i="0" u="none" strike="noStrike" kern="1200" cap="none" spc="-35" normalizeH="0" baseline="0" noProof="0" dirty="0">
                <a:ln>
                  <a:noFill/>
                </a:ln>
                <a:solidFill>
                  <a:srgbClr val="404040"/>
                </a:solidFill>
                <a:effectLst/>
                <a:uLnTx/>
                <a:uFillTx/>
                <a:latin typeface="Arial"/>
                <a:ea typeface="微软雅黑"/>
                <a:cs typeface="Arial"/>
              </a:rPr>
              <a:t>loạt </a:t>
            </a:r>
            <a:r>
              <a:rPr kumimoji="0" sz="1650" b="1" i="0" u="none" strike="noStrike" kern="1200" cap="none" spc="-100" normalizeH="0" baseline="0" noProof="0" dirty="0">
                <a:ln>
                  <a:noFill/>
                </a:ln>
                <a:solidFill>
                  <a:srgbClr val="404040"/>
                </a:solidFill>
                <a:effectLst/>
                <a:uLnTx/>
                <a:uFillTx/>
                <a:latin typeface="Arial"/>
                <a:ea typeface="微软雅黑"/>
                <a:cs typeface="Arial"/>
              </a:rPr>
              <a:t>với  </a:t>
            </a:r>
            <a:r>
              <a:rPr kumimoji="0" sz="1650" b="1" i="0" u="none" strike="noStrike" kern="1200" cap="none" spc="-70" normalizeH="0" baseline="0" noProof="0" dirty="0">
                <a:ln>
                  <a:noFill/>
                </a:ln>
                <a:solidFill>
                  <a:srgbClr val="404040"/>
                </a:solidFill>
                <a:effectLst/>
                <a:uLnTx/>
                <a:uFillTx/>
                <a:latin typeface="Arial"/>
                <a:ea typeface="微软雅黑"/>
                <a:cs typeface="Arial"/>
              </a:rPr>
              <a:t>máy </a:t>
            </a:r>
            <a:r>
              <a:rPr kumimoji="0" sz="1650" b="1" i="0" u="none" strike="noStrike" kern="1200" cap="none" spc="-114" normalizeH="0" baseline="0" noProof="0" dirty="0">
                <a:ln>
                  <a:noFill/>
                </a:ln>
                <a:solidFill>
                  <a:srgbClr val="404040"/>
                </a:solidFill>
                <a:effectLst/>
                <a:uLnTx/>
                <a:uFillTx/>
                <a:latin typeface="Arial"/>
                <a:ea typeface="微软雅黑"/>
                <a:cs typeface="Arial"/>
              </a:rPr>
              <a:t>móc </a:t>
            </a:r>
            <a:r>
              <a:rPr kumimoji="0" sz="1650" b="1" i="0" u="none" strike="noStrike" kern="1200" cap="none" spc="-80" normalizeH="0" baseline="0" noProof="0" dirty="0">
                <a:ln>
                  <a:noFill/>
                </a:ln>
                <a:solidFill>
                  <a:srgbClr val="404040"/>
                </a:solidFill>
                <a:effectLst/>
                <a:uLnTx/>
                <a:uFillTx/>
                <a:latin typeface="Arial"/>
                <a:ea typeface="微软雅黑"/>
                <a:cs typeface="Arial"/>
              </a:rPr>
              <a:t>dựa </a:t>
            </a:r>
            <a:r>
              <a:rPr kumimoji="0" sz="1650" b="1" i="0" u="none" strike="noStrike" kern="1200" cap="none" spc="-95" normalizeH="0" baseline="0" noProof="0" dirty="0">
                <a:ln>
                  <a:noFill/>
                </a:ln>
                <a:solidFill>
                  <a:srgbClr val="404040"/>
                </a:solidFill>
                <a:effectLst/>
                <a:uLnTx/>
                <a:uFillTx/>
                <a:latin typeface="Arial"/>
                <a:ea typeface="微软雅黑"/>
                <a:cs typeface="Arial"/>
              </a:rPr>
              <a:t>vào</a:t>
            </a:r>
            <a:r>
              <a:rPr kumimoji="0" sz="1650" b="1" i="0" u="none" strike="noStrike" kern="1200" cap="none" spc="-320" normalizeH="0" baseline="0" noProof="0" dirty="0">
                <a:ln>
                  <a:noFill/>
                </a:ln>
                <a:solidFill>
                  <a:srgbClr val="404040"/>
                </a:solidFill>
                <a:effectLst/>
                <a:uLnTx/>
                <a:uFillTx/>
                <a:latin typeface="Arial"/>
                <a:ea typeface="微软雅黑"/>
                <a:cs typeface="Arial"/>
              </a:rPr>
              <a:t> </a:t>
            </a:r>
            <a:r>
              <a:rPr kumimoji="0" sz="1650" b="1" i="0" u="none" strike="noStrike" kern="1200" cap="none" spc="-85" normalizeH="0" baseline="0" noProof="0" dirty="0">
                <a:ln>
                  <a:noFill/>
                </a:ln>
                <a:solidFill>
                  <a:srgbClr val="404040"/>
                </a:solidFill>
                <a:effectLst/>
                <a:uLnTx/>
                <a:uFillTx/>
                <a:latin typeface="Arial"/>
                <a:ea typeface="微软雅黑"/>
                <a:cs typeface="Arial"/>
              </a:rPr>
              <a:t>năng  </a:t>
            </a:r>
            <a:r>
              <a:rPr kumimoji="0" sz="1650" b="1" i="0" u="none" strike="noStrike" kern="1200" cap="none" spc="-95" normalizeH="0" baseline="0" noProof="0" dirty="0">
                <a:ln>
                  <a:noFill/>
                </a:ln>
                <a:solidFill>
                  <a:srgbClr val="404040"/>
                </a:solidFill>
                <a:effectLst/>
                <a:uLnTx/>
                <a:uFillTx/>
                <a:latin typeface="Arial"/>
                <a:ea typeface="微软雅黑"/>
                <a:cs typeface="Arial"/>
              </a:rPr>
              <a:t>lượng</a:t>
            </a:r>
            <a:r>
              <a:rPr kumimoji="0" sz="1650" b="1" i="0" u="none" strike="noStrike" kern="1200" cap="none" spc="-145" normalizeH="0" baseline="0" noProof="0" dirty="0">
                <a:ln>
                  <a:noFill/>
                </a:ln>
                <a:solidFill>
                  <a:srgbClr val="404040"/>
                </a:solidFill>
                <a:effectLst/>
                <a:uLnTx/>
                <a:uFillTx/>
                <a:latin typeface="Arial"/>
                <a:ea typeface="微软雅黑"/>
                <a:cs typeface="Arial"/>
              </a:rPr>
              <a:t> </a:t>
            </a:r>
            <a:r>
              <a:rPr kumimoji="0" sz="1650" b="1" i="0" u="none" strike="noStrike" kern="1200" cap="none" spc="-75" normalizeH="0" baseline="0" noProof="0" dirty="0">
                <a:ln>
                  <a:noFill/>
                </a:ln>
                <a:solidFill>
                  <a:srgbClr val="404040"/>
                </a:solidFill>
                <a:effectLst/>
                <a:uLnTx/>
                <a:uFillTx/>
                <a:latin typeface="Arial"/>
                <a:ea typeface="微软雅黑"/>
                <a:cs typeface="Arial"/>
              </a:rPr>
              <a:t>điện</a:t>
            </a:r>
            <a:endParaRPr kumimoji="0" sz="1650" b="0" i="0" u="none" strike="noStrike" kern="1200" cap="none" spc="0" normalizeH="0" baseline="0" noProof="0">
              <a:ln>
                <a:noFill/>
              </a:ln>
              <a:solidFill>
                <a:prstClr val="black"/>
              </a:solidFill>
              <a:effectLst/>
              <a:uLnTx/>
              <a:uFillTx/>
              <a:latin typeface="Arial"/>
              <a:ea typeface="微软雅黑"/>
              <a:cs typeface="Arial"/>
            </a:endParaRPr>
          </a:p>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sz="1650" b="1" i="0" u="none" strike="noStrike" kern="1200" cap="none" spc="-120" normalizeH="0" baseline="0" noProof="0" dirty="0">
                <a:ln>
                  <a:noFill/>
                </a:ln>
                <a:solidFill>
                  <a:srgbClr val="404040"/>
                </a:solidFill>
                <a:effectLst/>
                <a:uLnTx/>
                <a:uFillTx/>
                <a:latin typeface="Arial"/>
                <a:ea typeface="微软雅黑"/>
                <a:cs typeface="Arial"/>
              </a:rPr>
              <a:t>(</a:t>
            </a:r>
            <a:r>
              <a:rPr kumimoji="0" sz="1650" b="1" i="0" u="none" strike="noStrike" kern="1200" cap="none" spc="-120" normalizeH="0" baseline="0" noProof="0" dirty="0">
                <a:ln>
                  <a:noFill/>
                </a:ln>
                <a:solidFill>
                  <a:srgbClr val="0054B8"/>
                </a:solidFill>
                <a:effectLst/>
                <a:uLnTx/>
                <a:uFillTx/>
                <a:latin typeface="Arial"/>
                <a:ea typeface="微软雅黑"/>
                <a:cs typeface="Arial"/>
              </a:rPr>
              <a:t>Cuối</a:t>
            </a:r>
            <a:r>
              <a:rPr kumimoji="0" sz="1650" b="1" i="0" u="none" strike="noStrike" kern="1200" cap="none" spc="-135" normalizeH="0" baseline="0" noProof="0" dirty="0">
                <a:ln>
                  <a:noFill/>
                </a:ln>
                <a:solidFill>
                  <a:srgbClr val="0054B8"/>
                </a:solidFill>
                <a:effectLst/>
                <a:uLnTx/>
                <a:uFillTx/>
                <a:latin typeface="Arial"/>
                <a:ea typeface="微软雅黑"/>
                <a:cs typeface="Arial"/>
              </a:rPr>
              <a:t> </a:t>
            </a:r>
            <a:r>
              <a:rPr kumimoji="0" sz="1650" b="1" i="0" u="none" strike="noStrike" kern="1200" cap="none" spc="-30" normalizeH="0" baseline="0" noProof="0" dirty="0">
                <a:ln>
                  <a:noFill/>
                </a:ln>
                <a:solidFill>
                  <a:srgbClr val="0054B8"/>
                </a:solidFill>
                <a:effectLst/>
                <a:uLnTx/>
                <a:uFillTx/>
                <a:latin typeface="Arial"/>
                <a:ea typeface="微软雅黑"/>
                <a:cs typeface="Arial"/>
              </a:rPr>
              <a:t>thế</a:t>
            </a:r>
            <a:r>
              <a:rPr kumimoji="0" sz="1650" b="1" i="0" u="none" strike="noStrike" kern="1200" cap="none" spc="-130" normalizeH="0" baseline="0" noProof="0" dirty="0">
                <a:ln>
                  <a:noFill/>
                </a:ln>
                <a:solidFill>
                  <a:srgbClr val="0054B8"/>
                </a:solidFill>
                <a:effectLst/>
                <a:uLnTx/>
                <a:uFillTx/>
                <a:latin typeface="Arial"/>
                <a:ea typeface="微软雅黑"/>
                <a:cs typeface="Arial"/>
              </a:rPr>
              <a:t> </a:t>
            </a:r>
            <a:r>
              <a:rPr kumimoji="0" sz="1650" b="1" i="0" u="none" strike="noStrike" kern="1200" cap="none" spc="-70" normalizeH="0" baseline="0" noProof="0" dirty="0">
                <a:ln>
                  <a:noFill/>
                </a:ln>
                <a:solidFill>
                  <a:srgbClr val="0054B8"/>
                </a:solidFill>
                <a:effectLst/>
                <a:uLnTx/>
                <a:uFillTx/>
                <a:latin typeface="Arial"/>
                <a:ea typeface="微软雅黑"/>
                <a:cs typeface="Arial"/>
              </a:rPr>
              <a:t>kỷ</a:t>
            </a:r>
            <a:r>
              <a:rPr kumimoji="0" sz="1650" b="1" i="0" u="none" strike="noStrike" kern="1200" cap="none" spc="-135" normalizeH="0" baseline="0" noProof="0" dirty="0">
                <a:ln>
                  <a:noFill/>
                </a:ln>
                <a:solidFill>
                  <a:srgbClr val="0054B8"/>
                </a:solidFill>
                <a:effectLst/>
                <a:uLnTx/>
                <a:uFillTx/>
                <a:latin typeface="Arial"/>
                <a:ea typeface="微软雅黑"/>
                <a:cs typeface="Arial"/>
              </a:rPr>
              <a:t> </a:t>
            </a:r>
            <a:r>
              <a:rPr kumimoji="0" sz="1650" b="1" i="0" u="none" strike="noStrike" kern="1200" cap="none" spc="-15" normalizeH="0" baseline="0" noProof="0" dirty="0">
                <a:ln>
                  <a:noFill/>
                </a:ln>
                <a:solidFill>
                  <a:srgbClr val="0054B8"/>
                </a:solidFill>
                <a:effectLst/>
                <a:uLnTx/>
                <a:uFillTx/>
                <a:latin typeface="Arial"/>
                <a:ea typeface="微软雅黑"/>
                <a:cs typeface="Arial"/>
              </a:rPr>
              <a:t>19,</a:t>
            </a:r>
            <a:r>
              <a:rPr kumimoji="0" sz="1650" b="1" i="0" u="none" strike="noStrike" kern="1200" cap="none" spc="-135" normalizeH="0" baseline="0" noProof="0" dirty="0">
                <a:ln>
                  <a:noFill/>
                </a:ln>
                <a:solidFill>
                  <a:srgbClr val="0054B8"/>
                </a:solidFill>
                <a:effectLst/>
                <a:uLnTx/>
                <a:uFillTx/>
                <a:latin typeface="Arial"/>
                <a:ea typeface="微软雅黑"/>
                <a:cs typeface="Arial"/>
              </a:rPr>
              <a:t> </a:t>
            </a:r>
            <a:r>
              <a:rPr kumimoji="0" sz="1650" b="1" i="0" u="none" strike="noStrike" kern="1200" cap="none" spc="-90" normalizeH="0" baseline="0" noProof="0" dirty="0">
                <a:ln>
                  <a:noFill/>
                </a:ln>
                <a:solidFill>
                  <a:srgbClr val="0054B8"/>
                </a:solidFill>
                <a:effectLst/>
                <a:uLnTx/>
                <a:uFillTx/>
                <a:latin typeface="Arial"/>
                <a:ea typeface="微软雅黑"/>
                <a:cs typeface="Arial"/>
              </a:rPr>
              <a:t>đầu</a:t>
            </a:r>
            <a:r>
              <a:rPr kumimoji="0" sz="1650" b="1" i="0" u="none" strike="noStrike" kern="1200" cap="none" spc="-150" normalizeH="0" baseline="0" noProof="0" dirty="0">
                <a:ln>
                  <a:noFill/>
                </a:ln>
                <a:solidFill>
                  <a:srgbClr val="0054B8"/>
                </a:solidFill>
                <a:effectLst/>
                <a:uLnTx/>
                <a:uFillTx/>
                <a:latin typeface="Arial"/>
                <a:ea typeface="微软雅黑"/>
                <a:cs typeface="Arial"/>
              </a:rPr>
              <a:t> </a:t>
            </a:r>
            <a:r>
              <a:rPr kumimoji="0" sz="1650" b="1" i="0" u="none" strike="noStrike" kern="1200" cap="none" spc="-30" normalizeH="0" baseline="0" noProof="0" dirty="0">
                <a:ln>
                  <a:noFill/>
                </a:ln>
                <a:solidFill>
                  <a:srgbClr val="0054B8"/>
                </a:solidFill>
                <a:effectLst/>
                <a:uLnTx/>
                <a:uFillTx/>
                <a:latin typeface="Arial"/>
                <a:ea typeface="微软雅黑"/>
                <a:cs typeface="Arial"/>
              </a:rPr>
              <a:t>thế  </a:t>
            </a:r>
            <a:r>
              <a:rPr kumimoji="0" sz="1650" b="1" i="0" u="none" strike="noStrike" kern="1200" cap="none" spc="-70" normalizeH="0" baseline="0" noProof="0" dirty="0">
                <a:ln>
                  <a:noFill/>
                </a:ln>
                <a:solidFill>
                  <a:srgbClr val="0054B8"/>
                </a:solidFill>
                <a:effectLst/>
                <a:uLnTx/>
                <a:uFillTx/>
                <a:latin typeface="Arial"/>
                <a:ea typeface="微软雅黑"/>
                <a:cs typeface="Arial"/>
              </a:rPr>
              <a:t>kỷ</a:t>
            </a:r>
            <a:r>
              <a:rPr kumimoji="0" sz="1650" b="1" i="0" u="none" strike="noStrike" kern="1200" cap="none" spc="-130" normalizeH="0" baseline="0" noProof="0" dirty="0">
                <a:ln>
                  <a:noFill/>
                </a:ln>
                <a:solidFill>
                  <a:srgbClr val="0054B8"/>
                </a:solidFill>
                <a:effectLst/>
                <a:uLnTx/>
                <a:uFillTx/>
                <a:latin typeface="Arial"/>
                <a:ea typeface="微软雅黑"/>
                <a:cs typeface="Arial"/>
              </a:rPr>
              <a:t> </a:t>
            </a:r>
            <a:r>
              <a:rPr kumimoji="0" sz="1650" b="1" i="0" u="none" strike="noStrike" kern="1200" cap="none" spc="-80" normalizeH="0" baseline="0" noProof="0" dirty="0">
                <a:ln>
                  <a:noFill/>
                </a:ln>
                <a:solidFill>
                  <a:srgbClr val="0054B8"/>
                </a:solidFill>
                <a:effectLst/>
                <a:uLnTx/>
                <a:uFillTx/>
                <a:latin typeface="Arial"/>
                <a:ea typeface="微软雅黑"/>
                <a:cs typeface="Arial"/>
              </a:rPr>
              <a:t>20</a:t>
            </a:r>
            <a:r>
              <a:rPr kumimoji="0" sz="1650" b="1" i="0" u="none" strike="noStrike" kern="1200" cap="none" spc="-80" normalizeH="0" baseline="0" noProof="0" dirty="0">
                <a:ln>
                  <a:noFill/>
                </a:ln>
                <a:solidFill>
                  <a:srgbClr val="404040"/>
                </a:solidFill>
                <a:effectLst/>
                <a:uLnTx/>
                <a:uFillTx/>
                <a:latin typeface="Arial"/>
                <a:ea typeface="微软雅黑"/>
                <a:cs typeface="Arial"/>
              </a:rPr>
              <a:t>)</a:t>
            </a:r>
            <a:endParaRPr kumimoji="0" sz="1650" b="0" i="0" u="none" strike="noStrike" kern="1200" cap="none" spc="0" normalizeH="0" baseline="0" noProof="0">
              <a:ln>
                <a:noFill/>
              </a:ln>
              <a:solidFill>
                <a:prstClr val="black"/>
              </a:solidFill>
              <a:effectLst/>
              <a:uLnTx/>
              <a:uFillTx/>
              <a:latin typeface="Arial"/>
              <a:ea typeface="微软雅黑"/>
              <a:cs typeface="Arial"/>
            </a:endParaRPr>
          </a:p>
        </p:txBody>
      </p:sp>
      <p:sp>
        <p:nvSpPr>
          <p:cNvPr id="130" name="object 206"/>
          <p:cNvSpPr/>
          <p:nvPr/>
        </p:nvSpPr>
        <p:spPr>
          <a:xfrm>
            <a:off x="6313980" y="4381052"/>
            <a:ext cx="2867121" cy="1187824"/>
          </a:xfrm>
          <a:custGeom>
            <a:avLst/>
            <a:gdLst/>
            <a:ahLst/>
            <a:cxnLst/>
            <a:rect l="l" t="t" r="r" b="b"/>
            <a:pathLst>
              <a:path w="2365375" h="1346200">
                <a:moveTo>
                  <a:pt x="0" y="0"/>
                </a:moveTo>
                <a:lnTo>
                  <a:pt x="2365247" y="0"/>
                </a:lnTo>
                <a:lnTo>
                  <a:pt x="2365247" y="1345691"/>
                </a:lnTo>
                <a:lnTo>
                  <a:pt x="0" y="1345691"/>
                </a:lnTo>
                <a:lnTo>
                  <a:pt x="0" y="0"/>
                </a:lnTo>
                <a:close/>
              </a:path>
            </a:pathLst>
          </a:custGeom>
          <a:solidFill>
            <a:srgbClr val="F9D2A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1" name="object 207"/>
          <p:cNvSpPr/>
          <p:nvPr/>
        </p:nvSpPr>
        <p:spPr>
          <a:xfrm>
            <a:off x="6308435" y="4377019"/>
            <a:ext cx="2878667" cy="1194547"/>
          </a:xfrm>
          <a:custGeom>
            <a:avLst/>
            <a:gdLst/>
            <a:ahLst/>
            <a:cxnLst/>
            <a:rect l="l" t="t" r="r" b="b"/>
            <a:pathLst>
              <a:path w="2374900" h="1353820">
                <a:moveTo>
                  <a:pt x="2372867" y="0"/>
                </a:moveTo>
                <a:lnTo>
                  <a:pt x="1524" y="0"/>
                </a:lnTo>
                <a:lnTo>
                  <a:pt x="0" y="1523"/>
                </a:lnTo>
                <a:lnTo>
                  <a:pt x="0" y="1351787"/>
                </a:lnTo>
                <a:lnTo>
                  <a:pt x="1524" y="1353311"/>
                </a:lnTo>
                <a:lnTo>
                  <a:pt x="2372867" y="1353311"/>
                </a:lnTo>
                <a:lnTo>
                  <a:pt x="2374391" y="1351787"/>
                </a:lnTo>
                <a:lnTo>
                  <a:pt x="2374391" y="1350263"/>
                </a:lnTo>
                <a:lnTo>
                  <a:pt x="7619" y="1350263"/>
                </a:lnTo>
                <a:lnTo>
                  <a:pt x="4572" y="1345691"/>
                </a:lnTo>
                <a:lnTo>
                  <a:pt x="7619" y="1345692"/>
                </a:lnTo>
                <a:lnTo>
                  <a:pt x="7619" y="7619"/>
                </a:lnTo>
                <a:lnTo>
                  <a:pt x="4572" y="7619"/>
                </a:lnTo>
                <a:lnTo>
                  <a:pt x="7619" y="4571"/>
                </a:lnTo>
                <a:lnTo>
                  <a:pt x="2374391" y="4571"/>
                </a:lnTo>
                <a:lnTo>
                  <a:pt x="2374391" y="1523"/>
                </a:lnTo>
                <a:lnTo>
                  <a:pt x="2372867" y="0"/>
                </a:lnTo>
                <a:close/>
              </a:path>
              <a:path w="2374900" h="1353820">
                <a:moveTo>
                  <a:pt x="7619" y="1345691"/>
                </a:moveTo>
                <a:lnTo>
                  <a:pt x="4572" y="1345691"/>
                </a:lnTo>
                <a:lnTo>
                  <a:pt x="7619" y="1350263"/>
                </a:lnTo>
                <a:lnTo>
                  <a:pt x="7619" y="1345691"/>
                </a:lnTo>
                <a:close/>
              </a:path>
              <a:path w="2374900" h="1353820">
                <a:moveTo>
                  <a:pt x="2366771" y="1345691"/>
                </a:moveTo>
                <a:lnTo>
                  <a:pt x="7619" y="1345691"/>
                </a:lnTo>
                <a:lnTo>
                  <a:pt x="7619" y="1350263"/>
                </a:lnTo>
                <a:lnTo>
                  <a:pt x="2366771" y="1350263"/>
                </a:lnTo>
                <a:lnTo>
                  <a:pt x="2366771" y="1345691"/>
                </a:lnTo>
                <a:close/>
              </a:path>
              <a:path w="2374900" h="1353820">
                <a:moveTo>
                  <a:pt x="2366771" y="4571"/>
                </a:moveTo>
                <a:lnTo>
                  <a:pt x="2366771" y="1350263"/>
                </a:lnTo>
                <a:lnTo>
                  <a:pt x="2369819" y="1345691"/>
                </a:lnTo>
                <a:lnTo>
                  <a:pt x="2374391" y="1345692"/>
                </a:lnTo>
                <a:lnTo>
                  <a:pt x="2374391" y="7619"/>
                </a:lnTo>
                <a:lnTo>
                  <a:pt x="2369819" y="7619"/>
                </a:lnTo>
                <a:lnTo>
                  <a:pt x="2366771" y="4571"/>
                </a:lnTo>
                <a:close/>
              </a:path>
              <a:path w="2374900" h="1353820">
                <a:moveTo>
                  <a:pt x="2374391" y="1345692"/>
                </a:moveTo>
                <a:lnTo>
                  <a:pt x="2369819" y="1345691"/>
                </a:lnTo>
                <a:lnTo>
                  <a:pt x="2366771" y="1350263"/>
                </a:lnTo>
                <a:lnTo>
                  <a:pt x="2374391" y="1350263"/>
                </a:lnTo>
                <a:lnTo>
                  <a:pt x="2374391" y="1345692"/>
                </a:lnTo>
                <a:close/>
              </a:path>
              <a:path w="2374900" h="1353820">
                <a:moveTo>
                  <a:pt x="7619" y="4571"/>
                </a:moveTo>
                <a:lnTo>
                  <a:pt x="4572" y="7619"/>
                </a:lnTo>
                <a:lnTo>
                  <a:pt x="7619" y="7619"/>
                </a:lnTo>
                <a:lnTo>
                  <a:pt x="7619" y="4571"/>
                </a:lnTo>
                <a:close/>
              </a:path>
              <a:path w="2374900" h="1353820">
                <a:moveTo>
                  <a:pt x="2366771" y="4571"/>
                </a:moveTo>
                <a:lnTo>
                  <a:pt x="7619" y="4571"/>
                </a:lnTo>
                <a:lnTo>
                  <a:pt x="7619" y="7619"/>
                </a:lnTo>
                <a:lnTo>
                  <a:pt x="2366771" y="7619"/>
                </a:lnTo>
                <a:lnTo>
                  <a:pt x="2366771" y="4571"/>
                </a:lnTo>
                <a:close/>
              </a:path>
              <a:path w="2374900" h="1353820">
                <a:moveTo>
                  <a:pt x="2374391" y="4571"/>
                </a:moveTo>
                <a:lnTo>
                  <a:pt x="2366771" y="4571"/>
                </a:lnTo>
                <a:lnTo>
                  <a:pt x="2369819" y="7619"/>
                </a:lnTo>
                <a:lnTo>
                  <a:pt x="2374391" y="7619"/>
                </a:lnTo>
                <a:lnTo>
                  <a:pt x="2374391" y="4571"/>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2" name="object 208"/>
          <p:cNvSpPr txBox="1"/>
          <p:nvPr/>
        </p:nvSpPr>
        <p:spPr>
          <a:xfrm>
            <a:off x="6389055" y="4456734"/>
            <a:ext cx="2791890" cy="1029128"/>
          </a:xfrm>
          <a:prstGeom prst="rect">
            <a:avLst/>
          </a:prstGeom>
        </p:spPr>
        <p:txBody>
          <a:bodyPr vert="horz" wrap="square" lIns="0" tIns="13335" rIns="0" bIns="0" rtlCol="0">
            <a:spAutoFit/>
          </a:bodyPr>
          <a:lstStyle/>
          <a:p>
            <a:pPr marL="12700" marR="95885" lvl="0" indent="0" algn="ctr" defTabSz="914400" rtl="0" eaLnBrk="1" fontAlgn="auto" latinLnBrk="0" hangingPunct="1">
              <a:lnSpc>
                <a:spcPct val="100000"/>
              </a:lnSpc>
              <a:spcBef>
                <a:spcPts val="105"/>
              </a:spcBef>
              <a:spcAft>
                <a:spcPts val="0"/>
              </a:spcAft>
              <a:buClrTx/>
              <a:buSzTx/>
              <a:buFontTx/>
              <a:buNone/>
              <a:tabLst/>
              <a:defRPr/>
            </a:pPr>
            <a:r>
              <a:rPr kumimoji="0" sz="1650" b="1" i="0" u="none" strike="noStrike" kern="1200" cap="none" spc="-105" normalizeH="0" baseline="0" noProof="0" dirty="0">
                <a:ln>
                  <a:noFill/>
                </a:ln>
                <a:solidFill>
                  <a:srgbClr val="404040"/>
                </a:solidFill>
                <a:effectLst/>
                <a:uLnTx/>
                <a:uFillTx/>
                <a:latin typeface="Arial"/>
                <a:ea typeface="微软雅黑"/>
                <a:cs typeface="Arial"/>
              </a:rPr>
              <a:t>Sản </a:t>
            </a:r>
            <a:r>
              <a:rPr kumimoji="0" sz="1650" b="1" i="0" u="none" strike="noStrike" kern="1200" cap="none" spc="-45" normalizeH="0" baseline="0" noProof="0" dirty="0">
                <a:ln>
                  <a:noFill/>
                </a:ln>
                <a:solidFill>
                  <a:srgbClr val="404040"/>
                </a:solidFill>
                <a:effectLst/>
                <a:uLnTx/>
                <a:uFillTx/>
                <a:latin typeface="Arial"/>
                <a:ea typeface="微软雅黑"/>
                <a:cs typeface="Arial"/>
              </a:rPr>
              <a:t>xuất </a:t>
            </a:r>
            <a:r>
              <a:rPr kumimoji="0" sz="1650" b="1" i="0" u="none" strike="noStrike" kern="1200" cap="none" spc="-5" normalizeH="0" baseline="0" noProof="0" dirty="0">
                <a:ln>
                  <a:noFill/>
                </a:ln>
                <a:solidFill>
                  <a:srgbClr val="404040"/>
                </a:solidFill>
                <a:effectLst/>
                <a:uLnTx/>
                <a:uFillTx/>
                <a:latin typeface="Arial"/>
                <a:ea typeface="微软雅黑"/>
                <a:cs typeface="Arial"/>
              </a:rPr>
              <a:t>tự</a:t>
            </a:r>
            <a:r>
              <a:rPr kumimoji="0" sz="1650" b="1" i="0" u="none" strike="noStrike" kern="1200" cap="none" spc="-325" normalizeH="0" baseline="0" noProof="0" dirty="0">
                <a:ln>
                  <a:noFill/>
                </a:ln>
                <a:solidFill>
                  <a:srgbClr val="404040"/>
                </a:solidFill>
                <a:effectLst/>
                <a:uLnTx/>
                <a:uFillTx/>
                <a:latin typeface="Arial"/>
                <a:ea typeface="微软雅黑"/>
                <a:cs typeface="Arial"/>
              </a:rPr>
              <a:t> </a:t>
            </a:r>
            <a:r>
              <a:rPr kumimoji="0" sz="1650" b="1" i="0" u="none" strike="noStrike" kern="1200" cap="none" spc="-95" normalizeH="0" baseline="0" noProof="0" dirty="0">
                <a:ln>
                  <a:noFill/>
                </a:ln>
                <a:solidFill>
                  <a:srgbClr val="404040"/>
                </a:solidFill>
                <a:effectLst/>
                <a:uLnTx/>
                <a:uFillTx/>
                <a:latin typeface="Arial"/>
                <a:ea typeface="微软雅黑"/>
                <a:cs typeface="Arial"/>
              </a:rPr>
              <a:t>động </a:t>
            </a:r>
            <a:r>
              <a:rPr kumimoji="0" sz="1650" b="1" i="0" u="none" strike="noStrike" kern="1200" cap="none" spc="-100" normalizeH="0" baseline="0" noProof="0" dirty="0">
                <a:ln>
                  <a:noFill/>
                </a:ln>
                <a:solidFill>
                  <a:srgbClr val="404040"/>
                </a:solidFill>
                <a:effectLst/>
                <a:uLnTx/>
                <a:uFillTx/>
                <a:latin typeface="Arial"/>
                <a:ea typeface="微软雅黑"/>
                <a:cs typeface="Arial"/>
              </a:rPr>
              <a:t>với  </a:t>
            </a:r>
            <a:r>
              <a:rPr kumimoji="0" sz="1650" b="1" i="0" u="none" strike="noStrike" kern="1200" cap="none" spc="-70" normalizeH="0" baseline="0" noProof="0" dirty="0">
                <a:ln>
                  <a:noFill/>
                </a:ln>
                <a:solidFill>
                  <a:srgbClr val="404040"/>
                </a:solidFill>
                <a:effectLst/>
                <a:uLnTx/>
                <a:uFillTx/>
                <a:latin typeface="Arial"/>
                <a:ea typeface="微软雅黑"/>
                <a:cs typeface="Arial"/>
              </a:rPr>
              <a:t>máy </a:t>
            </a:r>
            <a:r>
              <a:rPr kumimoji="0" sz="1650" b="1" i="0" u="none" strike="noStrike" kern="1200" cap="none" spc="-20" normalizeH="0" baseline="0" noProof="0" dirty="0">
                <a:ln>
                  <a:noFill/>
                </a:ln>
                <a:solidFill>
                  <a:srgbClr val="404040"/>
                </a:solidFill>
                <a:effectLst/>
                <a:uLnTx/>
                <a:uFillTx/>
                <a:latin typeface="Arial"/>
                <a:ea typeface="微软雅黑"/>
                <a:cs typeface="Arial"/>
              </a:rPr>
              <a:t>tính, </a:t>
            </a:r>
            <a:r>
              <a:rPr kumimoji="0" sz="1650" b="1" i="0" u="none" strike="noStrike" kern="1200" cap="none" spc="-75" normalizeH="0" baseline="0" noProof="0" dirty="0">
                <a:ln>
                  <a:noFill/>
                </a:ln>
                <a:solidFill>
                  <a:srgbClr val="404040"/>
                </a:solidFill>
                <a:effectLst/>
                <a:uLnTx/>
                <a:uFillTx/>
                <a:latin typeface="Arial"/>
                <a:ea typeface="微软雅黑"/>
                <a:cs typeface="Arial"/>
              </a:rPr>
              <a:t>điện </a:t>
            </a:r>
            <a:r>
              <a:rPr kumimoji="0" sz="1650" b="1" i="0" u="none" strike="noStrike" kern="1200" cap="none" spc="-5" normalizeH="0" baseline="0" noProof="0" dirty="0">
                <a:ln>
                  <a:noFill/>
                </a:ln>
                <a:solidFill>
                  <a:srgbClr val="404040"/>
                </a:solidFill>
                <a:effectLst/>
                <a:uLnTx/>
                <a:uFillTx/>
                <a:latin typeface="Arial"/>
                <a:ea typeface="微软雅黑"/>
                <a:cs typeface="Arial"/>
              </a:rPr>
              <a:t>tử </a:t>
            </a:r>
            <a:r>
              <a:rPr kumimoji="0" sz="1650" b="1" i="0" u="none" strike="noStrike" kern="1200" cap="none" spc="-90" normalizeH="0" baseline="0" noProof="0" dirty="0">
                <a:ln>
                  <a:noFill/>
                </a:ln>
                <a:solidFill>
                  <a:srgbClr val="404040"/>
                </a:solidFill>
                <a:effectLst/>
                <a:uLnTx/>
                <a:uFillTx/>
                <a:latin typeface="Arial"/>
                <a:ea typeface="微软雅黑"/>
                <a:cs typeface="Arial"/>
              </a:rPr>
              <a:t>và  </a:t>
            </a:r>
            <a:r>
              <a:rPr kumimoji="0" sz="1650" b="1" i="0" u="none" strike="noStrike" kern="1200" cap="none" spc="-135" normalizeH="0" baseline="0" noProof="0" dirty="0">
                <a:ln>
                  <a:noFill/>
                </a:ln>
                <a:solidFill>
                  <a:srgbClr val="404040"/>
                </a:solidFill>
                <a:effectLst/>
                <a:uLnTx/>
                <a:uFillTx/>
                <a:latin typeface="Arial"/>
                <a:ea typeface="微软雅黑"/>
                <a:cs typeface="Arial"/>
              </a:rPr>
              <a:t>cách </a:t>
            </a:r>
            <a:r>
              <a:rPr kumimoji="0" sz="1650" b="1" i="0" u="none" strike="noStrike" kern="1200" cap="none" spc="-80" normalizeH="0" baseline="0" noProof="0" dirty="0">
                <a:ln>
                  <a:noFill/>
                </a:ln>
                <a:solidFill>
                  <a:srgbClr val="404040"/>
                </a:solidFill>
                <a:effectLst/>
                <a:uLnTx/>
                <a:uFillTx/>
                <a:latin typeface="Arial"/>
                <a:ea typeface="微软雅黑"/>
                <a:cs typeface="Arial"/>
              </a:rPr>
              <a:t>mạng </a:t>
            </a:r>
            <a:r>
              <a:rPr kumimoji="0" sz="1650" b="1" i="0" u="none" strike="noStrike" kern="1200" cap="none" spc="-160" normalizeH="0" baseline="0" noProof="0">
                <a:ln>
                  <a:noFill/>
                </a:ln>
                <a:solidFill>
                  <a:srgbClr val="404040"/>
                </a:solidFill>
                <a:effectLst/>
                <a:uLnTx/>
                <a:uFillTx/>
                <a:latin typeface="Arial"/>
                <a:ea typeface="微软雅黑"/>
                <a:cs typeface="Arial"/>
              </a:rPr>
              <a:t>số</a:t>
            </a:r>
            <a:r>
              <a:rPr kumimoji="0" sz="1650" b="1" i="0" u="none" strike="noStrike" kern="1200" cap="none" spc="-195" normalizeH="0" baseline="0" noProof="0">
                <a:ln>
                  <a:noFill/>
                </a:ln>
                <a:solidFill>
                  <a:srgbClr val="404040"/>
                </a:solidFill>
                <a:effectLst/>
                <a:uLnTx/>
                <a:uFillTx/>
                <a:latin typeface="Arial"/>
                <a:ea typeface="微软雅黑"/>
                <a:cs typeface="Arial"/>
              </a:rPr>
              <a:t> </a:t>
            </a:r>
            <a:r>
              <a:rPr kumimoji="0" sz="1650" b="1" i="0" u="none" strike="noStrike" kern="1200" cap="none" spc="-85" normalizeH="0" baseline="0" noProof="0">
                <a:ln>
                  <a:noFill/>
                </a:ln>
                <a:solidFill>
                  <a:srgbClr val="404040"/>
                </a:solidFill>
                <a:effectLst/>
                <a:uLnTx/>
                <a:uFillTx/>
                <a:latin typeface="Arial"/>
                <a:ea typeface="微软雅黑"/>
                <a:cs typeface="Arial"/>
              </a:rPr>
              <a:t>hóa</a:t>
            </a:r>
            <a:r>
              <a:rPr kumimoji="0" lang="en-US" sz="1650" b="1" i="0" u="none" strike="noStrike" kern="1200" cap="none" spc="-85" normalizeH="0" baseline="0" noProof="0">
                <a:ln>
                  <a:noFill/>
                </a:ln>
                <a:solidFill>
                  <a:srgbClr val="404040"/>
                </a:solidFill>
                <a:effectLst/>
                <a:uLnTx/>
                <a:uFillTx/>
                <a:latin typeface="Arial"/>
                <a:ea typeface="微软雅黑"/>
                <a:cs typeface="Arial"/>
              </a:rPr>
              <a:t> </a:t>
            </a:r>
            <a:r>
              <a:rPr kumimoji="0" sz="1650" b="1" i="0" u="none" strike="noStrike" kern="1200" cap="none" spc="-100" normalizeH="0" baseline="0" noProof="0">
                <a:ln>
                  <a:noFill/>
                </a:ln>
                <a:solidFill>
                  <a:srgbClr val="404040"/>
                </a:solidFill>
                <a:effectLst/>
                <a:uLnTx/>
                <a:uFillTx/>
                <a:latin typeface="Arial"/>
                <a:ea typeface="微软雅黑"/>
                <a:cs typeface="Arial"/>
              </a:rPr>
              <a:t>(</a:t>
            </a:r>
            <a:r>
              <a:rPr kumimoji="0" sz="1650" b="1" i="0" u="none" strike="noStrike" kern="1200" cap="none" spc="-100" normalizeH="0" baseline="0" noProof="0" dirty="0">
                <a:ln>
                  <a:noFill/>
                </a:ln>
                <a:solidFill>
                  <a:srgbClr val="0054B8"/>
                </a:solidFill>
                <a:effectLst/>
                <a:uLnTx/>
                <a:uFillTx/>
                <a:latin typeface="Arial"/>
                <a:ea typeface="微软雅黑"/>
                <a:cs typeface="Arial"/>
              </a:rPr>
              <a:t>Từ </a:t>
            </a:r>
            <a:r>
              <a:rPr kumimoji="0" sz="1650" b="1" i="0" u="none" strike="noStrike" kern="1200" cap="none" spc="-50" normalizeH="0" baseline="0" noProof="0" dirty="0">
                <a:ln>
                  <a:noFill/>
                </a:ln>
                <a:solidFill>
                  <a:srgbClr val="0054B8"/>
                </a:solidFill>
                <a:effectLst/>
                <a:uLnTx/>
                <a:uFillTx/>
                <a:latin typeface="Arial"/>
                <a:ea typeface="微软雅黑"/>
                <a:cs typeface="Arial"/>
              </a:rPr>
              <a:t>thập </a:t>
            </a:r>
            <a:r>
              <a:rPr kumimoji="0" sz="1650" b="1" i="0" u="none" strike="noStrike" kern="1200" cap="none" spc="-70" normalizeH="0" baseline="0" noProof="0" dirty="0">
                <a:ln>
                  <a:noFill/>
                </a:ln>
                <a:solidFill>
                  <a:srgbClr val="0054B8"/>
                </a:solidFill>
                <a:effectLst/>
                <a:uLnTx/>
                <a:uFillTx/>
                <a:latin typeface="Arial"/>
                <a:ea typeface="微软雅黑"/>
                <a:cs typeface="Arial"/>
              </a:rPr>
              <a:t>kỷ </a:t>
            </a:r>
            <a:r>
              <a:rPr kumimoji="0" sz="1650" b="1" i="0" u="none" strike="noStrike" kern="1200" cap="none" spc="-90" normalizeH="0" baseline="0" noProof="0" dirty="0">
                <a:ln>
                  <a:noFill/>
                </a:ln>
                <a:solidFill>
                  <a:srgbClr val="0054B8"/>
                </a:solidFill>
                <a:effectLst/>
                <a:uLnTx/>
                <a:uFillTx/>
                <a:latin typeface="Arial"/>
                <a:ea typeface="微软雅黑"/>
                <a:cs typeface="Arial"/>
              </a:rPr>
              <a:t>70</a:t>
            </a:r>
            <a:r>
              <a:rPr kumimoji="0" sz="1650" b="1" i="0" u="none" strike="noStrike" kern="1200" cap="none" spc="-355" normalizeH="0" baseline="0" noProof="0" dirty="0">
                <a:ln>
                  <a:noFill/>
                </a:ln>
                <a:solidFill>
                  <a:srgbClr val="0054B8"/>
                </a:solidFill>
                <a:effectLst/>
                <a:uLnTx/>
                <a:uFillTx/>
                <a:latin typeface="Arial"/>
                <a:ea typeface="微软雅黑"/>
                <a:cs typeface="Arial"/>
              </a:rPr>
              <a:t> </a:t>
            </a:r>
            <a:r>
              <a:rPr kumimoji="0" sz="1650" b="1" i="0" u="none" strike="noStrike" kern="1200" cap="none" spc="-120" normalizeH="0" baseline="0" noProof="0" dirty="0">
                <a:ln>
                  <a:noFill/>
                </a:ln>
                <a:solidFill>
                  <a:srgbClr val="0054B8"/>
                </a:solidFill>
                <a:effectLst/>
                <a:uLnTx/>
                <a:uFillTx/>
                <a:latin typeface="Arial"/>
                <a:ea typeface="微软雅黑"/>
                <a:cs typeface="Arial"/>
              </a:rPr>
              <a:t>của </a:t>
            </a:r>
            <a:r>
              <a:rPr kumimoji="0" sz="1650" b="1" i="0" u="none" strike="noStrike" kern="1200" cap="none" spc="-30" normalizeH="0" baseline="0" noProof="0" dirty="0">
                <a:ln>
                  <a:noFill/>
                </a:ln>
                <a:solidFill>
                  <a:srgbClr val="0054B8"/>
                </a:solidFill>
                <a:effectLst/>
                <a:uLnTx/>
                <a:uFillTx/>
                <a:latin typeface="Arial"/>
                <a:ea typeface="微软雅黑"/>
                <a:cs typeface="Arial"/>
              </a:rPr>
              <a:t>thế  </a:t>
            </a:r>
            <a:r>
              <a:rPr kumimoji="0" sz="1650" b="1" i="0" u="none" strike="noStrike" kern="1200" cap="none" spc="-70" normalizeH="0" baseline="0" noProof="0" dirty="0">
                <a:ln>
                  <a:noFill/>
                </a:ln>
                <a:solidFill>
                  <a:srgbClr val="0054B8"/>
                </a:solidFill>
                <a:effectLst/>
                <a:uLnTx/>
                <a:uFillTx/>
                <a:latin typeface="Arial"/>
                <a:ea typeface="微软雅黑"/>
                <a:cs typeface="Arial"/>
              </a:rPr>
              <a:t>kỷ</a:t>
            </a:r>
            <a:r>
              <a:rPr kumimoji="0" sz="1650" b="1" i="0" u="none" strike="noStrike" kern="1200" cap="none" spc="-130" normalizeH="0" baseline="0" noProof="0" dirty="0">
                <a:ln>
                  <a:noFill/>
                </a:ln>
                <a:solidFill>
                  <a:srgbClr val="0054B8"/>
                </a:solidFill>
                <a:effectLst/>
                <a:uLnTx/>
                <a:uFillTx/>
                <a:latin typeface="Arial"/>
                <a:ea typeface="微软雅黑"/>
                <a:cs typeface="Arial"/>
              </a:rPr>
              <a:t> </a:t>
            </a:r>
            <a:r>
              <a:rPr kumimoji="0" sz="1650" b="1" i="0" u="none" strike="noStrike" kern="1200" cap="none" spc="-80" normalizeH="0" baseline="0" noProof="0" dirty="0">
                <a:ln>
                  <a:noFill/>
                </a:ln>
                <a:solidFill>
                  <a:srgbClr val="0054B8"/>
                </a:solidFill>
                <a:effectLst/>
                <a:uLnTx/>
                <a:uFillTx/>
                <a:latin typeface="Arial"/>
                <a:ea typeface="微软雅黑"/>
                <a:cs typeface="Arial"/>
              </a:rPr>
              <a:t>20</a:t>
            </a:r>
            <a:r>
              <a:rPr kumimoji="0" sz="1650" b="1" i="0" u="none" strike="noStrike" kern="1200" cap="none" spc="-80" normalizeH="0" baseline="0" noProof="0" dirty="0">
                <a:ln>
                  <a:noFill/>
                </a:ln>
                <a:solidFill>
                  <a:srgbClr val="404040"/>
                </a:solidFill>
                <a:effectLst/>
                <a:uLnTx/>
                <a:uFillTx/>
                <a:latin typeface="Arial"/>
                <a:ea typeface="微软雅黑"/>
                <a:cs typeface="Arial"/>
              </a:rPr>
              <a:t>)</a:t>
            </a:r>
            <a:endParaRPr kumimoji="0" sz="1650" b="0" i="0" u="none" strike="noStrike" kern="1200" cap="none" spc="0" normalizeH="0" baseline="0" noProof="0">
              <a:ln>
                <a:noFill/>
              </a:ln>
              <a:solidFill>
                <a:prstClr val="black"/>
              </a:solidFill>
              <a:effectLst/>
              <a:uLnTx/>
              <a:uFillTx/>
              <a:latin typeface="Arial"/>
              <a:ea typeface="微软雅黑"/>
              <a:cs typeface="Arial"/>
            </a:endParaRPr>
          </a:p>
        </p:txBody>
      </p:sp>
      <p:sp>
        <p:nvSpPr>
          <p:cNvPr id="133" name="object 209"/>
          <p:cNvSpPr/>
          <p:nvPr/>
        </p:nvSpPr>
        <p:spPr>
          <a:xfrm>
            <a:off x="9520844" y="4381052"/>
            <a:ext cx="2519987" cy="1187824"/>
          </a:xfrm>
          <a:custGeom>
            <a:avLst/>
            <a:gdLst/>
            <a:ahLst/>
            <a:cxnLst/>
            <a:rect l="l" t="t" r="r" b="b"/>
            <a:pathLst>
              <a:path w="2078990" h="1346200">
                <a:moveTo>
                  <a:pt x="0" y="0"/>
                </a:moveTo>
                <a:lnTo>
                  <a:pt x="2078735" y="0"/>
                </a:lnTo>
                <a:lnTo>
                  <a:pt x="2078735" y="1345691"/>
                </a:lnTo>
                <a:lnTo>
                  <a:pt x="0" y="1345691"/>
                </a:lnTo>
                <a:lnTo>
                  <a:pt x="0" y="0"/>
                </a:lnTo>
                <a:close/>
              </a:path>
            </a:pathLst>
          </a:custGeom>
          <a:solidFill>
            <a:srgbClr val="F9D2A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4" name="object 210"/>
          <p:cNvSpPr/>
          <p:nvPr/>
        </p:nvSpPr>
        <p:spPr>
          <a:xfrm>
            <a:off x="9517148" y="4377019"/>
            <a:ext cx="2527684" cy="1194547"/>
          </a:xfrm>
          <a:custGeom>
            <a:avLst/>
            <a:gdLst/>
            <a:ahLst/>
            <a:cxnLst/>
            <a:rect l="l" t="t" r="r" b="b"/>
            <a:pathLst>
              <a:path w="2085340" h="1353820">
                <a:moveTo>
                  <a:pt x="2083307" y="0"/>
                </a:moveTo>
                <a:lnTo>
                  <a:pt x="1524" y="0"/>
                </a:lnTo>
                <a:lnTo>
                  <a:pt x="0" y="1523"/>
                </a:lnTo>
                <a:lnTo>
                  <a:pt x="0" y="1351787"/>
                </a:lnTo>
                <a:lnTo>
                  <a:pt x="1524" y="1353311"/>
                </a:lnTo>
                <a:lnTo>
                  <a:pt x="2083307" y="1353311"/>
                </a:lnTo>
                <a:lnTo>
                  <a:pt x="2084831" y="1351787"/>
                </a:lnTo>
                <a:lnTo>
                  <a:pt x="2084831" y="1350263"/>
                </a:lnTo>
                <a:lnTo>
                  <a:pt x="7620" y="1350263"/>
                </a:lnTo>
                <a:lnTo>
                  <a:pt x="3048" y="1345691"/>
                </a:lnTo>
                <a:lnTo>
                  <a:pt x="7620" y="1345691"/>
                </a:lnTo>
                <a:lnTo>
                  <a:pt x="7620" y="7619"/>
                </a:lnTo>
                <a:lnTo>
                  <a:pt x="3048" y="7619"/>
                </a:lnTo>
                <a:lnTo>
                  <a:pt x="7620" y="4571"/>
                </a:lnTo>
                <a:lnTo>
                  <a:pt x="2084831" y="4571"/>
                </a:lnTo>
                <a:lnTo>
                  <a:pt x="2084831" y="1523"/>
                </a:lnTo>
                <a:lnTo>
                  <a:pt x="2083307" y="0"/>
                </a:lnTo>
                <a:close/>
              </a:path>
              <a:path w="2085340" h="1353820">
                <a:moveTo>
                  <a:pt x="7620" y="1345691"/>
                </a:moveTo>
                <a:lnTo>
                  <a:pt x="3048" y="1345691"/>
                </a:lnTo>
                <a:lnTo>
                  <a:pt x="7620" y="1350263"/>
                </a:lnTo>
                <a:lnTo>
                  <a:pt x="7620" y="1345691"/>
                </a:lnTo>
                <a:close/>
              </a:path>
              <a:path w="2085340" h="1353820">
                <a:moveTo>
                  <a:pt x="2077211" y="1345691"/>
                </a:moveTo>
                <a:lnTo>
                  <a:pt x="7620" y="1345691"/>
                </a:lnTo>
                <a:lnTo>
                  <a:pt x="7620" y="1350263"/>
                </a:lnTo>
                <a:lnTo>
                  <a:pt x="2077211" y="1350263"/>
                </a:lnTo>
                <a:lnTo>
                  <a:pt x="2077211" y="1345691"/>
                </a:lnTo>
                <a:close/>
              </a:path>
              <a:path w="2085340" h="1353820">
                <a:moveTo>
                  <a:pt x="2077211" y="4571"/>
                </a:moveTo>
                <a:lnTo>
                  <a:pt x="2077211" y="1350263"/>
                </a:lnTo>
                <a:lnTo>
                  <a:pt x="2081783" y="1345691"/>
                </a:lnTo>
                <a:lnTo>
                  <a:pt x="2084831" y="1345692"/>
                </a:lnTo>
                <a:lnTo>
                  <a:pt x="2084831" y="7619"/>
                </a:lnTo>
                <a:lnTo>
                  <a:pt x="2081783" y="7619"/>
                </a:lnTo>
                <a:lnTo>
                  <a:pt x="2077211" y="4571"/>
                </a:lnTo>
                <a:close/>
              </a:path>
              <a:path w="2085340" h="1353820">
                <a:moveTo>
                  <a:pt x="2084831" y="1345692"/>
                </a:moveTo>
                <a:lnTo>
                  <a:pt x="2081783" y="1345691"/>
                </a:lnTo>
                <a:lnTo>
                  <a:pt x="2077211" y="1350263"/>
                </a:lnTo>
                <a:lnTo>
                  <a:pt x="2084831" y="1350263"/>
                </a:lnTo>
                <a:lnTo>
                  <a:pt x="2084831" y="1345692"/>
                </a:lnTo>
                <a:close/>
              </a:path>
              <a:path w="2085340" h="1353820">
                <a:moveTo>
                  <a:pt x="7620" y="4571"/>
                </a:moveTo>
                <a:lnTo>
                  <a:pt x="3048" y="7619"/>
                </a:lnTo>
                <a:lnTo>
                  <a:pt x="7620" y="7619"/>
                </a:lnTo>
                <a:lnTo>
                  <a:pt x="7620" y="4571"/>
                </a:lnTo>
                <a:close/>
              </a:path>
              <a:path w="2085340" h="1353820">
                <a:moveTo>
                  <a:pt x="2077211" y="4571"/>
                </a:moveTo>
                <a:lnTo>
                  <a:pt x="7620" y="4571"/>
                </a:lnTo>
                <a:lnTo>
                  <a:pt x="7620" y="7619"/>
                </a:lnTo>
                <a:lnTo>
                  <a:pt x="2077211" y="7619"/>
                </a:lnTo>
                <a:lnTo>
                  <a:pt x="2077211" y="4571"/>
                </a:lnTo>
                <a:close/>
              </a:path>
              <a:path w="2085340" h="1353820">
                <a:moveTo>
                  <a:pt x="2084831" y="4571"/>
                </a:moveTo>
                <a:lnTo>
                  <a:pt x="2077211" y="4571"/>
                </a:lnTo>
                <a:lnTo>
                  <a:pt x="2081783" y="7619"/>
                </a:lnTo>
                <a:lnTo>
                  <a:pt x="2084831" y="7619"/>
                </a:lnTo>
                <a:lnTo>
                  <a:pt x="2084831" y="4571"/>
                </a:lnTo>
                <a:close/>
              </a:path>
            </a:pathLst>
          </a:custGeom>
          <a:solidFill>
            <a:srgbClr val="00336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5" name="object 211"/>
          <p:cNvSpPr txBox="1"/>
          <p:nvPr/>
        </p:nvSpPr>
        <p:spPr>
          <a:xfrm>
            <a:off x="9595998" y="4456734"/>
            <a:ext cx="2448834" cy="1029128"/>
          </a:xfrm>
          <a:prstGeom prst="rect">
            <a:avLst/>
          </a:prstGeom>
        </p:spPr>
        <p:txBody>
          <a:bodyPr vert="horz" wrap="square" lIns="0" tIns="13335" rIns="0" bIns="0" rtlCol="0">
            <a:spAutoFit/>
          </a:bodyPr>
          <a:lstStyle/>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sz="1650" b="1" i="0" u="none" strike="noStrike" kern="1200" cap="none" spc="-105" normalizeH="0" baseline="0" noProof="0" dirty="0">
                <a:ln>
                  <a:noFill/>
                </a:ln>
                <a:solidFill>
                  <a:srgbClr val="404040"/>
                </a:solidFill>
                <a:effectLst/>
                <a:uLnTx/>
                <a:uFillTx/>
                <a:latin typeface="Arial"/>
                <a:ea typeface="微软雅黑"/>
                <a:cs typeface="Arial"/>
              </a:rPr>
              <a:t>Sản </a:t>
            </a:r>
            <a:r>
              <a:rPr kumimoji="0" sz="1650" b="1" i="0" u="none" strike="noStrike" kern="1200" cap="none" spc="-45" normalizeH="0" baseline="0" noProof="0" dirty="0">
                <a:ln>
                  <a:noFill/>
                </a:ln>
                <a:solidFill>
                  <a:srgbClr val="404040"/>
                </a:solidFill>
                <a:effectLst/>
                <a:uLnTx/>
                <a:uFillTx/>
                <a:latin typeface="Arial"/>
                <a:ea typeface="微软雅黑"/>
                <a:cs typeface="Arial"/>
              </a:rPr>
              <a:t>xuât </a:t>
            </a:r>
            <a:r>
              <a:rPr kumimoji="0" sz="1650" b="1" i="0" u="none" strike="noStrike" kern="1200" cap="none" spc="-60" normalizeH="0" baseline="0" noProof="0" dirty="0">
                <a:ln>
                  <a:noFill/>
                </a:ln>
                <a:solidFill>
                  <a:srgbClr val="404040"/>
                </a:solidFill>
                <a:effectLst/>
                <a:uLnTx/>
                <a:uFillTx/>
                <a:latin typeface="Arial"/>
                <a:ea typeface="微软雅黑"/>
                <a:cs typeface="Arial"/>
              </a:rPr>
              <a:t>thông</a:t>
            </a:r>
            <a:r>
              <a:rPr kumimoji="0" sz="1650" b="1" i="0" u="none" strike="noStrike" kern="1200" cap="none" spc="-305" normalizeH="0" baseline="0" noProof="0" dirty="0">
                <a:ln>
                  <a:noFill/>
                </a:ln>
                <a:solidFill>
                  <a:srgbClr val="404040"/>
                </a:solidFill>
                <a:effectLst/>
                <a:uLnTx/>
                <a:uFillTx/>
                <a:latin typeface="Arial"/>
                <a:ea typeface="微软雅黑"/>
                <a:cs typeface="Arial"/>
              </a:rPr>
              <a:t> </a:t>
            </a:r>
            <a:r>
              <a:rPr kumimoji="0" sz="1650" b="1" i="0" u="none" strike="noStrike" kern="1200" cap="none" spc="-75" normalizeH="0" baseline="0" noProof="0" dirty="0">
                <a:ln>
                  <a:noFill/>
                </a:ln>
                <a:solidFill>
                  <a:srgbClr val="404040"/>
                </a:solidFill>
                <a:effectLst/>
                <a:uLnTx/>
                <a:uFillTx/>
                <a:latin typeface="Arial"/>
                <a:ea typeface="微软雅黑"/>
                <a:cs typeface="Arial"/>
              </a:rPr>
              <a:t>minh  </a:t>
            </a:r>
            <a:r>
              <a:rPr kumimoji="0" sz="1650" b="1" i="0" u="none" strike="noStrike" kern="1200" cap="none" spc="-105" normalizeH="0" baseline="0" noProof="0" dirty="0">
                <a:ln>
                  <a:noFill/>
                </a:ln>
                <a:solidFill>
                  <a:srgbClr val="404040"/>
                </a:solidFill>
                <a:effectLst/>
                <a:uLnTx/>
                <a:uFillTx/>
                <a:latin typeface="Arial"/>
                <a:ea typeface="微软雅黑"/>
                <a:cs typeface="Arial"/>
              </a:rPr>
              <a:t>nhờ </a:t>
            </a:r>
            <a:r>
              <a:rPr kumimoji="0" sz="1650" b="1" i="0" u="none" strike="noStrike" kern="1200" cap="none" spc="-150" normalizeH="0" baseline="0" noProof="0" dirty="0">
                <a:ln>
                  <a:noFill/>
                </a:ln>
                <a:solidFill>
                  <a:srgbClr val="404040"/>
                </a:solidFill>
                <a:effectLst/>
                <a:uLnTx/>
                <a:uFillTx/>
                <a:latin typeface="Arial"/>
                <a:ea typeface="微软雅黑"/>
                <a:cs typeface="Arial"/>
              </a:rPr>
              <a:t>các </a:t>
            </a:r>
            <a:r>
              <a:rPr kumimoji="0" sz="1650" b="1" i="0" u="none" strike="noStrike" kern="1200" cap="none" spc="-35" normalizeH="0" baseline="0" noProof="0" dirty="0">
                <a:ln>
                  <a:noFill/>
                </a:ln>
                <a:solidFill>
                  <a:srgbClr val="404040"/>
                </a:solidFill>
                <a:effectLst/>
                <a:uLnTx/>
                <a:uFillTx/>
                <a:latin typeface="Arial"/>
                <a:ea typeface="微软雅黑"/>
                <a:cs typeface="Arial"/>
              </a:rPr>
              <a:t>đột </a:t>
            </a:r>
            <a:r>
              <a:rPr kumimoji="0" sz="1650" b="1" i="0" u="none" strike="noStrike" kern="1200" cap="none" spc="-85" normalizeH="0" baseline="0" noProof="0" dirty="0">
                <a:ln>
                  <a:noFill/>
                </a:ln>
                <a:solidFill>
                  <a:srgbClr val="404040"/>
                </a:solidFill>
                <a:effectLst/>
                <a:uLnTx/>
                <a:uFillTx/>
                <a:latin typeface="Arial"/>
                <a:ea typeface="微软雅黑"/>
                <a:cs typeface="Arial"/>
              </a:rPr>
              <a:t>phá </a:t>
            </a:r>
            <a:r>
              <a:rPr kumimoji="0" sz="1650" b="1" i="0" u="none" strike="noStrike" kern="1200" cap="none" spc="-120" normalizeH="0" baseline="0" noProof="0" dirty="0">
                <a:ln>
                  <a:noFill/>
                </a:ln>
                <a:solidFill>
                  <a:srgbClr val="404040"/>
                </a:solidFill>
                <a:effectLst/>
                <a:uLnTx/>
                <a:uFillTx/>
                <a:latin typeface="Arial"/>
                <a:ea typeface="微软雅黑"/>
                <a:cs typeface="Arial"/>
              </a:rPr>
              <a:t>của  công </a:t>
            </a:r>
            <a:r>
              <a:rPr kumimoji="0" sz="1650" b="1" i="0" u="none" strike="noStrike" kern="1200" cap="none" spc="-85" normalizeH="0" baseline="0" noProof="0" dirty="0">
                <a:ln>
                  <a:noFill/>
                </a:ln>
                <a:solidFill>
                  <a:srgbClr val="404040"/>
                </a:solidFill>
                <a:effectLst/>
                <a:uLnTx/>
                <a:uFillTx/>
                <a:latin typeface="Arial"/>
                <a:ea typeface="微软雅黑"/>
                <a:cs typeface="Arial"/>
              </a:rPr>
              <a:t>nghệ </a:t>
            </a:r>
            <a:r>
              <a:rPr kumimoji="0" sz="1650" b="1" i="0" u="none" strike="noStrike" kern="1200" cap="none" spc="-90" normalizeH="0" baseline="0" noProof="0" dirty="0">
                <a:ln>
                  <a:noFill/>
                </a:ln>
                <a:solidFill>
                  <a:srgbClr val="404040"/>
                </a:solidFill>
                <a:effectLst/>
                <a:uLnTx/>
                <a:uFillTx/>
                <a:latin typeface="Arial"/>
                <a:ea typeface="微软雅黑"/>
                <a:cs typeface="Arial"/>
              </a:rPr>
              <a:t>số, </a:t>
            </a:r>
            <a:r>
              <a:rPr kumimoji="0" sz="1650" b="1" i="0" u="none" strike="noStrike" kern="1200" cap="none" spc="-60" normalizeH="0" baseline="0" noProof="0" dirty="0">
                <a:ln>
                  <a:noFill/>
                </a:ln>
                <a:solidFill>
                  <a:srgbClr val="404040"/>
                </a:solidFill>
                <a:effectLst/>
                <a:uLnTx/>
                <a:uFillTx/>
                <a:latin typeface="Arial"/>
                <a:ea typeface="微软雅黑"/>
                <a:cs typeface="Arial"/>
              </a:rPr>
              <a:t>robot  </a:t>
            </a:r>
            <a:r>
              <a:rPr kumimoji="0" sz="1650" b="1" i="0" u="none" strike="noStrike" kern="1200" cap="none" spc="-55" normalizeH="0" baseline="0" noProof="0" dirty="0">
                <a:ln>
                  <a:noFill/>
                </a:ln>
                <a:solidFill>
                  <a:srgbClr val="404040"/>
                </a:solidFill>
                <a:effectLst/>
                <a:uLnTx/>
                <a:uFillTx/>
                <a:latin typeface="Arial"/>
                <a:ea typeface="微软雅黑"/>
                <a:cs typeface="Arial"/>
              </a:rPr>
              <a:t>(</a:t>
            </a:r>
            <a:r>
              <a:rPr kumimoji="0" sz="1650" b="1" i="0" u="none" strike="noStrike" kern="1200" cap="none" spc="-55" normalizeH="0" baseline="0" noProof="0" dirty="0">
                <a:ln>
                  <a:noFill/>
                </a:ln>
                <a:solidFill>
                  <a:srgbClr val="0054B8"/>
                </a:solidFill>
                <a:effectLst/>
                <a:uLnTx/>
                <a:uFillTx/>
                <a:latin typeface="Arial"/>
                <a:ea typeface="微软雅黑"/>
                <a:cs typeface="Arial"/>
              </a:rPr>
              <a:t>Bắt </a:t>
            </a:r>
            <a:r>
              <a:rPr kumimoji="0" sz="1650" b="1" i="0" u="none" strike="noStrike" kern="1200" cap="none" spc="-90" normalizeH="0" baseline="0" noProof="0" dirty="0">
                <a:ln>
                  <a:noFill/>
                </a:ln>
                <a:solidFill>
                  <a:srgbClr val="0054B8"/>
                </a:solidFill>
                <a:effectLst/>
                <a:uLnTx/>
                <a:uFillTx/>
                <a:latin typeface="Arial"/>
                <a:ea typeface="微软雅黑"/>
                <a:cs typeface="Arial"/>
              </a:rPr>
              <a:t>đầu </a:t>
            </a:r>
            <a:r>
              <a:rPr kumimoji="0" sz="1650" b="1" i="0" u="none" strike="noStrike" kern="1200" cap="none" spc="-5" normalizeH="0" baseline="0" noProof="0" dirty="0">
                <a:ln>
                  <a:noFill/>
                </a:ln>
                <a:solidFill>
                  <a:srgbClr val="0054B8"/>
                </a:solidFill>
                <a:effectLst/>
                <a:uLnTx/>
                <a:uFillTx/>
                <a:latin typeface="Arial"/>
                <a:ea typeface="微软雅黑"/>
                <a:cs typeface="Arial"/>
              </a:rPr>
              <a:t>từ</a:t>
            </a:r>
            <a:r>
              <a:rPr kumimoji="0" sz="1650" b="1" i="0" u="none" strike="noStrike" kern="1200" cap="none" spc="-325" normalizeH="0" baseline="0" noProof="0" dirty="0">
                <a:ln>
                  <a:noFill/>
                </a:ln>
                <a:solidFill>
                  <a:srgbClr val="0054B8"/>
                </a:solidFill>
                <a:effectLst/>
                <a:uLnTx/>
                <a:uFillTx/>
                <a:latin typeface="Arial"/>
                <a:ea typeface="微软雅黑"/>
                <a:cs typeface="Arial"/>
              </a:rPr>
              <a:t> </a:t>
            </a:r>
            <a:r>
              <a:rPr kumimoji="0" sz="1650" b="1" i="0" u="none" strike="noStrike" kern="1200" cap="none" spc="-80" normalizeH="0" baseline="0" noProof="0" dirty="0">
                <a:ln>
                  <a:noFill/>
                </a:ln>
                <a:solidFill>
                  <a:srgbClr val="0054B8"/>
                </a:solidFill>
                <a:effectLst/>
                <a:uLnTx/>
                <a:uFillTx/>
                <a:latin typeface="Arial"/>
                <a:ea typeface="微软雅黑"/>
                <a:cs typeface="Arial"/>
              </a:rPr>
              <a:t>bây </a:t>
            </a:r>
            <a:r>
              <a:rPr kumimoji="0" sz="1650" b="1" i="0" u="none" strike="noStrike" kern="1200" cap="none" spc="-85" normalizeH="0" baseline="0" noProof="0" dirty="0">
                <a:ln>
                  <a:noFill/>
                </a:ln>
                <a:solidFill>
                  <a:srgbClr val="0054B8"/>
                </a:solidFill>
                <a:effectLst/>
                <a:uLnTx/>
                <a:uFillTx/>
                <a:latin typeface="Arial"/>
                <a:ea typeface="微软雅黑"/>
                <a:cs typeface="Arial"/>
              </a:rPr>
              <a:t>giờ</a:t>
            </a:r>
            <a:r>
              <a:rPr kumimoji="0" sz="1650" b="1" i="0" u="none" strike="noStrike" kern="1200" cap="none" spc="-85" normalizeH="0" baseline="0" noProof="0" dirty="0">
                <a:ln>
                  <a:noFill/>
                </a:ln>
                <a:solidFill>
                  <a:srgbClr val="404040"/>
                </a:solidFill>
                <a:effectLst/>
                <a:uLnTx/>
                <a:uFillTx/>
                <a:latin typeface="Arial"/>
                <a:ea typeface="微软雅黑"/>
                <a:cs typeface="Arial"/>
              </a:rPr>
              <a:t>)</a:t>
            </a:r>
            <a:endParaRPr kumimoji="0" sz="1650" b="0" i="0" u="none" strike="noStrike" kern="1200" cap="none" spc="0" normalizeH="0" baseline="0" noProof="0">
              <a:ln>
                <a:noFill/>
              </a:ln>
              <a:solidFill>
                <a:prstClr val="black"/>
              </a:solidFill>
              <a:effectLst/>
              <a:uLnTx/>
              <a:uFillTx/>
              <a:latin typeface="Arial"/>
              <a:ea typeface="微软雅黑"/>
              <a:cs typeface="Arial"/>
            </a:endParaRPr>
          </a:p>
        </p:txBody>
      </p:sp>
      <p:sp>
        <p:nvSpPr>
          <p:cNvPr id="136" name="object 212"/>
          <p:cNvSpPr/>
          <p:nvPr/>
        </p:nvSpPr>
        <p:spPr>
          <a:xfrm>
            <a:off x="206893" y="2433918"/>
            <a:ext cx="2504902" cy="1729291"/>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7" name="object 213"/>
          <p:cNvSpPr/>
          <p:nvPr/>
        </p:nvSpPr>
        <p:spPr>
          <a:xfrm>
            <a:off x="3162531" y="2433918"/>
            <a:ext cx="2658225" cy="1773667"/>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8" name="object 214"/>
          <p:cNvSpPr/>
          <p:nvPr/>
        </p:nvSpPr>
        <p:spPr>
          <a:xfrm>
            <a:off x="6240088" y="2413746"/>
            <a:ext cx="3036915" cy="174946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9" name="object 215"/>
          <p:cNvSpPr/>
          <p:nvPr/>
        </p:nvSpPr>
        <p:spPr>
          <a:xfrm>
            <a:off x="9365674" y="2392231"/>
            <a:ext cx="2674851" cy="1770978"/>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40" name="object 216"/>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32</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
        <p:nvSpPr>
          <p:cNvPr id="141" name="object 197"/>
          <p:cNvSpPr txBox="1">
            <a:spLocks/>
          </p:cNvSpPr>
          <p:nvPr/>
        </p:nvSpPr>
        <p:spPr>
          <a:xfrm>
            <a:off x="1641513" y="163127"/>
            <a:ext cx="10289755" cy="1150315"/>
          </a:xfrm>
          <a:prstGeom prst="rect">
            <a:avLst/>
          </a:prstGeom>
        </p:spPr>
        <p:txBody>
          <a:bodyPr vert="horz" wrap="square" lIns="0" tIns="1143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1200" cap="none" spc="0" normalizeH="0" baseline="0" noProof="0">
                <a:ln>
                  <a:noFill/>
                </a:ln>
                <a:solidFill>
                  <a:srgbClr val="D51C29"/>
                </a:solidFill>
                <a:effectLst/>
                <a:uLnTx/>
                <a:uFillTx/>
                <a:latin typeface="Arial"/>
                <a:ea typeface="微软雅黑"/>
                <a:cs typeface="+mj-cs"/>
              </a:rPr>
              <a:t>TIẾN TRÌNH CÁC </a:t>
            </a:r>
          </a:p>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1200" cap="none" spc="0" normalizeH="0" baseline="0" noProof="0">
                <a:ln>
                  <a:noFill/>
                </a:ln>
                <a:solidFill>
                  <a:srgbClr val="D51C29"/>
                </a:solidFill>
                <a:effectLst/>
                <a:uLnTx/>
                <a:uFillTx/>
                <a:latin typeface="Arial"/>
                <a:ea typeface="微软雅黑"/>
                <a:cs typeface="+mj-cs"/>
              </a:rPr>
              <a:t>CUỘC CÁCH MẠNG CÔNG NGHIỆP</a:t>
            </a:r>
          </a:p>
        </p:txBody>
      </p:sp>
    </p:spTree>
    <p:extLst>
      <p:ext uri="{BB962C8B-B14F-4D97-AF65-F5344CB8AC3E}">
        <p14:creationId xmlns:p14="http://schemas.microsoft.com/office/powerpoint/2010/main" val="1457944497"/>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object 75"/>
          <p:cNvSpPr txBox="1"/>
          <p:nvPr/>
        </p:nvSpPr>
        <p:spPr>
          <a:xfrm>
            <a:off x="7811471" y="1993494"/>
            <a:ext cx="3893897" cy="41934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05" normalizeH="0" baseline="0" noProof="0" dirty="0">
                <a:ln>
                  <a:noFill/>
                </a:ln>
                <a:solidFill>
                  <a:srgbClr val="0070C0"/>
                </a:solidFill>
                <a:effectLst/>
                <a:uLnTx/>
                <a:uFillTx/>
                <a:latin typeface="Arial"/>
                <a:ea typeface="微软雅黑"/>
                <a:cs typeface="Arial"/>
              </a:rPr>
              <a:t>ĐỘNG </a:t>
            </a:r>
            <a:r>
              <a:rPr kumimoji="0" sz="2650" b="1" i="0" u="none" strike="noStrike" kern="1200" cap="none" spc="-270" normalizeH="0" baseline="0" noProof="0" dirty="0">
                <a:ln>
                  <a:noFill/>
                </a:ln>
                <a:solidFill>
                  <a:srgbClr val="0070C0"/>
                </a:solidFill>
                <a:effectLst/>
                <a:uLnTx/>
                <a:uFillTx/>
                <a:latin typeface="Arial"/>
                <a:ea typeface="微软雅黑"/>
                <a:cs typeface="Arial"/>
              </a:rPr>
              <a:t>CƠ </a:t>
            </a:r>
            <a:r>
              <a:rPr kumimoji="0" sz="2650" b="1" i="0" u="none" strike="noStrike" kern="1200" cap="none" spc="-90" normalizeH="0" baseline="0" noProof="0" dirty="0">
                <a:ln>
                  <a:noFill/>
                </a:ln>
                <a:solidFill>
                  <a:srgbClr val="0070C0"/>
                </a:solidFill>
                <a:effectLst/>
                <a:uLnTx/>
                <a:uFillTx/>
                <a:latin typeface="Arial"/>
                <a:ea typeface="微软雅黑"/>
                <a:cs typeface="Arial"/>
              </a:rPr>
              <a:t>HƠI</a:t>
            </a:r>
            <a:r>
              <a:rPr kumimoji="0" sz="2650" b="1" i="0" u="none" strike="noStrike" kern="1200" cap="none" spc="-360" normalizeH="0" baseline="0" noProof="0" dirty="0">
                <a:ln>
                  <a:noFill/>
                </a:ln>
                <a:solidFill>
                  <a:srgbClr val="0070C0"/>
                </a:solidFill>
                <a:effectLst/>
                <a:uLnTx/>
                <a:uFillTx/>
                <a:latin typeface="Arial"/>
                <a:ea typeface="微软雅黑"/>
                <a:cs typeface="Arial"/>
              </a:rPr>
              <a:t> </a:t>
            </a:r>
            <a:r>
              <a:rPr kumimoji="0" sz="2650" b="1" i="0" u="none" strike="noStrike" kern="1200" cap="none" spc="-150" normalizeH="0" baseline="0" noProof="0" dirty="0">
                <a:ln>
                  <a:noFill/>
                </a:ln>
                <a:solidFill>
                  <a:srgbClr val="0070C0"/>
                </a:solidFill>
                <a:effectLst/>
                <a:uLnTx/>
                <a:uFillTx/>
                <a:latin typeface="Arial"/>
                <a:ea typeface="微软雅黑"/>
                <a:cs typeface="Arial"/>
              </a:rPr>
              <a:t>NƯỚC</a:t>
            </a:r>
            <a:endParaRPr kumimoji="0" sz="2650" b="0" i="0" u="none" strike="noStrike" kern="1200" cap="none" spc="0" normalizeH="0" baseline="0" noProof="0">
              <a:ln>
                <a:noFill/>
              </a:ln>
              <a:solidFill>
                <a:srgbClr val="0070C0"/>
              </a:solidFill>
              <a:effectLst/>
              <a:uLnTx/>
              <a:uFillTx/>
              <a:latin typeface="Arial"/>
              <a:ea typeface="微软雅黑"/>
              <a:cs typeface="Arial"/>
            </a:endParaRPr>
          </a:p>
        </p:txBody>
      </p:sp>
      <p:sp>
        <p:nvSpPr>
          <p:cNvPr id="84" name="object 76"/>
          <p:cNvSpPr/>
          <p:nvPr/>
        </p:nvSpPr>
        <p:spPr>
          <a:xfrm>
            <a:off x="5019040" y="2626068"/>
            <a:ext cx="3070167" cy="2174389"/>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5" name="object 77"/>
          <p:cNvSpPr/>
          <p:nvPr/>
        </p:nvSpPr>
        <p:spPr>
          <a:xfrm>
            <a:off x="112683" y="2651617"/>
            <a:ext cx="4738255" cy="2292724"/>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6" name="object 78"/>
          <p:cNvSpPr txBox="1"/>
          <p:nvPr/>
        </p:nvSpPr>
        <p:spPr>
          <a:xfrm>
            <a:off x="1810802" y="293350"/>
            <a:ext cx="10176151" cy="127342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6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6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6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6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6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600" b="1" i="0" u="none" strike="noStrike" kern="1200" cap="none" spc="-280" normalizeH="0" baseline="0" noProof="0">
                <a:ln>
                  <a:noFill/>
                </a:ln>
                <a:solidFill>
                  <a:srgbClr val="C00000"/>
                </a:solidFill>
                <a:effectLst/>
                <a:uLnTx/>
                <a:uFillTx/>
                <a:latin typeface="Arial"/>
                <a:ea typeface="微软雅黑"/>
                <a:cs typeface="Arial"/>
              </a:rPr>
              <a:t> </a:t>
            </a:r>
            <a:r>
              <a:rPr kumimoji="0" lang="en-US" sz="3600" b="1" i="0" u="none" strike="noStrike" kern="1200" cap="none" spc="-40" normalizeH="0" baseline="0" noProof="0">
                <a:ln>
                  <a:noFill/>
                </a:ln>
                <a:solidFill>
                  <a:srgbClr val="C00000"/>
                </a:solidFill>
                <a:effectLst/>
                <a:uLnTx/>
                <a:uFillTx/>
                <a:latin typeface="Arial"/>
                <a:ea typeface="微软雅黑"/>
                <a:cs typeface="Arial"/>
              </a:rPr>
              <a:t>NHẤT (1.0)</a:t>
            </a:r>
            <a:endParaRPr kumimoji="0" lang="en-US" sz="3600" b="0" i="0" u="none" strike="noStrike" kern="1200" cap="none" spc="0" normalizeH="0" baseline="0" noProof="0" dirty="0">
              <a:ln>
                <a:noFill/>
              </a:ln>
              <a:solidFill>
                <a:srgbClr val="C00000"/>
              </a:solidFill>
              <a:effectLst/>
              <a:uLnTx/>
              <a:uFillTx/>
              <a:latin typeface="Arial"/>
              <a:ea typeface="微软雅黑"/>
              <a:cs typeface="Arial"/>
            </a:endParaRPr>
          </a:p>
        </p:txBody>
      </p:sp>
      <p:sp>
        <p:nvSpPr>
          <p:cNvPr id="87" name="object 79"/>
          <p:cNvSpPr/>
          <p:nvPr/>
        </p:nvSpPr>
        <p:spPr>
          <a:xfrm>
            <a:off x="8497455" y="2626068"/>
            <a:ext cx="3489498" cy="2174389"/>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8" name="object 80"/>
          <p:cNvSpPr txBox="1"/>
          <p:nvPr/>
        </p:nvSpPr>
        <p:spPr>
          <a:xfrm>
            <a:off x="1417978" y="1968057"/>
            <a:ext cx="2941782" cy="419346"/>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55" normalizeH="0" baseline="0" noProof="0" dirty="0">
                <a:ln>
                  <a:noFill/>
                </a:ln>
                <a:solidFill>
                  <a:srgbClr val="0070C0"/>
                </a:solidFill>
                <a:effectLst/>
                <a:uLnTx/>
                <a:uFillTx/>
                <a:latin typeface="Arial"/>
                <a:ea typeface="微软雅黑"/>
                <a:cs typeface="Arial"/>
              </a:rPr>
              <a:t>MÁY </a:t>
            </a:r>
            <a:r>
              <a:rPr kumimoji="0" sz="2650" b="1" i="0" u="none" strike="noStrike" kern="1200" cap="none" spc="-90" normalizeH="0" baseline="0" noProof="0" dirty="0">
                <a:ln>
                  <a:noFill/>
                </a:ln>
                <a:solidFill>
                  <a:srgbClr val="0070C0"/>
                </a:solidFill>
                <a:effectLst/>
                <a:uLnTx/>
                <a:uFillTx/>
                <a:latin typeface="Arial"/>
                <a:ea typeface="微软雅黑"/>
                <a:cs typeface="Arial"/>
              </a:rPr>
              <a:t>HƠI</a:t>
            </a:r>
            <a:r>
              <a:rPr kumimoji="0" sz="2650" b="1" i="0" u="none" strike="noStrike" kern="1200" cap="none" spc="-285" normalizeH="0" baseline="0" noProof="0" dirty="0">
                <a:ln>
                  <a:noFill/>
                </a:ln>
                <a:solidFill>
                  <a:srgbClr val="0070C0"/>
                </a:solidFill>
                <a:effectLst/>
                <a:uLnTx/>
                <a:uFillTx/>
                <a:latin typeface="Arial"/>
                <a:ea typeface="微软雅黑"/>
                <a:cs typeface="Arial"/>
              </a:rPr>
              <a:t> </a:t>
            </a:r>
            <a:r>
              <a:rPr kumimoji="0" sz="2650" b="1" i="0" u="none" strike="noStrike" kern="1200" cap="none" spc="-150" normalizeH="0" baseline="0" noProof="0" dirty="0">
                <a:ln>
                  <a:noFill/>
                </a:ln>
                <a:solidFill>
                  <a:srgbClr val="0070C0"/>
                </a:solidFill>
                <a:effectLst/>
                <a:uLnTx/>
                <a:uFillTx/>
                <a:latin typeface="Arial"/>
                <a:ea typeface="微软雅黑"/>
                <a:cs typeface="Arial"/>
              </a:rPr>
              <a:t>NƯỚC</a:t>
            </a:r>
            <a:endParaRPr kumimoji="0" sz="2650" b="0" i="0" u="none" strike="noStrike" kern="1200" cap="none" spc="0" normalizeH="0" baseline="0" noProof="0">
              <a:ln>
                <a:noFill/>
              </a:ln>
              <a:solidFill>
                <a:srgbClr val="0070C0"/>
              </a:solidFill>
              <a:effectLst/>
              <a:uLnTx/>
              <a:uFillTx/>
              <a:latin typeface="Arial"/>
              <a:ea typeface="微软雅黑"/>
              <a:cs typeface="Arial"/>
            </a:endParaRPr>
          </a:p>
        </p:txBody>
      </p:sp>
      <p:sp>
        <p:nvSpPr>
          <p:cNvPr id="89" name="object 81"/>
          <p:cNvSpPr txBox="1"/>
          <p:nvPr/>
        </p:nvSpPr>
        <p:spPr>
          <a:xfrm>
            <a:off x="3654983" y="5360955"/>
            <a:ext cx="4434224" cy="419346"/>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00" normalizeH="0" baseline="0" noProof="0" dirty="0">
                <a:ln>
                  <a:noFill/>
                </a:ln>
                <a:solidFill>
                  <a:srgbClr val="404040"/>
                </a:solidFill>
                <a:effectLst/>
                <a:uLnTx/>
                <a:uFillTx/>
                <a:latin typeface="Arial"/>
                <a:ea typeface="微软雅黑"/>
                <a:cs typeface="Arial"/>
              </a:rPr>
              <a:t>TIẾN </a:t>
            </a:r>
            <a:r>
              <a:rPr kumimoji="0" sz="2650" b="1" i="0" u="none" strike="noStrike" kern="1200" cap="none" spc="-95" normalizeH="0" baseline="0" noProof="0" dirty="0">
                <a:ln>
                  <a:noFill/>
                </a:ln>
                <a:solidFill>
                  <a:srgbClr val="404040"/>
                </a:solidFill>
                <a:effectLst/>
                <a:uLnTx/>
                <a:uFillTx/>
                <a:latin typeface="Arial"/>
                <a:ea typeface="微软雅黑"/>
                <a:cs typeface="Arial"/>
              </a:rPr>
              <a:t>TRÌNH</a:t>
            </a:r>
            <a:r>
              <a:rPr kumimoji="0" sz="2650" b="1" i="0" u="none" strike="noStrike" kern="1200" cap="none" spc="-595" normalizeH="0" baseline="0" noProof="0" dirty="0">
                <a:ln>
                  <a:noFill/>
                </a:ln>
                <a:solidFill>
                  <a:srgbClr val="404040"/>
                </a:solidFill>
                <a:effectLst/>
                <a:uLnTx/>
                <a:uFillTx/>
                <a:latin typeface="Arial"/>
                <a:ea typeface="微软雅黑"/>
                <a:cs typeface="Arial"/>
              </a:rPr>
              <a:t> </a:t>
            </a:r>
            <a:r>
              <a:rPr kumimoji="0" lang="en-US" sz="2650" b="1" i="0" u="none" strike="noStrike" kern="1200" cap="none" spc="-595" normalizeH="0" baseline="0" noProof="0" dirty="0">
                <a:ln>
                  <a:noFill/>
                </a:ln>
                <a:solidFill>
                  <a:srgbClr val="404040"/>
                </a:solidFill>
                <a:effectLst/>
                <a:uLnTx/>
                <a:uFillTx/>
                <a:latin typeface="Arial"/>
                <a:ea typeface="微软雅黑"/>
                <a:cs typeface="Arial"/>
              </a:rPr>
              <a:t> </a:t>
            </a:r>
            <a:r>
              <a:rPr kumimoji="0" sz="2650" b="1" i="0" u="none" strike="noStrike" kern="1200" cap="none" spc="-275" normalizeH="0" baseline="0" noProof="0" dirty="0">
                <a:ln>
                  <a:noFill/>
                </a:ln>
                <a:solidFill>
                  <a:srgbClr val="C00000"/>
                </a:solidFill>
                <a:effectLst/>
                <a:uLnTx/>
                <a:uFillTx/>
                <a:latin typeface="Arial"/>
                <a:ea typeface="微软雅黑"/>
                <a:cs typeface="Arial"/>
              </a:rPr>
              <a:t>CƠ </a:t>
            </a:r>
            <a:r>
              <a:rPr kumimoji="0" sz="2650" b="1" i="0" u="none" strike="noStrike" kern="1200" cap="none" spc="-110" normalizeH="0" baseline="0" noProof="0" dirty="0">
                <a:ln>
                  <a:noFill/>
                </a:ln>
                <a:solidFill>
                  <a:srgbClr val="C00000"/>
                </a:solidFill>
                <a:effectLst/>
                <a:uLnTx/>
                <a:uFillTx/>
                <a:latin typeface="Arial"/>
                <a:ea typeface="微软雅黑"/>
                <a:cs typeface="Arial"/>
              </a:rPr>
              <a:t>KHÍ </a:t>
            </a:r>
            <a:r>
              <a:rPr kumimoji="0" sz="2650" b="1" i="0" u="none" strike="noStrike" kern="1200" cap="none" spc="-135" normalizeH="0" baseline="0" noProof="0" dirty="0">
                <a:ln>
                  <a:noFill/>
                </a:ln>
                <a:solidFill>
                  <a:srgbClr val="C00000"/>
                </a:solidFill>
                <a:effectLst/>
                <a:uLnTx/>
                <a:uFillTx/>
                <a:latin typeface="Arial"/>
                <a:ea typeface="微软雅黑"/>
                <a:cs typeface="Arial"/>
              </a:rPr>
              <a:t>HÓA</a:t>
            </a:r>
            <a:endParaRPr kumimoji="0" sz="2650" b="0" i="0" u="none" strike="noStrike" kern="1200" cap="none" spc="0" normalizeH="0" baseline="0" noProof="0" dirty="0">
              <a:ln>
                <a:noFill/>
              </a:ln>
              <a:solidFill>
                <a:prstClr val="black"/>
              </a:solidFill>
              <a:effectLst/>
              <a:uLnTx/>
              <a:uFillTx/>
              <a:latin typeface="Arial"/>
              <a:ea typeface="微软雅黑"/>
              <a:cs typeface="Arial"/>
            </a:endParaRPr>
          </a:p>
        </p:txBody>
      </p:sp>
    </p:spTree>
    <p:extLst>
      <p:ext uri="{BB962C8B-B14F-4D97-AF65-F5344CB8AC3E}">
        <p14:creationId xmlns:p14="http://schemas.microsoft.com/office/powerpoint/2010/main" val="65486258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68349" y="1987618"/>
            <a:ext cx="3724102" cy="1397149"/>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 name="object 7"/>
          <p:cNvSpPr txBox="1"/>
          <p:nvPr/>
        </p:nvSpPr>
        <p:spPr>
          <a:xfrm>
            <a:off x="7147100" y="679781"/>
            <a:ext cx="4943302" cy="5300297"/>
          </a:xfrm>
          <a:prstGeom prst="rect">
            <a:avLst/>
          </a:prstGeom>
        </p:spPr>
        <p:txBody>
          <a:bodyPr vert="horz" wrap="square" lIns="0" tIns="12065" rIns="0" bIns="0" rtlCol="0">
            <a:spAutoFit/>
          </a:bodyPr>
          <a:lstStyle/>
          <a:p>
            <a:pPr marL="295910" marR="6350" lvl="0" indent="-283210" algn="l"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245" normalizeH="0" baseline="0" noProof="0" dirty="0">
                <a:ln>
                  <a:noFill/>
                </a:ln>
                <a:effectLst/>
                <a:uLnTx/>
                <a:uFillTx/>
                <a:latin typeface="Arial"/>
                <a:ea typeface="微软雅黑"/>
                <a:cs typeface="Arial"/>
              </a:rPr>
              <a:t>Cơ</a:t>
            </a:r>
            <a:r>
              <a:rPr kumimoji="0" sz="2400" b="0" i="0" u="none" strike="noStrike" kern="1200" cap="none" spc="50" normalizeH="0" baseline="0" noProof="0" dirty="0">
                <a:ln>
                  <a:noFill/>
                </a:ln>
                <a:effectLst/>
                <a:uLnTx/>
                <a:uFillTx/>
                <a:latin typeface="Arial"/>
                <a:ea typeface="微软雅黑"/>
                <a:cs typeface="Arial"/>
              </a:rPr>
              <a:t> </a:t>
            </a:r>
            <a:r>
              <a:rPr kumimoji="0" sz="2400" b="0" i="0" u="none" strike="noStrike" kern="1200" cap="none" spc="-110" normalizeH="0" baseline="0" noProof="0" dirty="0">
                <a:ln>
                  <a:noFill/>
                </a:ln>
                <a:effectLst/>
                <a:uLnTx/>
                <a:uFillTx/>
                <a:latin typeface="Arial"/>
                <a:ea typeface="微软雅黑"/>
                <a:cs typeface="Arial"/>
              </a:rPr>
              <a:t>khí </a:t>
            </a:r>
            <a:r>
              <a:rPr kumimoji="0" sz="2400" b="0" i="0" u="none" strike="noStrike" kern="1200" cap="none" spc="-120" normalizeH="0" baseline="0" noProof="0" dirty="0">
                <a:ln>
                  <a:noFill/>
                </a:ln>
                <a:effectLst/>
                <a:uLnTx/>
                <a:uFillTx/>
                <a:latin typeface="Arial"/>
                <a:ea typeface="微软雅黑"/>
                <a:cs typeface="Arial"/>
              </a:rPr>
              <a:t>hóa </a:t>
            </a:r>
            <a:r>
              <a:rPr kumimoji="0" sz="2400" b="0" i="0" u="none" strike="noStrike" kern="1200" cap="none" spc="-135" normalizeH="0" baseline="0" noProof="0" dirty="0">
                <a:ln>
                  <a:noFill/>
                </a:ln>
                <a:effectLst/>
                <a:uLnTx/>
                <a:uFillTx/>
                <a:latin typeface="Arial"/>
                <a:ea typeface="微软雅黑"/>
                <a:cs typeface="Arial"/>
              </a:rPr>
              <a:t>máy </a:t>
            </a:r>
            <a:r>
              <a:rPr kumimoji="0" sz="2400" b="0" i="0" u="none" strike="noStrike" kern="1200" cap="none" spc="-165" normalizeH="0" baseline="0" noProof="0" dirty="0">
                <a:ln>
                  <a:noFill/>
                </a:ln>
                <a:effectLst/>
                <a:uLnTx/>
                <a:uFillTx/>
                <a:latin typeface="Arial"/>
                <a:ea typeface="微软雅黑"/>
                <a:cs typeface="Arial"/>
              </a:rPr>
              <a:t>chạy </a:t>
            </a:r>
            <a:r>
              <a:rPr kumimoji="0" sz="2400" b="0" i="0" u="none" strike="noStrike" kern="1200" cap="none" spc="-155" normalizeH="0" baseline="0" noProof="0" dirty="0">
                <a:ln>
                  <a:noFill/>
                </a:ln>
                <a:effectLst/>
                <a:uLnTx/>
                <a:uFillTx/>
                <a:latin typeface="Arial"/>
                <a:ea typeface="微软雅黑"/>
                <a:cs typeface="Arial"/>
              </a:rPr>
              <a:t>bằng </a:t>
            </a:r>
            <a:r>
              <a:rPr kumimoji="0" sz="2400" b="0" i="0" u="none" strike="noStrike" kern="1200" cap="none" spc="-110" normalizeH="0" baseline="0" noProof="0" dirty="0">
                <a:ln>
                  <a:noFill/>
                </a:ln>
                <a:effectLst/>
                <a:uLnTx/>
                <a:uFillTx/>
                <a:latin typeface="Arial"/>
                <a:ea typeface="微软雅黑"/>
                <a:cs typeface="Arial"/>
              </a:rPr>
              <a:t>hơi  </a:t>
            </a:r>
            <a:r>
              <a:rPr kumimoji="0" sz="2400" b="0" i="0" u="none" strike="noStrike" kern="1200" cap="none" spc="-135" normalizeH="0" baseline="0" noProof="0" dirty="0">
                <a:ln>
                  <a:noFill/>
                </a:ln>
                <a:effectLst/>
                <a:uLnTx/>
                <a:uFillTx/>
                <a:latin typeface="Arial"/>
                <a:ea typeface="微软雅黑"/>
                <a:cs typeface="Arial"/>
              </a:rPr>
              <a:t>nước.</a:t>
            </a:r>
            <a:endParaRPr kumimoji="0" sz="2400" b="0" i="0" u="none" strike="noStrike" kern="1200" cap="none" spc="0" normalizeH="0" baseline="0" noProof="0">
              <a:ln>
                <a:noFill/>
              </a:ln>
              <a:effectLst/>
              <a:uLnTx/>
              <a:uFillTx/>
              <a:latin typeface="Arial"/>
              <a:ea typeface="微软雅黑"/>
              <a:cs typeface="Arial"/>
            </a:endParaRPr>
          </a:p>
          <a:p>
            <a:pPr marL="295910" marR="5080" lvl="0" indent="-283210" algn="l"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130" normalizeH="0" baseline="0" noProof="0" dirty="0">
                <a:ln>
                  <a:noFill/>
                </a:ln>
                <a:effectLst/>
                <a:uLnTx/>
                <a:uFillTx/>
                <a:latin typeface="Arial"/>
                <a:ea typeface="微软雅黑"/>
                <a:cs typeface="Arial"/>
              </a:rPr>
              <a:t>Bắt </a:t>
            </a:r>
            <a:r>
              <a:rPr kumimoji="0" sz="2400" b="0" i="0" u="none" strike="noStrike" kern="1200" cap="none" spc="-105" normalizeH="0" baseline="0" noProof="0" dirty="0">
                <a:ln>
                  <a:noFill/>
                </a:ln>
                <a:effectLst/>
                <a:uLnTx/>
                <a:uFillTx/>
                <a:latin typeface="Arial"/>
                <a:ea typeface="微软雅黑"/>
                <a:cs typeface="Arial"/>
              </a:rPr>
              <a:t>đầu </a:t>
            </a:r>
            <a:r>
              <a:rPr kumimoji="0" sz="2400" b="0" i="0" u="none" strike="noStrike" kern="1200" cap="none" spc="-135" normalizeH="0" baseline="0" noProof="0" dirty="0">
                <a:ln>
                  <a:noFill/>
                </a:ln>
                <a:effectLst/>
                <a:uLnTx/>
                <a:uFillTx/>
                <a:latin typeface="Arial"/>
                <a:ea typeface="微软雅黑"/>
                <a:cs typeface="Arial"/>
              </a:rPr>
              <a:t>ở </a:t>
            </a:r>
            <a:r>
              <a:rPr kumimoji="0" sz="2400" b="0" i="0" u="none" strike="noStrike" kern="1200" cap="none" spc="-165" normalizeH="0" baseline="0" noProof="0" dirty="0">
                <a:ln>
                  <a:noFill/>
                </a:ln>
                <a:effectLst/>
                <a:uLnTx/>
                <a:uFillTx/>
                <a:latin typeface="Arial"/>
                <a:ea typeface="微软雅黑"/>
                <a:cs typeface="Arial"/>
              </a:rPr>
              <a:t>nước </a:t>
            </a:r>
            <a:r>
              <a:rPr kumimoji="0" sz="2400" b="0" i="0" u="none" strike="noStrike" kern="1200" cap="none" spc="-160" normalizeH="0" baseline="0" noProof="0" dirty="0">
                <a:ln>
                  <a:noFill/>
                </a:ln>
                <a:effectLst/>
                <a:uLnTx/>
                <a:uFillTx/>
                <a:latin typeface="Arial"/>
                <a:ea typeface="微软雅黑"/>
                <a:cs typeface="Arial"/>
              </a:rPr>
              <a:t>Anh </a:t>
            </a:r>
            <a:r>
              <a:rPr kumimoji="0" sz="2400" b="0" i="0" u="none" strike="noStrike" kern="1200" cap="none" spc="-135" normalizeH="0" baseline="0" noProof="0" dirty="0">
                <a:ln>
                  <a:noFill/>
                </a:ln>
                <a:effectLst/>
                <a:uLnTx/>
                <a:uFillTx/>
                <a:latin typeface="Arial"/>
                <a:ea typeface="微软雅黑"/>
                <a:cs typeface="Arial"/>
              </a:rPr>
              <a:t>vào </a:t>
            </a:r>
            <a:r>
              <a:rPr kumimoji="0" sz="2400" b="0" i="0" u="none" strike="noStrike" kern="1200" cap="none" spc="-145" normalizeH="0" baseline="0" noProof="0" dirty="0">
                <a:ln>
                  <a:noFill/>
                </a:ln>
                <a:effectLst/>
                <a:uLnTx/>
                <a:uFillTx/>
                <a:latin typeface="Arial"/>
                <a:ea typeface="微软雅黑"/>
                <a:cs typeface="Arial"/>
              </a:rPr>
              <a:t>cuối </a:t>
            </a:r>
            <a:r>
              <a:rPr kumimoji="0" sz="2400" b="0" i="0" u="none" strike="noStrike" kern="1200" cap="none" spc="-60" normalizeH="0" baseline="0" noProof="0" dirty="0">
                <a:ln>
                  <a:noFill/>
                </a:ln>
                <a:effectLst/>
                <a:uLnTx/>
                <a:uFillTx/>
                <a:latin typeface="Arial"/>
                <a:ea typeface="微软雅黑"/>
                <a:cs typeface="Arial"/>
              </a:rPr>
              <a:t>thế  </a:t>
            </a:r>
            <a:r>
              <a:rPr kumimoji="0" sz="2400" b="0" i="0" u="none" strike="noStrike" kern="1200" cap="none" spc="-145" normalizeH="0" baseline="0" noProof="0" dirty="0">
                <a:ln>
                  <a:noFill/>
                </a:ln>
                <a:effectLst/>
                <a:uLnTx/>
                <a:uFillTx/>
                <a:latin typeface="Arial"/>
                <a:ea typeface="微软雅黑"/>
                <a:cs typeface="Arial"/>
              </a:rPr>
              <a:t>kỷ </a:t>
            </a:r>
            <a:r>
              <a:rPr kumimoji="0" sz="2400" b="0" i="0" u="none" strike="noStrike" kern="1200" cap="none" spc="-85" normalizeH="0" baseline="0" noProof="0" dirty="0">
                <a:ln>
                  <a:noFill/>
                </a:ln>
                <a:effectLst/>
                <a:uLnTx/>
                <a:uFillTx/>
                <a:latin typeface="Arial"/>
                <a:ea typeface="微软雅黑"/>
                <a:cs typeface="Arial"/>
              </a:rPr>
              <a:t>18 </a:t>
            </a:r>
            <a:r>
              <a:rPr kumimoji="0" sz="2400" b="0" i="0" u="none" strike="noStrike" kern="1200" cap="none" spc="-105" normalizeH="0" baseline="0" noProof="0" dirty="0">
                <a:ln>
                  <a:noFill/>
                </a:ln>
                <a:effectLst/>
                <a:uLnTx/>
                <a:uFillTx/>
                <a:latin typeface="Arial"/>
                <a:ea typeface="微软雅黑"/>
                <a:cs typeface="Arial"/>
              </a:rPr>
              <a:t>đầu </a:t>
            </a:r>
            <a:r>
              <a:rPr kumimoji="0" sz="2400" b="0" i="0" u="none" strike="noStrike" kern="1200" cap="none" spc="-60" normalizeH="0" baseline="0" noProof="0" dirty="0">
                <a:ln>
                  <a:noFill/>
                </a:ln>
                <a:effectLst/>
                <a:uLnTx/>
                <a:uFillTx/>
                <a:latin typeface="Arial"/>
                <a:ea typeface="微软雅黑"/>
                <a:cs typeface="Arial"/>
              </a:rPr>
              <a:t>thế </a:t>
            </a:r>
            <a:r>
              <a:rPr kumimoji="0" sz="2400" b="0" i="0" u="none" strike="noStrike" kern="1200" cap="none" spc="-145" normalizeH="0" baseline="0" noProof="0" dirty="0">
                <a:ln>
                  <a:noFill/>
                </a:ln>
                <a:effectLst/>
                <a:uLnTx/>
                <a:uFillTx/>
                <a:latin typeface="Arial"/>
                <a:ea typeface="微软雅黑"/>
                <a:cs typeface="Arial"/>
              </a:rPr>
              <a:t>kỷ </a:t>
            </a:r>
            <a:r>
              <a:rPr kumimoji="0" sz="2400" b="0" i="0" u="none" strike="noStrike" kern="1200" cap="none" spc="-70" normalizeH="0" baseline="0" noProof="0" dirty="0">
                <a:ln>
                  <a:noFill/>
                </a:ln>
                <a:effectLst/>
                <a:uLnTx/>
                <a:uFillTx/>
                <a:latin typeface="Arial"/>
                <a:ea typeface="微软雅黑"/>
                <a:cs typeface="Arial"/>
              </a:rPr>
              <a:t>19, </a:t>
            </a:r>
            <a:r>
              <a:rPr kumimoji="0" sz="2400" b="0" i="0" u="none" strike="noStrike" kern="1200" cap="none" spc="-135" normalizeH="0" baseline="0" noProof="0" dirty="0">
                <a:ln>
                  <a:noFill/>
                </a:ln>
                <a:effectLst/>
                <a:uLnTx/>
                <a:uFillTx/>
                <a:latin typeface="Arial"/>
                <a:ea typeface="微软雅黑"/>
                <a:cs typeface="Arial"/>
              </a:rPr>
              <a:t>mở </a:t>
            </a:r>
            <a:r>
              <a:rPr kumimoji="0" sz="2400" b="0" i="0" u="none" strike="noStrike" kern="1200" cap="none" spc="-105" normalizeH="0" baseline="0" noProof="0" dirty="0">
                <a:ln>
                  <a:noFill/>
                </a:ln>
                <a:effectLst/>
                <a:uLnTx/>
                <a:uFillTx/>
                <a:latin typeface="Arial"/>
                <a:ea typeface="微软雅黑"/>
                <a:cs typeface="Arial"/>
              </a:rPr>
              <a:t>đầu </a:t>
            </a:r>
            <a:r>
              <a:rPr kumimoji="0" sz="2400" b="0" i="0" u="none" strike="noStrike" kern="1200" cap="none" spc="-200" normalizeH="0" baseline="0" noProof="0" dirty="0">
                <a:ln>
                  <a:noFill/>
                </a:ln>
                <a:effectLst/>
                <a:uLnTx/>
                <a:uFillTx/>
                <a:latin typeface="Arial"/>
                <a:ea typeface="微软雅黑"/>
                <a:cs typeface="Arial"/>
              </a:rPr>
              <a:t>cơ  </a:t>
            </a:r>
            <a:r>
              <a:rPr kumimoji="0" sz="2400" b="0" i="0" u="none" strike="noStrike" kern="1200" cap="none" spc="-130" normalizeH="0" baseline="0" noProof="0" dirty="0">
                <a:ln>
                  <a:noFill/>
                </a:ln>
                <a:effectLst/>
                <a:uLnTx/>
                <a:uFillTx/>
                <a:latin typeface="Arial"/>
                <a:ea typeface="微软雅黑"/>
                <a:cs typeface="Arial"/>
              </a:rPr>
              <a:t>giới </a:t>
            </a:r>
            <a:r>
              <a:rPr kumimoji="0" sz="2400" b="0" i="0" u="none" strike="noStrike" kern="1200" cap="none" spc="-120" normalizeH="0" baseline="0" noProof="0" dirty="0">
                <a:ln>
                  <a:noFill/>
                </a:ln>
                <a:effectLst/>
                <a:uLnTx/>
                <a:uFillTx/>
                <a:latin typeface="Arial"/>
                <a:ea typeface="微软雅黑"/>
                <a:cs typeface="Arial"/>
              </a:rPr>
              <a:t>hóa </a:t>
            </a:r>
            <a:r>
              <a:rPr kumimoji="0" sz="2400" b="0" i="0" u="none" strike="noStrike" kern="1200" cap="none" spc="-150" normalizeH="0" baseline="0" noProof="0" dirty="0">
                <a:ln>
                  <a:noFill/>
                </a:ln>
                <a:effectLst/>
                <a:uLnTx/>
                <a:uFillTx/>
                <a:latin typeface="Arial"/>
                <a:ea typeface="微软雅黑"/>
                <a:cs typeface="Arial"/>
              </a:rPr>
              <a:t>ngành </a:t>
            </a:r>
            <a:r>
              <a:rPr kumimoji="0" sz="2400" b="0" i="0" u="none" strike="noStrike" kern="1200" cap="none" spc="-60" normalizeH="0" baseline="0" noProof="0" dirty="0">
                <a:ln>
                  <a:noFill/>
                </a:ln>
                <a:effectLst/>
                <a:uLnTx/>
                <a:uFillTx/>
                <a:latin typeface="Arial"/>
                <a:ea typeface="微软雅黑"/>
                <a:cs typeface="Arial"/>
              </a:rPr>
              <a:t>dệt</a:t>
            </a:r>
            <a:r>
              <a:rPr kumimoji="0" sz="2400" b="0" i="0" u="none" strike="noStrike" kern="1200" cap="none" spc="-20" normalizeH="0" baseline="0" noProof="0" dirty="0">
                <a:ln>
                  <a:noFill/>
                </a:ln>
                <a:effectLst/>
                <a:uLnTx/>
                <a:uFillTx/>
                <a:latin typeface="Arial"/>
                <a:ea typeface="微软雅黑"/>
                <a:cs typeface="Arial"/>
              </a:rPr>
              <a:t> </a:t>
            </a:r>
            <a:r>
              <a:rPr kumimoji="0" sz="2400" b="0" i="0" u="none" strike="noStrike" kern="1200" cap="none" spc="-135" normalizeH="0" baseline="0" noProof="0" dirty="0">
                <a:ln>
                  <a:noFill/>
                </a:ln>
                <a:effectLst/>
                <a:uLnTx/>
                <a:uFillTx/>
                <a:latin typeface="Arial"/>
                <a:ea typeface="微软雅黑"/>
                <a:cs typeface="Arial"/>
              </a:rPr>
              <a:t>may</a:t>
            </a:r>
            <a:endParaRPr kumimoji="0" sz="2400" b="0" i="0" u="none" strike="noStrike" kern="1200" cap="none" spc="0" normalizeH="0" baseline="0" noProof="0">
              <a:ln>
                <a:noFill/>
              </a:ln>
              <a:effectLst/>
              <a:uLnTx/>
              <a:uFillTx/>
              <a:latin typeface="Arial"/>
              <a:ea typeface="微软雅黑"/>
              <a:cs typeface="Arial"/>
            </a:endParaRPr>
          </a:p>
          <a:p>
            <a:pPr marL="295910" marR="5080" lvl="0" indent="-283210" algn="l"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114" normalizeH="0" baseline="0" noProof="0" dirty="0">
                <a:ln>
                  <a:noFill/>
                </a:ln>
                <a:effectLst/>
                <a:uLnTx/>
                <a:uFillTx/>
                <a:latin typeface="Arial"/>
                <a:ea typeface="微软雅黑"/>
                <a:cs typeface="Arial"/>
              </a:rPr>
              <a:t>Năm </a:t>
            </a:r>
            <a:r>
              <a:rPr kumimoji="0" sz="2400" b="0" i="0" u="none" strike="noStrike" kern="1200" cap="none" spc="-75" normalizeH="0" baseline="0" noProof="0" dirty="0">
                <a:ln>
                  <a:noFill/>
                </a:ln>
                <a:effectLst/>
                <a:uLnTx/>
                <a:uFillTx/>
                <a:latin typeface="Arial"/>
                <a:ea typeface="微软雅黑"/>
                <a:cs typeface="Arial"/>
              </a:rPr>
              <a:t>1784, </a:t>
            </a:r>
            <a:r>
              <a:rPr kumimoji="0" sz="2400" b="0" i="0" u="none" strike="noStrike" kern="1200" cap="none" spc="-215" normalizeH="0" baseline="0" noProof="0" dirty="0">
                <a:ln>
                  <a:noFill/>
                </a:ln>
                <a:effectLst/>
                <a:uLnTx/>
                <a:uFillTx/>
                <a:latin typeface="Arial"/>
                <a:ea typeface="微软雅黑"/>
                <a:cs typeface="Arial"/>
              </a:rPr>
              <a:t>James </a:t>
            </a:r>
            <a:r>
              <a:rPr kumimoji="0" sz="2400" b="0" i="0" u="none" strike="noStrike" kern="1200" cap="none" spc="-20" normalizeH="0" baseline="0" noProof="0" dirty="0">
                <a:ln>
                  <a:noFill/>
                </a:ln>
                <a:effectLst/>
                <a:uLnTx/>
                <a:uFillTx/>
                <a:latin typeface="Arial"/>
                <a:ea typeface="微软雅黑"/>
                <a:cs typeface="Arial"/>
              </a:rPr>
              <a:t>Watt </a:t>
            </a:r>
            <a:r>
              <a:rPr kumimoji="0" sz="2400" b="0" i="0" u="none" strike="noStrike" kern="1200" cap="none" spc="-85" normalizeH="0" baseline="0" noProof="0" dirty="0">
                <a:ln>
                  <a:noFill/>
                </a:ln>
                <a:effectLst/>
                <a:uLnTx/>
                <a:uFillTx/>
                <a:latin typeface="Arial"/>
                <a:ea typeface="微软雅黑"/>
                <a:cs typeface="Arial"/>
              </a:rPr>
              <a:t>đã phát  </a:t>
            </a:r>
            <a:r>
              <a:rPr kumimoji="0" sz="2400" b="0" i="0" u="none" strike="noStrike" kern="1200" cap="none" spc="-114" normalizeH="0" baseline="0" noProof="0" dirty="0">
                <a:ln>
                  <a:noFill/>
                </a:ln>
                <a:effectLst/>
                <a:uLnTx/>
                <a:uFillTx/>
                <a:latin typeface="Arial"/>
                <a:ea typeface="微软雅黑"/>
                <a:cs typeface="Arial"/>
              </a:rPr>
              <a:t>minh </a:t>
            </a:r>
            <a:r>
              <a:rPr kumimoji="0" sz="2400" b="0" i="0" u="none" strike="noStrike" kern="1200" cap="none" spc="-85" normalizeH="0" baseline="0" noProof="0" dirty="0">
                <a:ln>
                  <a:noFill/>
                </a:ln>
                <a:effectLst/>
                <a:uLnTx/>
                <a:uFillTx/>
                <a:latin typeface="Arial"/>
                <a:ea typeface="微软雅黑"/>
                <a:cs typeface="Arial"/>
              </a:rPr>
              <a:t>ra </a:t>
            </a:r>
            <a:r>
              <a:rPr kumimoji="0" sz="2400" b="0" i="0" u="none" strike="noStrike" kern="1200" cap="none" spc="-135" normalizeH="0" baseline="0" noProof="0" dirty="0">
                <a:ln>
                  <a:noFill/>
                </a:ln>
                <a:effectLst/>
                <a:uLnTx/>
                <a:uFillTx/>
                <a:latin typeface="Arial"/>
                <a:ea typeface="微软雅黑"/>
                <a:cs typeface="Arial"/>
              </a:rPr>
              <a:t>máy </a:t>
            </a:r>
            <a:r>
              <a:rPr kumimoji="0" sz="2400" b="0" i="0" u="none" strike="noStrike" kern="1200" cap="none" spc="-110" normalizeH="0" baseline="0" noProof="0" dirty="0">
                <a:ln>
                  <a:noFill/>
                </a:ln>
                <a:effectLst/>
                <a:uLnTx/>
                <a:uFillTx/>
                <a:latin typeface="Arial"/>
                <a:ea typeface="微软雅黑"/>
                <a:cs typeface="Arial"/>
              </a:rPr>
              <a:t>hơi </a:t>
            </a:r>
            <a:r>
              <a:rPr kumimoji="0" sz="2400" b="0" i="0" u="none" strike="noStrike" kern="1200" cap="none" spc="-135" normalizeH="0" baseline="0" noProof="0" dirty="0">
                <a:ln>
                  <a:noFill/>
                </a:ln>
                <a:effectLst/>
                <a:uLnTx/>
                <a:uFillTx/>
                <a:latin typeface="Arial"/>
                <a:ea typeface="微软雅黑"/>
                <a:cs typeface="Arial"/>
              </a:rPr>
              <a:t>nước. </a:t>
            </a:r>
            <a:r>
              <a:rPr kumimoji="0" sz="2400" b="0" i="0" u="none" strike="noStrike" kern="1200" cap="none" spc="-175" normalizeH="0" baseline="0" noProof="0" dirty="0">
                <a:ln>
                  <a:noFill/>
                </a:ln>
                <a:effectLst/>
                <a:uLnTx/>
                <a:uFillTx/>
                <a:latin typeface="Arial"/>
                <a:ea typeface="微软雅黑"/>
                <a:cs typeface="Arial"/>
              </a:rPr>
              <a:t>Từ </a:t>
            </a:r>
            <a:r>
              <a:rPr kumimoji="0" sz="2400" b="0" i="0" u="none" strike="noStrike" kern="1200" cap="none" spc="-110" normalizeH="0" baseline="0" noProof="0" dirty="0">
                <a:ln>
                  <a:noFill/>
                </a:ln>
                <a:effectLst/>
                <a:uLnTx/>
                <a:uFillTx/>
                <a:latin typeface="Arial"/>
                <a:ea typeface="微软雅黑"/>
                <a:cs typeface="Arial"/>
              </a:rPr>
              <a:t>đây  </a:t>
            </a:r>
            <a:r>
              <a:rPr kumimoji="0" sz="2400" b="0" i="0" u="none" strike="noStrike" kern="1200" cap="none" spc="-120" normalizeH="0" baseline="0" noProof="0" dirty="0">
                <a:ln>
                  <a:noFill/>
                </a:ln>
                <a:effectLst/>
                <a:uLnTx/>
                <a:uFillTx/>
                <a:latin typeface="Arial"/>
                <a:ea typeface="微软雅黑"/>
                <a:cs typeface="Arial"/>
              </a:rPr>
              <a:t>nhà </a:t>
            </a:r>
            <a:r>
              <a:rPr kumimoji="0" sz="2400" b="0" i="0" u="none" strike="noStrike" kern="1200" cap="none" spc="-135" normalizeH="0" baseline="0" noProof="0" dirty="0">
                <a:ln>
                  <a:noFill/>
                </a:ln>
                <a:effectLst/>
                <a:uLnTx/>
                <a:uFillTx/>
                <a:latin typeface="Arial"/>
                <a:ea typeface="微软雅黑"/>
                <a:cs typeface="Arial"/>
              </a:rPr>
              <a:t>máy </a:t>
            </a:r>
            <a:r>
              <a:rPr kumimoji="0" sz="2400" b="0" i="0" u="none" strike="noStrike" kern="1200" cap="none" spc="-60" normalizeH="0" baseline="0" noProof="0" dirty="0">
                <a:ln>
                  <a:noFill/>
                </a:ln>
                <a:effectLst/>
                <a:uLnTx/>
                <a:uFillTx/>
                <a:latin typeface="Arial"/>
                <a:ea typeface="微软雅黑"/>
                <a:cs typeface="Arial"/>
              </a:rPr>
              <a:t>dệt </a:t>
            </a:r>
            <a:r>
              <a:rPr kumimoji="0" sz="2400" b="0" i="0" u="none" strike="noStrike" kern="1200" cap="none" spc="-200" normalizeH="0" baseline="0" noProof="0" dirty="0">
                <a:ln>
                  <a:noFill/>
                </a:ln>
                <a:effectLst/>
                <a:uLnTx/>
                <a:uFillTx/>
                <a:latin typeface="Arial"/>
                <a:ea typeface="微软雅黑"/>
                <a:cs typeface="Arial"/>
              </a:rPr>
              <a:t>có </a:t>
            </a:r>
            <a:r>
              <a:rPr kumimoji="0" sz="2400" b="0" i="0" u="none" strike="noStrike" kern="1200" cap="none" spc="-60" normalizeH="0" baseline="0" noProof="0" dirty="0">
                <a:ln>
                  <a:noFill/>
                </a:ln>
                <a:effectLst/>
                <a:uLnTx/>
                <a:uFillTx/>
                <a:latin typeface="Arial"/>
                <a:ea typeface="微软雅黑"/>
                <a:cs typeface="Arial"/>
              </a:rPr>
              <a:t>thể </a:t>
            </a:r>
            <a:r>
              <a:rPr kumimoji="0" sz="2400" b="0" i="0" u="none" strike="noStrike" kern="1200" cap="none" spc="-45" normalizeH="0" baseline="0" noProof="0" dirty="0">
                <a:ln>
                  <a:noFill/>
                </a:ln>
                <a:effectLst/>
                <a:uLnTx/>
                <a:uFillTx/>
                <a:latin typeface="Arial"/>
                <a:ea typeface="微软雅黑"/>
                <a:cs typeface="Arial"/>
              </a:rPr>
              <a:t>đặt </a:t>
            </a:r>
            <a:r>
              <a:rPr kumimoji="0" sz="2400" b="0" i="0" u="none" strike="noStrike" kern="1200" cap="none" spc="-70" normalizeH="0" baseline="0" noProof="0" dirty="0">
                <a:ln>
                  <a:noFill/>
                </a:ln>
                <a:effectLst/>
                <a:uLnTx/>
                <a:uFillTx/>
                <a:latin typeface="Arial"/>
                <a:ea typeface="微软雅黑"/>
                <a:cs typeface="Arial"/>
              </a:rPr>
              <a:t>bất </a:t>
            </a:r>
            <a:r>
              <a:rPr kumimoji="0" sz="2400" b="0" i="0" u="none" strike="noStrike" kern="1200" cap="none" spc="-204" normalizeH="0" baseline="0" noProof="0" dirty="0">
                <a:ln>
                  <a:noFill/>
                </a:ln>
                <a:effectLst/>
                <a:uLnTx/>
                <a:uFillTx/>
                <a:latin typeface="Arial"/>
                <a:ea typeface="微软雅黑"/>
                <a:cs typeface="Arial"/>
              </a:rPr>
              <a:t>cứ </a:t>
            </a:r>
            <a:r>
              <a:rPr kumimoji="0" sz="2400" b="0" i="0" u="none" strike="noStrike" kern="1200" cap="none" spc="-110" normalizeH="0" baseline="0" noProof="0" dirty="0">
                <a:ln>
                  <a:noFill/>
                </a:ln>
                <a:effectLst/>
                <a:uLnTx/>
                <a:uFillTx/>
                <a:latin typeface="Arial"/>
                <a:ea typeface="微软雅黑"/>
                <a:cs typeface="Arial"/>
              </a:rPr>
              <a:t>nơi  </a:t>
            </a:r>
            <a:r>
              <a:rPr kumimoji="0" sz="2400" b="0" i="0" u="none" strike="noStrike" kern="1200" cap="none" spc="-95" normalizeH="0" baseline="0" noProof="0" dirty="0">
                <a:ln>
                  <a:noFill/>
                </a:ln>
                <a:effectLst/>
                <a:uLnTx/>
                <a:uFillTx/>
                <a:latin typeface="Arial"/>
                <a:ea typeface="微软雅黑"/>
                <a:cs typeface="Arial"/>
              </a:rPr>
              <a:t>nào. </a:t>
            </a:r>
            <a:r>
              <a:rPr kumimoji="0" sz="2400" b="0" i="0" u="none" strike="noStrike" kern="1200" cap="none" spc="-20" normalizeH="0" baseline="0" noProof="0" dirty="0">
                <a:ln>
                  <a:noFill/>
                </a:ln>
                <a:effectLst/>
                <a:uLnTx/>
                <a:uFillTx/>
                <a:latin typeface="Arial"/>
                <a:ea typeface="微软雅黑"/>
                <a:cs typeface="Arial"/>
              </a:rPr>
              <a:t>Mở </a:t>
            </a:r>
            <a:r>
              <a:rPr kumimoji="0" sz="2400" b="0" i="0" u="none" strike="noStrike" kern="1200" cap="none" spc="-105" normalizeH="0" baseline="0" noProof="0" dirty="0">
                <a:ln>
                  <a:noFill/>
                </a:ln>
                <a:effectLst/>
                <a:uLnTx/>
                <a:uFillTx/>
                <a:latin typeface="Arial"/>
                <a:ea typeface="微软雅黑"/>
                <a:cs typeface="Arial"/>
              </a:rPr>
              <a:t>đầu </a:t>
            </a:r>
            <a:r>
              <a:rPr kumimoji="0" sz="2400" b="0" i="0" u="none" strike="noStrike" kern="1200" cap="none" spc="-120" normalizeH="0" baseline="0" noProof="0" dirty="0">
                <a:ln>
                  <a:noFill/>
                </a:ln>
                <a:effectLst/>
                <a:uLnTx/>
                <a:uFillTx/>
                <a:latin typeface="Arial"/>
                <a:ea typeface="微软雅黑"/>
                <a:cs typeface="Arial"/>
              </a:rPr>
              <a:t>quá </a:t>
            </a:r>
            <a:r>
              <a:rPr kumimoji="0" sz="2400" b="0" i="0" u="none" strike="noStrike" kern="1200" cap="none" spc="-70" normalizeH="0" baseline="0" noProof="0" dirty="0">
                <a:ln>
                  <a:noFill/>
                </a:ln>
                <a:effectLst/>
                <a:uLnTx/>
                <a:uFillTx/>
                <a:latin typeface="Arial"/>
                <a:ea typeface="微软雅黑"/>
                <a:cs typeface="Arial"/>
              </a:rPr>
              <a:t>trình </a:t>
            </a:r>
            <a:r>
              <a:rPr kumimoji="0" sz="2400" b="0" i="0" u="none" strike="noStrike" kern="1200" cap="none" spc="-200" normalizeH="0" baseline="0" noProof="0" dirty="0">
                <a:ln>
                  <a:noFill/>
                </a:ln>
                <a:effectLst/>
                <a:uLnTx/>
                <a:uFillTx/>
                <a:latin typeface="Arial"/>
                <a:ea typeface="微软雅黑"/>
                <a:cs typeface="Arial"/>
              </a:rPr>
              <a:t>cơ </a:t>
            </a:r>
            <a:r>
              <a:rPr kumimoji="0" sz="2400" b="0" i="0" u="none" strike="noStrike" kern="1200" cap="none" spc="-130" normalizeH="0" baseline="0" noProof="0" dirty="0">
                <a:ln>
                  <a:noFill/>
                </a:ln>
                <a:effectLst/>
                <a:uLnTx/>
                <a:uFillTx/>
                <a:latin typeface="Arial"/>
                <a:ea typeface="微软雅黑"/>
                <a:cs typeface="Arial"/>
              </a:rPr>
              <a:t>giới  </a:t>
            </a:r>
            <a:r>
              <a:rPr kumimoji="0" sz="2400" b="0" i="0" u="none" strike="noStrike" kern="1200" cap="none" spc="-95" normalizeH="0" baseline="0" noProof="0" dirty="0">
                <a:ln>
                  <a:noFill/>
                </a:ln>
                <a:effectLst/>
                <a:uLnTx/>
                <a:uFillTx/>
                <a:latin typeface="Arial"/>
                <a:ea typeface="微软雅黑"/>
                <a:cs typeface="Arial"/>
              </a:rPr>
              <a:t>hoá.</a:t>
            </a:r>
            <a:endParaRPr kumimoji="0" sz="2400" b="0" i="0" u="none" strike="noStrike" kern="1200" cap="none" spc="0" normalizeH="0" baseline="0" noProof="0">
              <a:ln>
                <a:noFill/>
              </a:ln>
              <a:effectLst/>
              <a:uLnTx/>
              <a:uFillTx/>
              <a:latin typeface="Arial"/>
              <a:ea typeface="微软雅黑"/>
              <a:cs typeface="Arial"/>
            </a:endParaRPr>
          </a:p>
          <a:p>
            <a:pPr marL="295910" marR="5715" lvl="0" indent="-283210" algn="l"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114" normalizeH="0" baseline="0" noProof="0">
                <a:ln>
                  <a:noFill/>
                </a:ln>
                <a:effectLst/>
                <a:uLnTx/>
                <a:uFillTx/>
                <a:latin typeface="Arial"/>
                <a:ea typeface="微软雅黑"/>
                <a:cs typeface="Arial"/>
              </a:rPr>
              <a:t>Năm </a:t>
            </a:r>
            <a:r>
              <a:rPr kumimoji="0" sz="2400" b="0" i="0" u="none" strike="noStrike" kern="1200" cap="none" spc="-75" normalizeH="0" baseline="0" noProof="0">
                <a:ln>
                  <a:noFill/>
                </a:ln>
                <a:effectLst/>
                <a:uLnTx/>
                <a:uFillTx/>
                <a:latin typeface="Arial"/>
                <a:ea typeface="微软雅黑"/>
                <a:cs typeface="Arial"/>
              </a:rPr>
              <a:t>1785,</a:t>
            </a:r>
            <a:r>
              <a:rPr kumimoji="0" lang="en-US" sz="2400" b="0" i="0" u="none" strike="noStrike" kern="1200" cap="none" spc="-75" normalizeH="0" baseline="0" noProof="0">
                <a:ln>
                  <a:noFill/>
                </a:ln>
                <a:effectLst/>
                <a:uLnTx/>
                <a:uFillTx/>
                <a:latin typeface="Arial"/>
                <a:ea typeface="微软雅黑"/>
                <a:cs typeface="Arial"/>
              </a:rPr>
              <a:t> </a:t>
            </a:r>
            <a:r>
              <a:rPr kumimoji="0" sz="2400" b="0" i="0" u="none" strike="noStrike" kern="1200" cap="none" spc="-95" normalizeH="0" baseline="0" noProof="0">
                <a:ln>
                  <a:noFill/>
                </a:ln>
                <a:effectLst/>
                <a:uLnTx/>
                <a:uFillTx/>
                <a:latin typeface="Arial"/>
                <a:ea typeface="微软雅黑"/>
                <a:cs typeface="Arial"/>
              </a:rPr>
              <a:t>linh </a:t>
            </a:r>
            <a:r>
              <a:rPr kumimoji="0" sz="2400" b="0" i="0" u="none" strike="noStrike" kern="1200" cap="none" spc="-175" normalizeH="0" baseline="0" noProof="0" dirty="0">
                <a:ln>
                  <a:noFill/>
                </a:ln>
                <a:effectLst/>
                <a:uLnTx/>
                <a:uFillTx/>
                <a:latin typeface="Arial"/>
                <a:ea typeface="微软雅黑"/>
                <a:cs typeface="Arial"/>
              </a:rPr>
              <a:t>mục </a:t>
            </a:r>
            <a:r>
              <a:rPr kumimoji="0" sz="2400" b="0" i="0" u="none" strike="noStrike" kern="1200" cap="none" spc="-170" normalizeH="0" baseline="0" noProof="0" dirty="0">
                <a:ln>
                  <a:noFill/>
                </a:ln>
                <a:effectLst/>
                <a:uLnTx/>
                <a:uFillTx/>
                <a:latin typeface="Arial"/>
                <a:ea typeface="微软雅黑"/>
                <a:cs typeface="Arial"/>
              </a:rPr>
              <a:t>Edmund  </a:t>
            </a:r>
            <a:r>
              <a:rPr kumimoji="0" sz="2400" b="0" i="0" u="none" strike="noStrike" kern="1200" cap="none" spc="-105" normalizeH="0" baseline="0" noProof="0" dirty="0">
                <a:ln>
                  <a:noFill/>
                </a:ln>
                <a:effectLst/>
                <a:uLnTx/>
                <a:uFillTx/>
                <a:latin typeface="Arial"/>
                <a:ea typeface="微软雅黑"/>
                <a:cs typeface="Arial"/>
              </a:rPr>
              <a:t>Cartwright </a:t>
            </a:r>
            <a:r>
              <a:rPr kumimoji="0" sz="2400" b="0" i="0" u="none" strike="noStrike" kern="1200" cap="none" spc="-175" normalizeH="0" baseline="0" noProof="0" dirty="0">
                <a:ln>
                  <a:noFill/>
                </a:ln>
                <a:effectLst/>
                <a:uLnTx/>
                <a:uFillTx/>
                <a:latin typeface="Arial"/>
                <a:ea typeface="微软雅黑"/>
                <a:cs typeface="Arial"/>
              </a:rPr>
              <a:t>cho </a:t>
            </a:r>
            <a:r>
              <a:rPr kumimoji="0" sz="2400" b="0" i="0" u="none" strike="noStrike" kern="1200" cap="none" spc="-85" normalizeH="0" baseline="0" noProof="0" dirty="0">
                <a:ln>
                  <a:noFill/>
                </a:ln>
                <a:effectLst/>
                <a:uLnTx/>
                <a:uFillTx/>
                <a:latin typeface="Arial"/>
                <a:ea typeface="微软雅黑"/>
                <a:cs typeface="Arial"/>
              </a:rPr>
              <a:t>ra đời </a:t>
            </a:r>
            <a:r>
              <a:rPr kumimoji="0" sz="2400" b="0" i="0" u="none" strike="noStrike" kern="1200" cap="none" spc="-75" normalizeH="0" baseline="0" noProof="0" dirty="0">
                <a:ln>
                  <a:noFill/>
                </a:ln>
                <a:effectLst/>
                <a:uLnTx/>
                <a:uFillTx/>
                <a:latin typeface="Arial"/>
                <a:ea typeface="微软雅黑"/>
                <a:cs typeface="Arial"/>
              </a:rPr>
              <a:t>một </a:t>
            </a:r>
            <a:r>
              <a:rPr kumimoji="0" sz="2400" b="0" i="0" u="none" strike="noStrike" kern="1200" cap="none" spc="-85" normalizeH="0" baseline="0" noProof="0" dirty="0">
                <a:ln>
                  <a:noFill/>
                </a:ln>
                <a:effectLst/>
                <a:uLnTx/>
                <a:uFillTx/>
                <a:latin typeface="Arial"/>
                <a:ea typeface="微软雅黑"/>
                <a:cs typeface="Arial"/>
              </a:rPr>
              <a:t>phát  </a:t>
            </a:r>
            <a:r>
              <a:rPr kumimoji="0" sz="2400" b="0" i="0" u="none" strike="noStrike" kern="1200" cap="none" spc="-114" normalizeH="0" baseline="0" noProof="0" dirty="0">
                <a:ln>
                  <a:noFill/>
                </a:ln>
                <a:effectLst/>
                <a:uLnTx/>
                <a:uFillTx/>
                <a:latin typeface="Arial"/>
                <a:ea typeface="微软雅黑"/>
                <a:cs typeface="Arial"/>
              </a:rPr>
              <a:t>minh </a:t>
            </a:r>
            <a:r>
              <a:rPr kumimoji="0" sz="2400" b="0" i="0" u="none" strike="noStrike" kern="1200" cap="none" spc="-130" normalizeH="0" baseline="0" noProof="0" dirty="0">
                <a:ln>
                  <a:noFill/>
                </a:ln>
                <a:effectLst/>
                <a:uLnTx/>
                <a:uFillTx/>
                <a:latin typeface="Arial"/>
                <a:ea typeface="微软雅黑"/>
                <a:cs typeface="Arial"/>
              </a:rPr>
              <a:t>quan </a:t>
            </a:r>
            <a:r>
              <a:rPr kumimoji="0" sz="2400" b="0" i="0" u="none" strike="noStrike" kern="1200" cap="none" spc="-110" normalizeH="0" baseline="0" noProof="0" dirty="0">
                <a:ln>
                  <a:noFill/>
                </a:ln>
                <a:effectLst/>
                <a:uLnTx/>
                <a:uFillTx/>
                <a:latin typeface="Arial"/>
                <a:ea typeface="微软雅黑"/>
                <a:cs typeface="Arial"/>
              </a:rPr>
              <a:t>trọng </a:t>
            </a:r>
            <a:r>
              <a:rPr kumimoji="0" sz="2400" b="0" i="0" u="none" strike="noStrike" kern="1200" cap="none" spc="-105" normalizeH="0" baseline="0" noProof="0" dirty="0">
                <a:ln>
                  <a:noFill/>
                </a:ln>
                <a:effectLst/>
                <a:uLnTx/>
                <a:uFillTx/>
                <a:latin typeface="Arial"/>
                <a:ea typeface="微软雅黑"/>
                <a:cs typeface="Arial"/>
              </a:rPr>
              <a:t>trong </a:t>
            </a:r>
            <a:r>
              <a:rPr kumimoji="0" sz="2400" b="0" i="0" u="none" strike="noStrike" kern="1200" cap="none" spc="-155" normalizeH="0" baseline="0" noProof="0" dirty="0">
                <a:ln>
                  <a:noFill/>
                </a:ln>
                <a:effectLst/>
                <a:uLnTx/>
                <a:uFillTx/>
                <a:latin typeface="Arial"/>
                <a:ea typeface="微软雅黑"/>
                <a:cs typeface="Arial"/>
              </a:rPr>
              <a:t>ngành </a:t>
            </a:r>
            <a:r>
              <a:rPr kumimoji="0" sz="2400" b="0" i="0" u="none" strike="noStrike" kern="1200" cap="none" spc="-60" normalizeH="0" baseline="0" noProof="0" dirty="0">
                <a:ln>
                  <a:noFill/>
                </a:ln>
                <a:effectLst/>
                <a:uLnTx/>
                <a:uFillTx/>
                <a:latin typeface="Arial"/>
                <a:ea typeface="微软雅黑"/>
                <a:cs typeface="Arial"/>
              </a:rPr>
              <a:t>dệt  </a:t>
            </a:r>
            <a:r>
              <a:rPr kumimoji="0" sz="2400" b="0" i="0" u="none" strike="noStrike" kern="1200" cap="none" spc="-85" normalizeH="0" baseline="0" noProof="0" dirty="0">
                <a:ln>
                  <a:noFill/>
                </a:ln>
                <a:effectLst/>
                <a:uLnTx/>
                <a:uFillTx/>
                <a:latin typeface="Arial"/>
                <a:ea typeface="微软雅黑"/>
                <a:cs typeface="Arial"/>
              </a:rPr>
              <a:t>là </a:t>
            </a:r>
            <a:r>
              <a:rPr kumimoji="0" sz="2400" b="0" i="0" u="none" strike="noStrike" kern="1200" cap="none" spc="-135" normalizeH="0" baseline="0" noProof="0" dirty="0">
                <a:ln>
                  <a:noFill/>
                </a:ln>
                <a:effectLst/>
                <a:uLnTx/>
                <a:uFillTx/>
                <a:latin typeface="Arial"/>
                <a:ea typeface="微软雅黑"/>
                <a:cs typeface="Arial"/>
              </a:rPr>
              <a:t>máy </a:t>
            </a:r>
            <a:r>
              <a:rPr kumimoji="0" sz="2400" b="0" i="0" u="none" strike="noStrike" kern="1200" cap="none" spc="-60" normalizeH="0" baseline="0" noProof="0" dirty="0">
                <a:ln>
                  <a:noFill/>
                </a:ln>
                <a:effectLst/>
                <a:uLnTx/>
                <a:uFillTx/>
                <a:latin typeface="Arial"/>
                <a:ea typeface="微软雅黑"/>
                <a:cs typeface="Arial"/>
              </a:rPr>
              <a:t>dệt </a:t>
            </a:r>
            <a:r>
              <a:rPr kumimoji="0" sz="2400" b="0" i="0" u="none" strike="noStrike" kern="1200" cap="none" spc="-85" normalizeH="0" baseline="0" noProof="0" dirty="0">
                <a:ln>
                  <a:noFill/>
                </a:ln>
                <a:effectLst/>
                <a:uLnTx/>
                <a:uFillTx/>
                <a:latin typeface="Arial"/>
                <a:ea typeface="微软雅黑"/>
                <a:cs typeface="Arial"/>
              </a:rPr>
              <a:t>vải, </a:t>
            </a:r>
            <a:r>
              <a:rPr kumimoji="0" sz="2400" b="0" i="0" u="none" strike="noStrike" kern="1200" cap="none" spc="-120" normalizeH="0" baseline="0" noProof="0" dirty="0">
                <a:ln>
                  <a:noFill/>
                </a:ln>
                <a:effectLst/>
                <a:uLnTx/>
                <a:uFillTx/>
                <a:latin typeface="Arial"/>
                <a:ea typeface="微软雅黑"/>
                <a:cs typeface="Arial"/>
              </a:rPr>
              <a:t>tăng </a:t>
            </a:r>
            <a:r>
              <a:rPr kumimoji="0" sz="2400" b="0" i="0" u="none" strike="noStrike" kern="1200" cap="none" spc="-155" normalizeH="0" baseline="0" noProof="0" dirty="0">
                <a:ln>
                  <a:noFill/>
                </a:ln>
                <a:effectLst/>
                <a:uLnTx/>
                <a:uFillTx/>
                <a:latin typeface="Arial"/>
                <a:ea typeface="微软雅黑"/>
                <a:cs typeface="Arial"/>
              </a:rPr>
              <a:t>năng </a:t>
            </a:r>
            <a:r>
              <a:rPr kumimoji="0" sz="2400" b="0" i="0" u="none" strike="noStrike" kern="1200" cap="none" spc="-125" normalizeH="0" baseline="0" noProof="0" dirty="0">
                <a:ln>
                  <a:noFill/>
                </a:ln>
                <a:effectLst/>
                <a:uLnTx/>
                <a:uFillTx/>
                <a:latin typeface="Arial"/>
                <a:ea typeface="微软雅黑"/>
                <a:cs typeface="Arial"/>
              </a:rPr>
              <a:t>suất </a:t>
            </a:r>
            <a:r>
              <a:rPr kumimoji="0" sz="2400" b="0" i="0" u="none" strike="noStrike" kern="1200" cap="none" spc="-60" normalizeH="0" baseline="0" noProof="0" dirty="0">
                <a:ln>
                  <a:noFill/>
                </a:ln>
                <a:effectLst/>
                <a:uLnTx/>
                <a:uFillTx/>
                <a:latin typeface="Arial"/>
                <a:ea typeface="微软雅黑"/>
                <a:cs typeface="Arial"/>
              </a:rPr>
              <a:t>dệt  </a:t>
            </a:r>
            <a:r>
              <a:rPr kumimoji="0" sz="2400" b="0" i="0" u="none" strike="noStrike" kern="1200" cap="none" spc="-95" normalizeH="0" baseline="0" noProof="0" dirty="0">
                <a:ln>
                  <a:noFill/>
                </a:ln>
                <a:effectLst/>
                <a:uLnTx/>
                <a:uFillTx/>
                <a:latin typeface="Arial"/>
                <a:ea typeface="微软雅黑"/>
                <a:cs typeface="Arial"/>
              </a:rPr>
              <a:t>lên </a:t>
            </a:r>
            <a:r>
              <a:rPr kumimoji="0" sz="2400" b="0" i="0" u="none" strike="noStrike" kern="1200" cap="none" spc="-55" normalizeH="0" baseline="0" noProof="0" dirty="0">
                <a:ln>
                  <a:noFill/>
                </a:ln>
                <a:effectLst/>
                <a:uLnTx/>
                <a:uFillTx/>
                <a:latin typeface="Arial"/>
                <a:ea typeface="微软雅黑"/>
                <a:cs typeface="Arial"/>
              </a:rPr>
              <a:t>tới </a:t>
            </a:r>
            <a:r>
              <a:rPr kumimoji="0" sz="2400" b="0" i="0" u="none" strike="noStrike" kern="1200" cap="none" spc="-85" normalizeH="0" baseline="0" noProof="0" dirty="0">
                <a:ln>
                  <a:noFill/>
                </a:ln>
                <a:effectLst/>
                <a:uLnTx/>
                <a:uFillTx/>
                <a:latin typeface="Arial"/>
                <a:ea typeface="微软雅黑"/>
                <a:cs typeface="Arial"/>
              </a:rPr>
              <a:t>40</a:t>
            </a:r>
            <a:r>
              <a:rPr kumimoji="0" sz="2400" b="0" i="0" u="none" strike="noStrike" kern="1200" cap="none" spc="-145" normalizeH="0" baseline="0" noProof="0" dirty="0">
                <a:ln>
                  <a:noFill/>
                </a:ln>
                <a:effectLst/>
                <a:uLnTx/>
                <a:uFillTx/>
                <a:latin typeface="Arial"/>
                <a:ea typeface="微软雅黑"/>
                <a:cs typeface="Arial"/>
              </a:rPr>
              <a:t> </a:t>
            </a:r>
            <a:r>
              <a:rPr kumimoji="0" sz="2400" b="0" i="0" u="none" strike="noStrike" kern="1200" cap="none" spc="-100" normalizeH="0" baseline="0" noProof="0" dirty="0">
                <a:ln>
                  <a:noFill/>
                </a:ln>
                <a:effectLst/>
                <a:uLnTx/>
                <a:uFillTx/>
                <a:latin typeface="Arial"/>
                <a:ea typeface="微软雅黑"/>
                <a:cs typeface="Arial"/>
              </a:rPr>
              <a:t>lần</a:t>
            </a:r>
            <a:endParaRPr kumimoji="0" sz="2400" b="0" i="0" u="none" strike="noStrike" kern="1200" cap="none" spc="0" normalizeH="0" baseline="0" noProof="0">
              <a:ln>
                <a:noFill/>
              </a:ln>
              <a:effectLst/>
              <a:uLnTx/>
              <a:uFillTx/>
              <a:latin typeface="Arial"/>
              <a:ea typeface="微软雅黑"/>
              <a:cs typeface="Arial"/>
            </a:endParaRPr>
          </a:p>
        </p:txBody>
      </p:sp>
      <p:sp>
        <p:nvSpPr>
          <p:cNvPr id="8" name="object 8"/>
          <p:cNvSpPr/>
          <p:nvPr/>
        </p:nvSpPr>
        <p:spPr>
          <a:xfrm>
            <a:off x="3901444" y="1987618"/>
            <a:ext cx="3245657" cy="1397149"/>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p:nvPr/>
        </p:nvSpPr>
        <p:spPr>
          <a:xfrm>
            <a:off x="68349" y="3579751"/>
            <a:ext cx="3724102" cy="1524896"/>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0"/>
          <p:cNvSpPr/>
          <p:nvPr/>
        </p:nvSpPr>
        <p:spPr>
          <a:xfrm>
            <a:off x="3870038" y="3579751"/>
            <a:ext cx="3277062" cy="1524896"/>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 name="object 11"/>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34</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
        <p:nvSpPr>
          <p:cNvPr id="2" name="object 78">
            <a:extLst>
              <a:ext uri="{FF2B5EF4-FFF2-40B4-BE49-F238E27FC236}">
                <a16:creationId xmlns:a16="http://schemas.microsoft.com/office/drawing/2014/main" id="{8EBB2E4C-602D-B451-AAF6-1D10F125E3A9}"/>
              </a:ext>
            </a:extLst>
          </p:cNvPr>
          <p:cNvSpPr txBox="1"/>
          <p:nvPr/>
        </p:nvSpPr>
        <p:spPr>
          <a:xfrm>
            <a:off x="1652530" y="166179"/>
            <a:ext cx="5750806" cy="1027204"/>
          </a:xfrm>
          <a:prstGeom prst="rect">
            <a:avLst/>
          </a:prstGeom>
        </p:spPr>
        <p:txBody>
          <a:bodyPr vert="horz" wrap="square" lIns="0" tIns="11430" rIns="0" bIns="0" rtlCol="0">
            <a:spAutoFit/>
          </a:bodyPr>
          <a:lstStyle/>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28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28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28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28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28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28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2800" b="1" i="0" u="none" strike="noStrike" kern="1200" cap="none" spc="-60" normalizeH="0" baseline="0" noProof="0">
                <a:ln>
                  <a:noFill/>
                </a:ln>
                <a:solidFill>
                  <a:srgbClr val="C00000"/>
                </a:solidFill>
                <a:effectLst/>
                <a:uLnTx/>
                <a:uFillTx/>
                <a:latin typeface="Arial"/>
                <a:ea typeface="微软雅黑"/>
                <a:cs typeface="Arial"/>
              </a:rPr>
              <a:t>THỨ</a:t>
            </a:r>
            <a:r>
              <a:rPr kumimoji="0" lang="en-US" sz="2800" b="1" i="0" u="none" strike="noStrike" kern="1200" cap="none" spc="-280" normalizeH="0" baseline="0" noProof="0">
                <a:ln>
                  <a:noFill/>
                </a:ln>
                <a:solidFill>
                  <a:srgbClr val="C00000"/>
                </a:solidFill>
                <a:effectLst/>
                <a:uLnTx/>
                <a:uFillTx/>
                <a:latin typeface="Arial"/>
                <a:ea typeface="微软雅黑"/>
                <a:cs typeface="Arial"/>
              </a:rPr>
              <a:t> </a:t>
            </a:r>
            <a:r>
              <a:rPr kumimoji="0" lang="en-US" sz="2800" b="1" i="0" u="none" strike="noStrike" kern="1200" cap="none" spc="-40" normalizeH="0" baseline="0" noProof="0">
                <a:ln>
                  <a:noFill/>
                </a:ln>
                <a:solidFill>
                  <a:srgbClr val="C00000"/>
                </a:solidFill>
                <a:effectLst/>
                <a:uLnTx/>
                <a:uFillTx/>
                <a:latin typeface="Arial"/>
                <a:ea typeface="微软雅黑"/>
                <a:cs typeface="Arial"/>
              </a:rPr>
              <a:t>NHẤT (1.0)</a:t>
            </a:r>
            <a:endParaRPr kumimoji="0" lang="en-US" sz="28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110956804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object 75"/>
          <p:cNvSpPr/>
          <p:nvPr/>
        </p:nvSpPr>
        <p:spPr>
          <a:xfrm>
            <a:off x="8360757" y="3513716"/>
            <a:ext cx="3314006" cy="1809974"/>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4" name="object 76"/>
          <p:cNvSpPr txBox="1"/>
          <p:nvPr/>
        </p:nvSpPr>
        <p:spPr>
          <a:xfrm>
            <a:off x="627531" y="1827063"/>
            <a:ext cx="2837103" cy="442429"/>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90"/>
              </a:spcBef>
              <a:spcAft>
                <a:spcPts val="0"/>
              </a:spcAft>
              <a:buClrTx/>
              <a:buSzTx/>
              <a:buFontTx/>
              <a:buNone/>
              <a:tabLst/>
              <a:defRPr/>
            </a:pPr>
            <a:r>
              <a:rPr kumimoji="0" sz="2800" b="1" i="0" u="none" strike="noStrike" kern="1200" cap="none" spc="-105" normalizeH="0" baseline="0" noProof="0" dirty="0">
                <a:ln>
                  <a:noFill/>
                </a:ln>
                <a:solidFill>
                  <a:srgbClr val="0070C0"/>
                </a:solidFill>
                <a:effectLst/>
                <a:uLnTx/>
                <a:uFillTx/>
                <a:latin typeface="Arial"/>
                <a:ea typeface="微软雅黑"/>
                <a:cs typeface="Arial"/>
              </a:rPr>
              <a:t>ĐỘNG </a:t>
            </a:r>
            <a:r>
              <a:rPr kumimoji="0" sz="2800" b="1" i="0" u="none" strike="noStrike" kern="1200" cap="none" spc="-270" normalizeH="0" baseline="0" noProof="0" dirty="0">
                <a:ln>
                  <a:noFill/>
                </a:ln>
                <a:solidFill>
                  <a:srgbClr val="0070C0"/>
                </a:solidFill>
                <a:effectLst/>
                <a:uLnTx/>
                <a:uFillTx/>
                <a:latin typeface="Arial"/>
                <a:ea typeface="微软雅黑"/>
                <a:cs typeface="Arial"/>
              </a:rPr>
              <a:t>CƠ</a:t>
            </a:r>
            <a:r>
              <a:rPr kumimoji="0" sz="2800" b="1" i="0" u="none" strike="noStrike" kern="1200" cap="none" spc="-465" normalizeH="0" baseline="0" noProof="0" dirty="0">
                <a:ln>
                  <a:noFill/>
                </a:ln>
                <a:solidFill>
                  <a:srgbClr val="0070C0"/>
                </a:solidFill>
                <a:effectLst/>
                <a:uLnTx/>
                <a:uFillTx/>
                <a:latin typeface="Arial"/>
                <a:ea typeface="微软雅黑"/>
                <a:cs typeface="Arial"/>
              </a:rPr>
              <a:t> </a:t>
            </a:r>
            <a:r>
              <a:rPr kumimoji="0" sz="2800" b="1" i="0" u="none" strike="noStrike" kern="1200" cap="none" spc="-75" normalizeH="0" baseline="0" noProof="0" dirty="0">
                <a:ln>
                  <a:noFill/>
                </a:ln>
                <a:solidFill>
                  <a:srgbClr val="0070C0"/>
                </a:solidFill>
                <a:effectLst/>
                <a:uLnTx/>
                <a:uFillTx/>
                <a:latin typeface="Arial"/>
                <a:ea typeface="微软雅黑"/>
                <a:cs typeface="Arial"/>
              </a:rPr>
              <a:t>ĐIỆN</a:t>
            </a:r>
            <a:endParaRPr kumimoji="0" sz="2800" b="0" i="0" u="none" strike="noStrike" kern="1200" cap="none" spc="0" normalizeH="0" baseline="0" noProof="0">
              <a:ln>
                <a:noFill/>
              </a:ln>
              <a:solidFill>
                <a:srgbClr val="0070C0"/>
              </a:solidFill>
              <a:effectLst/>
              <a:uLnTx/>
              <a:uFillTx/>
              <a:latin typeface="Arial"/>
              <a:ea typeface="微软雅黑"/>
              <a:cs typeface="Arial"/>
            </a:endParaRPr>
          </a:p>
        </p:txBody>
      </p:sp>
      <p:sp>
        <p:nvSpPr>
          <p:cNvPr id="85" name="object 78"/>
          <p:cNvSpPr/>
          <p:nvPr/>
        </p:nvSpPr>
        <p:spPr>
          <a:xfrm>
            <a:off x="5641573" y="2318274"/>
            <a:ext cx="3775824" cy="2013025"/>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6" name="object 79"/>
          <p:cNvSpPr/>
          <p:nvPr/>
        </p:nvSpPr>
        <p:spPr>
          <a:xfrm>
            <a:off x="258617" y="2464847"/>
            <a:ext cx="5115098" cy="2604694"/>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7" name="object 80"/>
          <p:cNvSpPr txBox="1"/>
          <p:nvPr/>
        </p:nvSpPr>
        <p:spPr>
          <a:xfrm>
            <a:off x="6346800" y="1844510"/>
            <a:ext cx="2973339" cy="41934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55" normalizeH="0" baseline="0" noProof="0" dirty="0">
                <a:ln>
                  <a:noFill/>
                </a:ln>
                <a:solidFill>
                  <a:srgbClr val="0070C0"/>
                </a:solidFill>
                <a:effectLst/>
                <a:uLnTx/>
                <a:uFillTx/>
                <a:latin typeface="Arial"/>
                <a:ea typeface="微软雅黑"/>
                <a:cs typeface="Arial"/>
              </a:rPr>
              <a:t>MÁY </a:t>
            </a:r>
            <a:r>
              <a:rPr kumimoji="0" sz="2650" b="1" i="0" u="none" strike="noStrike" kern="1200" cap="none" spc="-170" normalizeH="0" baseline="0" noProof="0" dirty="0">
                <a:ln>
                  <a:noFill/>
                </a:ln>
                <a:solidFill>
                  <a:srgbClr val="0070C0"/>
                </a:solidFill>
                <a:effectLst/>
                <a:uLnTx/>
                <a:uFillTx/>
                <a:latin typeface="Arial"/>
                <a:ea typeface="微软雅黑"/>
                <a:cs typeface="Arial"/>
              </a:rPr>
              <a:t>PHÁT</a:t>
            </a:r>
            <a:r>
              <a:rPr kumimoji="0" sz="2650" b="1" i="0" u="none" strike="noStrike" kern="1200" cap="none" spc="-315" normalizeH="0" baseline="0" noProof="0" dirty="0">
                <a:ln>
                  <a:noFill/>
                </a:ln>
                <a:solidFill>
                  <a:srgbClr val="0070C0"/>
                </a:solidFill>
                <a:effectLst/>
                <a:uLnTx/>
                <a:uFillTx/>
                <a:latin typeface="Arial"/>
                <a:ea typeface="微软雅黑"/>
                <a:cs typeface="Arial"/>
              </a:rPr>
              <a:t> </a:t>
            </a:r>
            <a:r>
              <a:rPr kumimoji="0" sz="2650" b="1" i="0" u="none" strike="noStrike" kern="1200" cap="none" spc="-75" normalizeH="0" baseline="0" noProof="0" dirty="0">
                <a:ln>
                  <a:noFill/>
                </a:ln>
                <a:solidFill>
                  <a:srgbClr val="0070C0"/>
                </a:solidFill>
                <a:effectLst/>
                <a:uLnTx/>
                <a:uFillTx/>
                <a:latin typeface="Arial"/>
                <a:ea typeface="微软雅黑"/>
                <a:cs typeface="Arial"/>
              </a:rPr>
              <a:t>ĐIỆN</a:t>
            </a:r>
            <a:endParaRPr kumimoji="0" sz="2650" b="0" i="0" u="none" strike="noStrike" kern="1200" cap="none" spc="0" normalizeH="0" baseline="0" noProof="0">
              <a:ln>
                <a:noFill/>
              </a:ln>
              <a:solidFill>
                <a:srgbClr val="0070C0"/>
              </a:solidFill>
              <a:effectLst/>
              <a:uLnTx/>
              <a:uFillTx/>
              <a:latin typeface="Arial"/>
              <a:ea typeface="微软雅黑"/>
              <a:cs typeface="Arial"/>
            </a:endParaRPr>
          </a:p>
        </p:txBody>
      </p:sp>
      <p:sp>
        <p:nvSpPr>
          <p:cNvPr id="88" name="object 81"/>
          <p:cNvSpPr txBox="1"/>
          <p:nvPr/>
        </p:nvSpPr>
        <p:spPr>
          <a:xfrm>
            <a:off x="3935724" y="5526741"/>
            <a:ext cx="4822152" cy="41934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00" normalizeH="0" baseline="0" noProof="0" dirty="0">
                <a:ln>
                  <a:noFill/>
                </a:ln>
                <a:solidFill>
                  <a:srgbClr val="404040"/>
                </a:solidFill>
                <a:effectLst/>
                <a:uLnTx/>
                <a:uFillTx/>
                <a:latin typeface="Arial"/>
                <a:ea typeface="微软雅黑"/>
                <a:cs typeface="Arial"/>
              </a:rPr>
              <a:t>TIẾN</a:t>
            </a:r>
            <a:r>
              <a:rPr kumimoji="0" sz="2650" b="1" i="0" u="none" strike="noStrike" kern="1200" cap="none" spc="-390" normalizeH="0" baseline="0" noProof="0" dirty="0">
                <a:ln>
                  <a:noFill/>
                </a:ln>
                <a:solidFill>
                  <a:srgbClr val="404040"/>
                </a:solidFill>
                <a:effectLst/>
                <a:uLnTx/>
                <a:uFillTx/>
                <a:latin typeface="Arial"/>
                <a:ea typeface="微软雅黑"/>
                <a:cs typeface="Arial"/>
              </a:rPr>
              <a:t> </a:t>
            </a:r>
            <a:r>
              <a:rPr kumimoji="0" sz="2650" b="1" i="0" u="none" strike="noStrike" kern="1200" cap="none" spc="-95" normalizeH="0" baseline="0" noProof="0" dirty="0">
                <a:ln>
                  <a:noFill/>
                </a:ln>
                <a:solidFill>
                  <a:srgbClr val="404040"/>
                </a:solidFill>
                <a:effectLst/>
                <a:uLnTx/>
                <a:uFillTx/>
                <a:latin typeface="Arial"/>
                <a:ea typeface="微软雅黑"/>
                <a:cs typeface="Arial"/>
              </a:rPr>
              <a:t>TRÌNH</a:t>
            </a:r>
            <a:r>
              <a:rPr kumimoji="0" sz="2650" b="1" i="0" u="none" strike="noStrike" kern="1200" cap="none" spc="-190" normalizeH="0" baseline="0" noProof="0" dirty="0">
                <a:ln>
                  <a:noFill/>
                </a:ln>
                <a:solidFill>
                  <a:srgbClr val="404040"/>
                </a:solidFill>
                <a:effectLst/>
                <a:uLnTx/>
                <a:uFillTx/>
                <a:latin typeface="Arial"/>
                <a:ea typeface="微软雅黑"/>
                <a:cs typeface="Arial"/>
              </a:rPr>
              <a:t> </a:t>
            </a:r>
            <a:r>
              <a:rPr kumimoji="0" sz="2650" b="1" i="0" u="none" strike="noStrike" kern="1200" cap="none" spc="-75" normalizeH="0" baseline="0" noProof="0" dirty="0">
                <a:ln>
                  <a:noFill/>
                </a:ln>
                <a:solidFill>
                  <a:srgbClr val="C00000"/>
                </a:solidFill>
                <a:effectLst/>
                <a:uLnTx/>
                <a:uFillTx/>
                <a:latin typeface="Arial"/>
                <a:ea typeface="微软雅黑"/>
                <a:cs typeface="Arial"/>
              </a:rPr>
              <a:t>ĐIỆN</a:t>
            </a:r>
            <a:r>
              <a:rPr kumimoji="0" sz="2650" b="1" i="0" u="none" strike="noStrike" kern="1200" cap="none" spc="-215" normalizeH="0" baseline="0" noProof="0" dirty="0">
                <a:ln>
                  <a:noFill/>
                </a:ln>
                <a:solidFill>
                  <a:srgbClr val="C00000"/>
                </a:solidFill>
                <a:effectLst/>
                <a:uLnTx/>
                <a:uFillTx/>
                <a:latin typeface="Arial"/>
                <a:ea typeface="微软雅黑"/>
                <a:cs typeface="Arial"/>
              </a:rPr>
              <a:t> </a:t>
            </a:r>
            <a:r>
              <a:rPr kumimoji="0" sz="2650" b="1" i="0" u="none" strike="noStrike" kern="1200" cap="none" spc="-110" normalizeH="0" baseline="0" noProof="0" dirty="0">
                <a:ln>
                  <a:noFill/>
                </a:ln>
                <a:solidFill>
                  <a:srgbClr val="C00000"/>
                </a:solidFill>
                <a:effectLst/>
                <a:uLnTx/>
                <a:uFillTx/>
                <a:latin typeface="Arial"/>
                <a:ea typeface="微软雅黑"/>
                <a:cs typeface="Arial"/>
              </a:rPr>
              <a:t>KHÍ</a:t>
            </a:r>
            <a:r>
              <a:rPr kumimoji="0" sz="2650" b="1" i="0" u="none" strike="noStrike" kern="1200" cap="none" spc="-190" normalizeH="0" baseline="0" noProof="0" dirty="0">
                <a:ln>
                  <a:noFill/>
                </a:ln>
                <a:solidFill>
                  <a:srgbClr val="C00000"/>
                </a:solidFill>
                <a:effectLst/>
                <a:uLnTx/>
                <a:uFillTx/>
                <a:latin typeface="Arial"/>
                <a:ea typeface="微软雅黑"/>
                <a:cs typeface="Arial"/>
              </a:rPr>
              <a:t> </a:t>
            </a:r>
            <a:r>
              <a:rPr kumimoji="0" sz="2650" b="1" i="0" u="none" strike="noStrike" kern="1200" cap="none" spc="-135" normalizeH="0" baseline="0" noProof="0" dirty="0">
                <a:ln>
                  <a:noFill/>
                </a:ln>
                <a:solidFill>
                  <a:srgbClr val="C00000"/>
                </a:solidFill>
                <a:effectLst/>
                <a:uLnTx/>
                <a:uFillTx/>
                <a:latin typeface="Arial"/>
                <a:ea typeface="微软雅黑"/>
                <a:cs typeface="Arial"/>
              </a:rPr>
              <a:t>HÓA</a:t>
            </a:r>
            <a:endParaRPr kumimoji="0" sz="2650" b="0" i="0" u="none" strike="noStrike" kern="1200" cap="none" spc="0" normalizeH="0" baseline="0" noProof="0">
              <a:ln>
                <a:noFill/>
              </a:ln>
              <a:solidFill>
                <a:prstClr val="black"/>
              </a:solidFill>
              <a:effectLst/>
              <a:uLnTx/>
              <a:uFillTx/>
              <a:latin typeface="Arial"/>
              <a:ea typeface="微软雅黑"/>
              <a:cs typeface="Arial"/>
            </a:endParaRPr>
          </a:p>
        </p:txBody>
      </p:sp>
      <p:sp>
        <p:nvSpPr>
          <p:cNvPr id="2" name="object 78">
            <a:extLst>
              <a:ext uri="{FF2B5EF4-FFF2-40B4-BE49-F238E27FC236}">
                <a16:creationId xmlns:a16="http://schemas.microsoft.com/office/drawing/2014/main" id="{8C695D7E-EC9A-D37B-300C-3976765BD907}"/>
              </a:ext>
            </a:extLst>
          </p:cNvPr>
          <p:cNvSpPr txBox="1"/>
          <p:nvPr/>
        </p:nvSpPr>
        <p:spPr>
          <a:xfrm>
            <a:off x="1810802" y="293350"/>
            <a:ext cx="10176151" cy="127342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6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6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6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6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6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600" b="1" i="0" u="none" strike="noStrike" kern="1200" cap="none" spc="-280" normalizeH="0" baseline="0" noProof="0">
                <a:ln>
                  <a:noFill/>
                </a:ln>
                <a:solidFill>
                  <a:srgbClr val="C00000"/>
                </a:solidFill>
                <a:effectLst/>
                <a:uLnTx/>
                <a:uFillTx/>
                <a:latin typeface="Arial"/>
                <a:ea typeface="微软雅黑"/>
                <a:cs typeface="Arial"/>
              </a:rPr>
              <a:t> </a:t>
            </a:r>
            <a:r>
              <a:rPr lang="en-US" sz="3600" b="1" spc="-40">
                <a:solidFill>
                  <a:srgbClr val="C00000"/>
                </a:solidFill>
                <a:latin typeface="Arial"/>
                <a:ea typeface="微软雅黑"/>
                <a:cs typeface="Arial"/>
              </a:rPr>
              <a:t>HAI</a:t>
            </a:r>
            <a:r>
              <a:rPr kumimoji="0" lang="en-US" sz="3600" b="1" i="0" u="none" strike="noStrike" kern="1200" cap="none" spc="-40" normalizeH="0" baseline="0" noProof="0">
                <a:ln>
                  <a:noFill/>
                </a:ln>
                <a:solidFill>
                  <a:srgbClr val="C00000"/>
                </a:solidFill>
                <a:effectLst/>
                <a:uLnTx/>
                <a:uFillTx/>
                <a:latin typeface="Arial"/>
                <a:ea typeface="微软雅黑"/>
                <a:cs typeface="Arial"/>
              </a:rPr>
              <a:t> (2.0)</a:t>
            </a:r>
            <a:endParaRPr kumimoji="0" lang="en-US" sz="36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286120410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7" y="6100970"/>
            <a:ext cx="12190153" cy="20036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6"/>
          <p:cNvSpPr txBox="1"/>
          <p:nvPr/>
        </p:nvSpPr>
        <p:spPr>
          <a:xfrm>
            <a:off x="7124934" y="556670"/>
            <a:ext cx="4941455" cy="5519460"/>
          </a:xfrm>
          <a:prstGeom prst="rect">
            <a:avLst/>
          </a:prstGeom>
        </p:spPr>
        <p:txBody>
          <a:bodyPr vert="horz" wrap="square" lIns="0" tIns="12065" rIns="0" bIns="0" rtlCol="0">
            <a:spAutoFit/>
          </a:bodyPr>
          <a:lstStyle/>
          <a:p>
            <a:pPr marL="295910" marR="5080" lvl="0" indent="-283210" algn="just"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225" normalizeH="0" baseline="0" noProof="0" dirty="0">
                <a:ln>
                  <a:noFill/>
                </a:ln>
                <a:effectLst/>
                <a:uLnTx/>
                <a:uFillTx/>
                <a:latin typeface="Arial"/>
                <a:ea typeface="微软雅黑"/>
                <a:cs typeface="Arial"/>
              </a:rPr>
              <a:t>Cuộc </a:t>
            </a:r>
            <a:r>
              <a:rPr kumimoji="0" sz="2400" b="0" i="0" u="none" strike="noStrike" kern="1200" cap="none" spc="-195" normalizeH="0" baseline="0" noProof="0" dirty="0">
                <a:ln>
                  <a:noFill/>
                </a:ln>
                <a:effectLst/>
                <a:uLnTx/>
                <a:uFillTx/>
                <a:latin typeface="Arial"/>
                <a:ea typeface="微软雅黑"/>
                <a:cs typeface="Arial"/>
              </a:rPr>
              <a:t>cách</a:t>
            </a:r>
            <a:r>
              <a:rPr kumimoji="0" sz="2400" b="0" i="0" u="none" strike="noStrike" kern="1200" cap="none" spc="150" normalizeH="0" baseline="0" noProof="0" dirty="0">
                <a:ln>
                  <a:noFill/>
                </a:ln>
                <a:effectLst/>
                <a:uLnTx/>
                <a:uFillTx/>
                <a:latin typeface="Arial"/>
                <a:ea typeface="微软雅黑"/>
                <a:cs typeface="Arial"/>
              </a:rPr>
              <a:t> </a:t>
            </a:r>
            <a:r>
              <a:rPr kumimoji="0" sz="2400" b="0" i="0" u="none" strike="noStrike" kern="1200" cap="none" spc="-165" normalizeH="0" baseline="0" noProof="0" dirty="0">
                <a:ln>
                  <a:noFill/>
                </a:ln>
                <a:effectLst/>
                <a:uLnTx/>
                <a:uFillTx/>
                <a:latin typeface="Arial"/>
                <a:ea typeface="微软雅黑"/>
                <a:cs typeface="Arial"/>
              </a:rPr>
              <a:t>mạng </a:t>
            </a:r>
            <a:r>
              <a:rPr kumimoji="0" sz="2400" b="0" i="0" u="none" strike="noStrike" kern="1200" cap="none" spc="-195" normalizeH="0" baseline="0" noProof="0" dirty="0">
                <a:ln>
                  <a:noFill/>
                </a:ln>
                <a:effectLst/>
                <a:uLnTx/>
                <a:uFillTx/>
                <a:latin typeface="Arial"/>
                <a:ea typeface="微软雅黑"/>
                <a:cs typeface="Arial"/>
              </a:rPr>
              <a:t>công  </a:t>
            </a:r>
            <a:r>
              <a:rPr kumimoji="0" sz="2400" b="0" i="0" u="none" strike="noStrike" kern="1200" cap="none" spc="-135" normalizeH="0" baseline="0" noProof="0" dirty="0">
                <a:ln>
                  <a:noFill/>
                </a:ln>
                <a:effectLst/>
                <a:uLnTx/>
                <a:uFillTx/>
                <a:latin typeface="Arial"/>
                <a:ea typeface="微软雅黑"/>
                <a:cs typeface="Arial"/>
              </a:rPr>
              <a:t>nghiệp </a:t>
            </a:r>
            <a:r>
              <a:rPr kumimoji="0" sz="2400" b="0" i="0" u="none" strike="noStrike" kern="1200" cap="none" spc="-75" normalizeH="0" baseline="0" noProof="0" dirty="0">
                <a:ln>
                  <a:noFill/>
                </a:ln>
                <a:effectLst/>
                <a:uLnTx/>
                <a:uFillTx/>
                <a:latin typeface="Arial"/>
                <a:ea typeface="微软雅黑"/>
                <a:cs typeface="Arial"/>
              </a:rPr>
              <a:t>thứ  </a:t>
            </a:r>
            <a:r>
              <a:rPr kumimoji="0" sz="2400" b="0" i="0" u="none" strike="noStrike" kern="1200" cap="none" spc="-100" normalizeH="0" baseline="0" noProof="0" dirty="0">
                <a:ln>
                  <a:noFill/>
                </a:ln>
                <a:effectLst/>
                <a:uLnTx/>
                <a:uFillTx/>
                <a:latin typeface="Arial"/>
                <a:ea typeface="微软雅黑"/>
                <a:cs typeface="Arial"/>
              </a:rPr>
              <a:t>hai </a:t>
            </a:r>
            <a:r>
              <a:rPr kumimoji="0" sz="2400" b="0" i="0" u="none" strike="noStrike" kern="1200" cap="none" spc="-155" normalizeH="0" baseline="0" noProof="0" dirty="0">
                <a:ln>
                  <a:noFill/>
                </a:ln>
                <a:effectLst/>
                <a:uLnTx/>
                <a:uFillTx/>
                <a:latin typeface="Arial"/>
                <a:ea typeface="微软雅黑"/>
                <a:cs typeface="Arial"/>
              </a:rPr>
              <a:t>được </a:t>
            </a:r>
            <a:r>
              <a:rPr kumimoji="0" sz="2400" b="0" i="0" u="none" strike="noStrike" kern="1200" cap="none" spc="-114" normalizeH="0" baseline="0" noProof="0" dirty="0">
                <a:ln>
                  <a:noFill/>
                </a:ln>
                <a:effectLst/>
                <a:uLnTx/>
                <a:uFillTx/>
                <a:latin typeface="Arial"/>
                <a:ea typeface="微软雅黑"/>
                <a:cs typeface="Arial"/>
              </a:rPr>
              <a:t>khởi </a:t>
            </a:r>
            <a:r>
              <a:rPr kumimoji="0" sz="2400" b="0" i="0" u="none" strike="noStrike" kern="1200" cap="none" spc="-165" normalizeH="0" baseline="0" noProof="0" dirty="0">
                <a:ln>
                  <a:noFill/>
                </a:ln>
                <a:effectLst/>
                <a:uLnTx/>
                <a:uFillTx/>
                <a:latin typeface="Arial"/>
                <a:ea typeface="微软雅黑"/>
                <a:cs typeface="Arial"/>
              </a:rPr>
              <a:t>xướng </a:t>
            </a:r>
            <a:r>
              <a:rPr kumimoji="0" sz="2400" b="0" i="0" u="none" strike="noStrike" kern="1200" cap="none" spc="-50" normalizeH="0" baseline="0" noProof="0" dirty="0">
                <a:ln>
                  <a:noFill/>
                </a:ln>
                <a:effectLst/>
                <a:uLnTx/>
                <a:uFillTx/>
                <a:latin typeface="Arial"/>
                <a:ea typeface="微软雅黑"/>
                <a:cs typeface="Arial"/>
              </a:rPr>
              <a:t>từ </a:t>
            </a:r>
            <a:r>
              <a:rPr kumimoji="0" sz="2400" b="0" i="0" u="none" strike="noStrike" kern="1200" cap="none" spc="-150" normalizeH="0" baseline="0" noProof="0" dirty="0">
                <a:ln>
                  <a:noFill/>
                </a:ln>
                <a:effectLst/>
                <a:uLnTx/>
                <a:uFillTx/>
                <a:latin typeface="Arial"/>
                <a:ea typeface="微软雅黑"/>
                <a:cs typeface="Arial"/>
              </a:rPr>
              <a:t>cuối </a:t>
            </a:r>
            <a:r>
              <a:rPr kumimoji="0" sz="2400" b="0" i="0" u="none" strike="noStrike" kern="1200" cap="none" spc="-60" normalizeH="0" baseline="0" noProof="0" dirty="0">
                <a:ln>
                  <a:noFill/>
                </a:ln>
                <a:effectLst/>
                <a:uLnTx/>
                <a:uFillTx/>
                <a:latin typeface="Arial"/>
                <a:ea typeface="微软雅黑"/>
                <a:cs typeface="Arial"/>
              </a:rPr>
              <a:t>thế </a:t>
            </a:r>
            <a:r>
              <a:rPr kumimoji="0" sz="2400" b="0" i="0" u="none" strike="noStrike" kern="1200" cap="none" spc="-145" normalizeH="0" baseline="0" noProof="0" dirty="0">
                <a:ln>
                  <a:noFill/>
                </a:ln>
                <a:effectLst/>
                <a:uLnTx/>
                <a:uFillTx/>
                <a:latin typeface="Arial"/>
                <a:ea typeface="微软雅黑"/>
                <a:cs typeface="Arial"/>
              </a:rPr>
              <a:t>kỷ  </a:t>
            </a:r>
            <a:r>
              <a:rPr kumimoji="0" sz="2400" b="0" i="0" u="none" strike="noStrike" kern="1200" cap="none" spc="-65" normalizeH="0" baseline="0" noProof="0" dirty="0">
                <a:ln>
                  <a:noFill/>
                </a:ln>
                <a:effectLst/>
                <a:uLnTx/>
                <a:uFillTx/>
                <a:latin typeface="Arial"/>
                <a:ea typeface="微软雅黑"/>
                <a:cs typeface="Arial"/>
              </a:rPr>
              <a:t>19, </a:t>
            </a:r>
            <a:r>
              <a:rPr kumimoji="0" sz="2400" b="0" i="0" u="none" strike="noStrike" kern="1200" cap="none" spc="-120" normalizeH="0" baseline="0" noProof="0" dirty="0">
                <a:ln>
                  <a:noFill/>
                </a:ln>
                <a:effectLst/>
                <a:uLnTx/>
                <a:uFillTx/>
                <a:latin typeface="Arial"/>
                <a:ea typeface="微软雅黑"/>
                <a:cs typeface="Arial"/>
              </a:rPr>
              <a:t>kéo </a:t>
            </a:r>
            <a:r>
              <a:rPr kumimoji="0" sz="2400" b="0" i="0" u="none" strike="noStrike" kern="1200" cap="none" spc="-100" normalizeH="0" baseline="0" noProof="0" dirty="0">
                <a:ln>
                  <a:noFill/>
                </a:ln>
                <a:effectLst/>
                <a:uLnTx/>
                <a:uFillTx/>
                <a:latin typeface="Arial"/>
                <a:ea typeface="微软雅黑"/>
                <a:cs typeface="Arial"/>
              </a:rPr>
              <a:t>dài </a:t>
            </a:r>
            <a:r>
              <a:rPr kumimoji="0" sz="2400" b="0" i="0" u="none" strike="noStrike" kern="1200" cap="none" spc="-95" normalizeH="0" baseline="0" noProof="0" dirty="0">
                <a:ln>
                  <a:noFill/>
                </a:ln>
                <a:effectLst/>
                <a:uLnTx/>
                <a:uFillTx/>
                <a:latin typeface="Arial"/>
                <a:ea typeface="微软雅黑"/>
                <a:cs typeface="Arial"/>
              </a:rPr>
              <a:t>đến </a:t>
            </a:r>
            <a:r>
              <a:rPr kumimoji="0" sz="2400" b="0" i="0" u="none" strike="noStrike" kern="1200" cap="none" spc="-105" normalizeH="0" baseline="0" noProof="0" dirty="0">
                <a:ln>
                  <a:noFill/>
                </a:ln>
                <a:effectLst/>
                <a:uLnTx/>
                <a:uFillTx/>
                <a:latin typeface="Arial"/>
                <a:ea typeface="微软雅黑"/>
                <a:cs typeface="Arial"/>
              </a:rPr>
              <a:t>đầu </a:t>
            </a:r>
            <a:r>
              <a:rPr kumimoji="0" sz="2400" b="0" i="0" u="none" strike="noStrike" kern="1200" cap="none" spc="-60" normalizeH="0" baseline="0" noProof="0" dirty="0">
                <a:ln>
                  <a:noFill/>
                </a:ln>
                <a:effectLst/>
                <a:uLnTx/>
                <a:uFillTx/>
                <a:latin typeface="Arial"/>
                <a:ea typeface="微软雅黑"/>
                <a:cs typeface="Arial"/>
              </a:rPr>
              <a:t>thế </a:t>
            </a:r>
            <a:r>
              <a:rPr kumimoji="0" sz="2400" b="0" i="0" u="none" strike="noStrike" kern="1200" cap="none" spc="-145" normalizeH="0" baseline="0" noProof="0" dirty="0">
                <a:ln>
                  <a:noFill/>
                </a:ln>
                <a:effectLst/>
                <a:uLnTx/>
                <a:uFillTx/>
                <a:latin typeface="Arial"/>
                <a:ea typeface="微软雅黑"/>
                <a:cs typeface="Arial"/>
              </a:rPr>
              <a:t>kỷ</a:t>
            </a:r>
            <a:r>
              <a:rPr kumimoji="0" sz="2400" b="0" i="0" u="none" strike="noStrike" kern="1200" cap="none" spc="-185" normalizeH="0" baseline="0" noProof="0" dirty="0">
                <a:ln>
                  <a:noFill/>
                </a:ln>
                <a:effectLst/>
                <a:uLnTx/>
                <a:uFillTx/>
                <a:latin typeface="Arial"/>
                <a:ea typeface="微软雅黑"/>
                <a:cs typeface="Arial"/>
              </a:rPr>
              <a:t> </a:t>
            </a:r>
            <a:r>
              <a:rPr kumimoji="0" sz="2400" b="0" i="0" u="none" strike="noStrike" kern="1200" cap="none" spc="-85" normalizeH="0" baseline="0" noProof="0" dirty="0">
                <a:ln>
                  <a:noFill/>
                </a:ln>
                <a:effectLst/>
                <a:uLnTx/>
                <a:uFillTx/>
                <a:latin typeface="Arial"/>
                <a:ea typeface="微软雅黑"/>
                <a:cs typeface="Arial"/>
              </a:rPr>
              <a:t>20</a:t>
            </a:r>
            <a:endParaRPr kumimoji="0" sz="2400" b="0" i="0" u="none" strike="noStrike" kern="1200" cap="none" spc="0" normalizeH="0" baseline="0" noProof="0">
              <a:ln>
                <a:noFill/>
              </a:ln>
              <a:effectLst/>
              <a:uLnTx/>
              <a:uFillTx/>
              <a:latin typeface="Arial"/>
              <a:ea typeface="微软雅黑"/>
              <a:cs typeface="Arial"/>
            </a:endParaRPr>
          </a:p>
          <a:p>
            <a:pPr marL="295910" marR="5080" lvl="0" indent="-283210" algn="just"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145" normalizeH="0" baseline="0" noProof="0" dirty="0">
                <a:ln>
                  <a:noFill/>
                </a:ln>
                <a:effectLst/>
                <a:uLnTx/>
                <a:uFillTx/>
                <a:latin typeface="Arial"/>
                <a:ea typeface="微软雅黑"/>
                <a:cs typeface="Arial"/>
              </a:rPr>
              <a:t>Dây </a:t>
            </a:r>
            <a:r>
              <a:rPr kumimoji="0" sz="2400" b="0" i="0" u="none" strike="noStrike" kern="1200" cap="none" spc="-150" normalizeH="0" baseline="0" noProof="0" dirty="0">
                <a:ln>
                  <a:noFill/>
                </a:ln>
                <a:effectLst/>
                <a:uLnTx/>
                <a:uFillTx/>
                <a:latin typeface="Arial"/>
                <a:ea typeface="微软雅黑"/>
                <a:cs typeface="Arial"/>
              </a:rPr>
              <a:t>chuyền </a:t>
            </a:r>
            <a:r>
              <a:rPr kumimoji="0" sz="2400" b="0" i="0" u="none" strike="noStrike" kern="1200" cap="none" spc="-185" normalizeH="0" baseline="0" noProof="0" dirty="0">
                <a:ln>
                  <a:noFill/>
                </a:ln>
                <a:effectLst/>
                <a:uLnTx/>
                <a:uFillTx/>
                <a:latin typeface="Arial"/>
                <a:ea typeface="微软雅黑"/>
                <a:cs typeface="Arial"/>
              </a:rPr>
              <a:t>sản </a:t>
            </a:r>
            <a:r>
              <a:rPr kumimoji="0" sz="2400" b="0" i="0" u="none" strike="noStrike" kern="1200" cap="none" spc="-100" normalizeH="0" baseline="0" noProof="0" dirty="0">
                <a:ln>
                  <a:noFill/>
                </a:ln>
                <a:effectLst/>
                <a:uLnTx/>
                <a:uFillTx/>
                <a:latin typeface="Arial"/>
                <a:ea typeface="微软雅黑"/>
                <a:cs typeface="Arial"/>
              </a:rPr>
              <a:t>xuất </a:t>
            </a:r>
            <a:r>
              <a:rPr kumimoji="0" sz="2400" b="0" i="0" u="none" strike="noStrike" kern="1200" cap="none" spc="-155" normalizeH="0" baseline="0" noProof="0" dirty="0">
                <a:ln>
                  <a:noFill/>
                </a:ln>
                <a:effectLst/>
                <a:uLnTx/>
                <a:uFillTx/>
                <a:latin typeface="Arial"/>
                <a:ea typeface="微软雅黑"/>
                <a:cs typeface="Arial"/>
              </a:rPr>
              <a:t>hàng </a:t>
            </a:r>
            <a:r>
              <a:rPr kumimoji="0" sz="2400" b="0" i="0" u="none" strike="noStrike" kern="1200" cap="none" spc="-75" normalizeH="0" baseline="0" noProof="0" dirty="0">
                <a:ln>
                  <a:noFill/>
                </a:ln>
                <a:effectLst/>
                <a:uLnTx/>
                <a:uFillTx/>
                <a:latin typeface="Arial"/>
                <a:ea typeface="微软雅黑"/>
                <a:cs typeface="Arial"/>
              </a:rPr>
              <a:t>loạt </a:t>
            </a:r>
            <a:r>
              <a:rPr kumimoji="0" sz="2400" b="0" i="0" u="none" strike="noStrike" kern="1200" cap="none" spc="-45" normalizeH="0" baseline="0" noProof="0" dirty="0">
                <a:ln>
                  <a:noFill/>
                </a:ln>
                <a:effectLst/>
                <a:uLnTx/>
                <a:uFillTx/>
                <a:latin typeface="Arial"/>
                <a:ea typeface="微软雅黑"/>
                <a:cs typeface="Arial"/>
              </a:rPr>
              <a:t>- </a:t>
            </a:r>
            <a:r>
              <a:rPr kumimoji="0" sz="2400" b="0" i="0" u="none" strike="noStrike" kern="1200" cap="none" spc="-125" normalizeH="0" baseline="0" noProof="0" dirty="0">
                <a:ln>
                  <a:noFill/>
                </a:ln>
                <a:effectLst/>
                <a:uLnTx/>
                <a:uFillTx/>
                <a:latin typeface="Arial"/>
                <a:ea typeface="微软雅黑"/>
                <a:cs typeface="Arial"/>
              </a:rPr>
              <a:t>áp  </a:t>
            </a:r>
            <a:r>
              <a:rPr kumimoji="0" sz="2400" b="0" i="0" u="none" strike="noStrike" kern="1200" cap="none" spc="-160" normalizeH="0" baseline="0" noProof="0" dirty="0">
                <a:ln>
                  <a:noFill/>
                </a:ln>
                <a:effectLst/>
                <a:uLnTx/>
                <a:uFillTx/>
                <a:latin typeface="Arial"/>
                <a:ea typeface="微软雅黑"/>
                <a:cs typeface="Arial"/>
              </a:rPr>
              <a:t>dụng </a:t>
            </a:r>
            <a:r>
              <a:rPr kumimoji="0" sz="2400" b="0" i="0" u="none" strike="noStrike" kern="1200" cap="none" spc="-150" normalizeH="0" baseline="0" noProof="0" dirty="0">
                <a:ln>
                  <a:noFill/>
                </a:ln>
                <a:effectLst/>
                <a:uLnTx/>
                <a:uFillTx/>
                <a:latin typeface="Arial"/>
                <a:ea typeface="微软雅黑"/>
                <a:cs typeface="Arial"/>
              </a:rPr>
              <a:t>nguyên </a:t>
            </a:r>
            <a:r>
              <a:rPr kumimoji="0" sz="2400" b="0" i="0" u="none" strike="noStrike" kern="1200" cap="none" spc="-105" normalizeH="0" baseline="0" noProof="0" dirty="0">
                <a:ln>
                  <a:noFill/>
                </a:ln>
                <a:effectLst/>
                <a:uLnTx/>
                <a:uFillTx/>
                <a:latin typeface="Arial"/>
                <a:ea typeface="微软雅黑"/>
                <a:cs typeface="Arial"/>
              </a:rPr>
              <a:t>lý </a:t>
            </a:r>
            <a:r>
              <a:rPr kumimoji="0" sz="2400" b="0" i="0" u="none" strike="noStrike" kern="1200" cap="none" spc="-125" normalizeH="0" baseline="0" noProof="0" dirty="0">
                <a:ln>
                  <a:noFill/>
                </a:ln>
                <a:effectLst/>
                <a:uLnTx/>
                <a:uFillTx/>
                <a:latin typeface="Arial"/>
                <a:ea typeface="微软雅黑"/>
                <a:cs typeface="Arial"/>
              </a:rPr>
              <a:t>quản </a:t>
            </a:r>
            <a:r>
              <a:rPr kumimoji="0" sz="2400" b="0" i="0" u="none" strike="noStrike" kern="1200" cap="none" spc="-25" normalizeH="0" baseline="0" noProof="0" dirty="0">
                <a:ln>
                  <a:noFill/>
                </a:ln>
                <a:effectLst/>
                <a:uLnTx/>
                <a:uFillTx/>
                <a:latin typeface="Arial"/>
                <a:ea typeface="微软雅黑"/>
                <a:cs typeface="Arial"/>
              </a:rPr>
              <a:t>trị </a:t>
            </a:r>
            <a:r>
              <a:rPr kumimoji="0" sz="2400" b="0" i="0" u="none" strike="noStrike" kern="1200" cap="none" spc="-170" normalizeH="0" baseline="0" noProof="0" dirty="0">
                <a:ln>
                  <a:noFill/>
                </a:ln>
                <a:effectLst/>
                <a:uLnTx/>
                <a:uFillTx/>
                <a:latin typeface="Arial"/>
                <a:ea typeface="微软雅黑"/>
                <a:cs typeface="Arial"/>
              </a:rPr>
              <a:t>của  </a:t>
            </a:r>
            <a:r>
              <a:rPr kumimoji="0" sz="2400" b="0" i="0" u="none" strike="noStrike" kern="1200" cap="none" spc="-110" normalizeH="0" baseline="0" noProof="0" dirty="0">
                <a:ln>
                  <a:noFill/>
                </a:ln>
                <a:effectLst/>
                <a:uLnTx/>
                <a:uFillTx/>
                <a:latin typeface="Arial"/>
                <a:ea typeface="微软雅黑"/>
                <a:cs typeface="Arial"/>
              </a:rPr>
              <a:t>F.W.Taylor </a:t>
            </a:r>
            <a:r>
              <a:rPr kumimoji="0" sz="2400" b="0" i="0" u="none" strike="noStrike" kern="1200" cap="none" spc="-65" normalizeH="0" baseline="0" noProof="0" dirty="0">
                <a:ln>
                  <a:noFill/>
                </a:ln>
                <a:effectLst/>
                <a:uLnTx/>
                <a:uFillTx/>
                <a:latin typeface="Arial"/>
                <a:ea typeface="微软雅黑"/>
                <a:cs typeface="Arial"/>
              </a:rPr>
              <a:t>(đề </a:t>
            </a:r>
            <a:r>
              <a:rPr kumimoji="0" sz="2400" b="0" i="0" u="none" strike="noStrike" kern="1200" cap="none" spc="-100" normalizeH="0" baseline="0" noProof="0" dirty="0">
                <a:ln>
                  <a:noFill/>
                </a:ln>
                <a:effectLst/>
                <a:uLnTx/>
                <a:uFillTx/>
                <a:latin typeface="Arial"/>
                <a:ea typeface="微软雅黑"/>
                <a:cs typeface="Arial"/>
              </a:rPr>
              <a:t>xuất </a:t>
            </a:r>
            <a:r>
              <a:rPr kumimoji="0" sz="2400" b="0" i="0" u="none" strike="noStrike" kern="1200" cap="none" spc="-120" normalizeH="0" baseline="0" noProof="0" dirty="0">
                <a:ln>
                  <a:noFill/>
                </a:ln>
                <a:effectLst/>
                <a:uLnTx/>
                <a:uFillTx/>
                <a:latin typeface="Arial"/>
                <a:ea typeface="微软雅黑"/>
                <a:cs typeface="Arial"/>
              </a:rPr>
              <a:t>năm </a:t>
            </a:r>
            <a:r>
              <a:rPr kumimoji="0" sz="2400" b="0" i="0" u="none" strike="noStrike" kern="1200" cap="none" spc="-75" normalizeH="0" baseline="0" noProof="0" dirty="0">
                <a:ln>
                  <a:noFill/>
                </a:ln>
                <a:effectLst/>
                <a:uLnTx/>
                <a:uFillTx/>
                <a:latin typeface="Arial"/>
                <a:ea typeface="微软雅黑"/>
                <a:cs typeface="Arial"/>
              </a:rPr>
              <a:t>1909, </a:t>
            </a:r>
            <a:r>
              <a:rPr kumimoji="0" sz="2400" b="0" i="0" u="none" strike="noStrike" kern="1200" cap="none" spc="-175" normalizeH="0" baseline="0" noProof="0" dirty="0">
                <a:ln>
                  <a:noFill/>
                </a:ln>
                <a:effectLst/>
                <a:uLnTx/>
                <a:uFillTx/>
                <a:latin typeface="Arial"/>
                <a:ea typeface="微软雅黑"/>
                <a:cs typeface="Arial"/>
              </a:rPr>
              <a:t>ứng  </a:t>
            </a:r>
            <a:r>
              <a:rPr kumimoji="0" sz="2400" b="0" i="0" u="none" strike="noStrike" kern="1200" cap="none" spc="-160" normalizeH="0" baseline="0" noProof="0" dirty="0">
                <a:ln>
                  <a:noFill/>
                </a:ln>
                <a:effectLst/>
                <a:uLnTx/>
                <a:uFillTx/>
                <a:latin typeface="Arial"/>
                <a:ea typeface="微软雅黑"/>
                <a:cs typeface="Arial"/>
              </a:rPr>
              <a:t>dụng </a:t>
            </a:r>
            <a:r>
              <a:rPr kumimoji="0" sz="2400" b="0" i="0" u="none" strike="noStrike" kern="1200" cap="none" spc="-135" normalizeH="0" baseline="0" noProof="0" dirty="0">
                <a:ln>
                  <a:noFill/>
                </a:ln>
                <a:effectLst/>
                <a:uLnTx/>
                <a:uFillTx/>
                <a:latin typeface="Arial"/>
                <a:ea typeface="微软雅黑"/>
                <a:cs typeface="Arial"/>
              </a:rPr>
              <a:t>vào </a:t>
            </a:r>
            <a:r>
              <a:rPr kumimoji="0" sz="2400" b="0" i="0" u="none" strike="noStrike" kern="1200" cap="none" spc="-120" normalizeH="0" baseline="0" noProof="0" dirty="0">
                <a:ln>
                  <a:noFill/>
                </a:ln>
                <a:effectLst/>
                <a:uLnTx/>
                <a:uFillTx/>
                <a:latin typeface="Arial"/>
                <a:ea typeface="微软雅黑"/>
                <a:cs typeface="Arial"/>
              </a:rPr>
              <a:t>thực </a:t>
            </a:r>
            <a:r>
              <a:rPr kumimoji="0" sz="2400" b="0" i="0" u="none" strike="noStrike" kern="1200" cap="none" spc="-60" normalizeH="0" baseline="0" noProof="0" dirty="0">
                <a:ln>
                  <a:noFill/>
                </a:ln>
                <a:effectLst/>
                <a:uLnTx/>
                <a:uFillTx/>
                <a:latin typeface="Arial"/>
                <a:ea typeface="微软雅黑"/>
                <a:cs typeface="Arial"/>
              </a:rPr>
              <a:t>tiễn </a:t>
            </a:r>
            <a:r>
              <a:rPr kumimoji="0" sz="2400" b="0" i="0" u="none" strike="noStrike" kern="1200" cap="none" spc="-120" normalizeH="0" baseline="0" noProof="0" dirty="0">
                <a:ln>
                  <a:noFill/>
                </a:ln>
                <a:effectLst/>
                <a:uLnTx/>
                <a:uFillTx/>
                <a:latin typeface="Arial"/>
                <a:ea typeface="微软雅黑"/>
                <a:cs typeface="Arial"/>
              </a:rPr>
              <a:t>năm </a:t>
            </a:r>
            <a:r>
              <a:rPr kumimoji="0" sz="2400" b="0" i="0" u="none" strike="noStrike" kern="1200" cap="none" spc="-85" normalizeH="0" baseline="0" noProof="0" dirty="0">
                <a:ln>
                  <a:noFill/>
                </a:ln>
                <a:effectLst/>
                <a:uLnTx/>
                <a:uFillTx/>
                <a:latin typeface="Arial"/>
                <a:ea typeface="微软雅黑"/>
                <a:cs typeface="Arial"/>
              </a:rPr>
              <a:t>1913 </a:t>
            </a:r>
            <a:r>
              <a:rPr kumimoji="0" sz="2400" b="0" i="0" u="none" strike="noStrike" kern="1200" cap="none" spc="-45" normalizeH="0" baseline="0" noProof="0" dirty="0">
                <a:ln>
                  <a:noFill/>
                </a:ln>
                <a:effectLst/>
                <a:uLnTx/>
                <a:uFillTx/>
                <a:latin typeface="Arial"/>
                <a:ea typeface="微软雅黑"/>
                <a:cs typeface="Arial"/>
              </a:rPr>
              <a:t>- </a:t>
            </a:r>
            <a:r>
              <a:rPr kumimoji="0" sz="2400" b="0" i="0" u="none" strike="noStrike" kern="1200" cap="none" spc="-155" normalizeH="0" baseline="0" noProof="0" dirty="0">
                <a:ln>
                  <a:noFill/>
                </a:ln>
                <a:effectLst/>
                <a:uLnTx/>
                <a:uFillTx/>
                <a:latin typeface="Arial"/>
                <a:ea typeface="微软雅黑"/>
                <a:cs typeface="Arial"/>
              </a:rPr>
              <a:t>hãng  </a:t>
            </a:r>
            <a:r>
              <a:rPr kumimoji="0" sz="2400" b="0" i="0" u="none" strike="noStrike" kern="1200" cap="none" spc="-150" normalizeH="0" baseline="0" noProof="0" dirty="0">
                <a:ln>
                  <a:noFill/>
                </a:ln>
                <a:effectLst/>
                <a:uLnTx/>
                <a:uFillTx/>
                <a:latin typeface="Arial"/>
                <a:ea typeface="微软雅黑"/>
                <a:cs typeface="Arial"/>
              </a:rPr>
              <a:t>Ford </a:t>
            </a:r>
            <a:r>
              <a:rPr kumimoji="0" sz="2400" b="0" i="0" u="none" strike="noStrike" kern="1200" cap="none" spc="-65" normalizeH="0" baseline="0" noProof="0" dirty="0">
                <a:ln>
                  <a:noFill/>
                </a:ln>
                <a:effectLst/>
                <a:uLnTx/>
                <a:uFillTx/>
                <a:latin typeface="Arial"/>
                <a:ea typeface="微软雅黑"/>
                <a:cs typeface="Arial"/>
              </a:rPr>
              <a:t>đi </a:t>
            </a:r>
            <a:r>
              <a:rPr kumimoji="0" sz="2400" b="0" i="0" u="none" strike="noStrike" kern="1200" cap="none" spc="-60" normalizeH="0" baseline="0" noProof="0" dirty="0">
                <a:ln>
                  <a:noFill/>
                </a:ln>
                <a:effectLst/>
                <a:uLnTx/>
                <a:uFillTx/>
                <a:latin typeface="Arial"/>
                <a:ea typeface="微软雅黑"/>
                <a:cs typeface="Arial"/>
              </a:rPr>
              <a:t>tiên</a:t>
            </a:r>
            <a:r>
              <a:rPr kumimoji="0" sz="2400" b="0" i="0" u="none" strike="noStrike" kern="1200" cap="none" spc="-110" normalizeH="0" baseline="0" noProof="0" dirty="0">
                <a:ln>
                  <a:noFill/>
                </a:ln>
                <a:effectLst/>
                <a:uLnTx/>
                <a:uFillTx/>
                <a:latin typeface="Arial"/>
                <a:ea typeface="微软雅黑"/>
                <a:cs typeface="Arial"/>
              </a:rPr>
              <a:t> </a:t>
            </a:r>
            <a:r>
              <a:rPr kumimoji="0" sz="2400" b="0" i="0" u="none" strike="noStrike" kern="1200" cap="none" spc="-135" normalizeH="0" baseline="0" noProof="0" dirty="0">
                <a:ln>
                  <a:noFill/>
                </a:ln>
                <a:effectLst/>
                <a:uLnTx/>
                <a:uFillTx/>
                <a:latin typeface="Arial"/>
                <a:ea typeface="微软雅黑"/>
                <a:cs typeface="Arial"/>
              </a:rPr>
              <a:t>phong)</a:t>
            </a:r>
            <a:endParaRPr kumimoji="0" sz="2400" b="0" i="0" u="none" strike="noStrike" kern="1200" cap="none" spc="0" normalizeH="0" baseline="0" noProof="0">
              <a:ln>
                <a:noFill/>
              </a:ln>
              <a:effectLst/>
              <a:uLnTx/>
              <a:uFillTx/>
              <a:latin typeface="Arial"/>
              <a:ea typeface="微软雅黑"/>
              <a:cs typeface="Arial"/>
            </a:endParaRPr>
          </a:p>
          <a:p>
            <a:pPr marL="295910" marR="5080" lvl="0" indent="-283210" algn="just" defTabSz="914400" rtl="0" eaLnBrk="1" fontAlgn="auto" latinLnBrk="0" hangingPunct="1">
              <a:lnSpc>
                <a:spcPct val="101499"/>
              </a:lnSpc>
              <a:spcBef>
                <a:spcPts val="1200"/>
              </a:spcBef>
              <a:spcAft>
                <a:spcPts val="0"/>
              </a:spcAft>
              <a:buClr>
                <a:srgbClr val="28324A"/>
              </a:buClr>
              <a:buSzTx/>
              <a:buFont typeface="Wingdings"/>
              <a:buChar char=""/>
              <a:tabLst>
                <a:tab pos="296545" algn="l"/>
              </a:tabLst>
              <a:defRPr/>
            </a:pPr>
            <a:r>
              <a:rPr kumimoji="0" sz="2400" b="0" i="0" u="none" strike="noStrike" kern="1200" cap="none" spc="-250" normalizeH="0" baseline="0" noProof="0" dirty="0">
                <a:ln>
                  <a:noFill/>
                </a:ln>
                <a:effectLst/>
                <a:uLnTx/>
                <a:uFillTx/>
                <a:latin typeface="Arial"/>
                <a:ea typeface="微软雅黑"/>
                <a:cs typeface="Arial"/>
              </a:rPr>
              <a:t>Các </a:t>
            </a:r>
            <a:r>
              <a:rPr kumimoji="0" sz="2400" b="0" i="0" u="none" strike="noStrike" kern="1200" cap="none" spc="-120" normalizeH="0" baseline="0" noProof="0" dirty="0">
                <a:ln>
                  <a:noFill/>
                </a:ln>
                <a:effectLst/>
                <a:uLnTx/>
                <a:uFillTx/>
                <a:latin typeface="Arial"/>
                <a:ea typeface="微软雅黑"/>
                <a:cs typeface="Arial"/>
              </a:rPr>
              <a:t>nhà </a:t>
            </a:r>
            <a:r>
              <a:rPr kumimoji="0" sz="2400" b="0" i="0" u="none" strike="noStrike" kern="1200" cap="none" spc="-200" normalizeH="0" baseline="0" noProof="0" dirty="0">
                <a:ln>
                  <a:noFill/>
                </a:ln>
                <a:effectLst/>
                <a:uLnTx/>
                <a:uFillTx/>
                <a:latin typeface="Arial"/>
                <a:ea typeface="微软雅黑"/>
                <a:cs typeface="Arial"/>
              </a:rPr>
              <a:t>sáng </a:t>
            </a:r>
            <a:r>
              <a:rPr kumimoji="0" sz="2400" b="0" i="0" u="none" strike="noStrike" kern="1200" cap="none" spc="-165" normalizeH="0" baseline="0" noProof="0" dirty="0">
                <a:ln>
                  <a:noFill/>
                </a:ln>
                <a:effectLst/>
                <a:uLnTx/>
                <a:uFillTx/>
                <a:latin typeface="Arial"/>
                <a:ea typeface="微软雅黑"/>
                <a:cs typeface="Arial"/>
              </a:rPr>
              <a:t>chế </a:t>
            </a:r>
            <a:r>
              <a:rPr kumimoji="0" sz="2400" b="0" i="0" u="none" strike="noStrike" kern="1200" cap="none" spc="-75" normalizeH="0" baseline="0" noProof="0" dirty="0">
                <a:ln>
                  <a:noFill/>
                </a:ln>
                <a:effectLst/>
                <a:uLnTx/>
                <a:uFillTx/>
                <a:latin typeface="Arial"/>
                <a:ea typeface="微软雅黑"/>
                <a:cs typeface="Arial"/>
              </a:rPr>
              <a:t>thời </a:t>
            </a:r>
            <a:r>
              <a:rPr kumimoji="0" sz="2400" b="0" i="0" u="none" strike="noStrike" kern="1200" cap="none" spc="-145" normalizeH="0" baseline="0" noProof="0" dirty="0">
                <a:ln>
                  <a:noFill/>
                </a:ln>
                <a:effectLst/>
                <a:uLnTx/>
                <a:uFillTx/>
                <a:latin typeface="Arial"/>
                <a:ea typeface="微软雅黑"/>
                <a:cs typeface="Arial"/>
              </a:rPr>
              <a:t>kỳ </a:t>
            </a:r>
            <a:r>
              <a:rPr kumimoji="0" sz="2400" b="0" i="0" u="none" strike="noStrike" kern="1200" cap="none" spc="-130" normalizeH="0" baseline="0" noProof="0" dirty="0">
                <a:ln>
                  <a:noFill/>
                </a:ln>
                <a:effectLst/>
                <a:uLnTx/>
                <a:uFillTx/>
                <a:latin typeface="Arial"/>
                <a:ea typeface="微软雅黑"/>
                <a:cs typeface="Arial"/>
              </a:rPr>
              <a:t>này </a:t>
            </a:r>
            <a:r>
              <a:rPr kumimoji="0" sz="2400" b="0" i="0" u="none" strike="noStrike" kern="1200" cap="none" spc="-195" normalizeH="0" baseline="0" noProof="0" dirty="0">
                <a:ln>
                  <a:noFill/>
                </a:ln>
                <a:effectLst/>
                <a:uLnTx/>
                <a:uFillTx/>
                <a:latin typeface="Arial"/>
                <a:ea typeface="微软雅黑"/>
                <a:cs typeface="Arial"/>
              </a:rPr>
              <a:t>cũng  </a:t>
            </a:r>
            <a:r>
              <a:rPr kumimoji="0" sz="2400" b="0" i="0" u="none" strike="noStrike" kern="1200" cap="none" spc="-130" normalizeH="0" baseline="0" noProof="0" dirty="0">
                <a:ln>
                  <a:noFill/>
                </a:ln>
                <a:effectLst/>
                <a:uLnTx/>
                <a:uFillTx/>
                <a:latin typeface="Arial"/>
                <a:ea typeface="微软雅黑"/>
                <a:cs typeface="Arial"/>
              </a:rPr>
              <a:t>nghiên </a:t>
            </a:r>
            <a:r>
              <a:rPr kumimoji="0" sz="2400" b="0" i="0" u="none" strike="noStrike" kern="1200" cap="none" spc="-145" normalizeH="0" baseline="0" noProof="0" dirty="0">
                <a:ln>
                  <a:noFill/>
                </a:ln>
                <a:effectLst/>
                <a:uLnTx/>
                <a:uFillTx/>
                <a:latin typeface="Arial"/>
                <a:ea typeface="微软雅黑"/>
                <a:cs typeface="Arial"/>
              </a:rPr>
              <a:t>cứu, </a:t>
            </a:r>
            <a:r>
              <a:rPr kumimoji="0" sz="2400" b="0" i="0" u="none" strike="noStrike" kern="1200" cap="none" spc="-70" normalizeH="0" baseline="0" noProof="0" dirty="0">
                <a:ln>
                  <a:noFill/>
                </a:ln>
                <a:effectLst/>
                <a:uLnTx/>
                <a:uFillTx/>
                <a:latin typeface="Arial"/>
                <a:ea typeface="微软雅黑"/>
                <a:cs typeface="Arial"/>
              </a:rPr>
              <a:t>tạo </a:t>
            </a:r>
            <a:r>
              <a:rPr kumimoji="0" sz="2400" b="0" i="0" u="none" strike="noStrike" kern="1200" cap="none" spc="-85" normalizeH="0" baseline="0" noProof="0" dirty="0">
                <a:ln>
                  <a:noFill/>
                </a:ln>
                <a:effectLst/>
                <a:uLnTx/>
                <a:uFillTx/>
                <a:latin typeface="Arial"/>
                <a:ea typeface="微软雅黑"/>
                <a:cs typeface="Arial"/>
              </a:rPr>
              <a:t>ra </a:t>
            </a:r>
            <a:r>
              <a:rPr kumimoji="0" sz="2400" b="0" i="0" u="none" strike="noStrike" kern="1200" cap="none" spc="-155" normalizeH="0" baseline="0" noProof="0" dirty="0">
                <a:ln>
                  <a:noFill/>
                </a:ln>
                <a:effectLst/>
                <a:uLnTx/>
                <a:uFillTx/>
                <a:latin typeface="Arial"/>
                <a:ea typeface="微软雅黑"/>
                <a:cs typeface="Arial"/>
              </a:rPr>
              <a:t>những </a:t>
            </a:r>
            <a:r>
              <a:rPr kumimoji="0" sz="2400" b="0" i="0" u="none" strike="noStrike" kern="1200" cap="none" spc="-80" normalizeH="0" baseline="0" noProof="0" dirty="0">
                <a:ln>
                  <a:noFill/>
                </a:ln>
                <a:effectLst/>
                <a:uLnTx/>
                <a:uFillTx/>
                <a:latin typeface="Arial"/>
                <a:ea typeface="微软雅黑"/>
                <a:cs typeface="Arial"/>
              </a:rPr>
              <a:t>vật </a:t>
            </a:r>
            <a:r>
              <a:rPr kumimoji="0" sz="2400" b="0" i="0" u="none" strike="noStrike" kern="1200" cap="none" spc="-85" normalizeH="0" baseline="0" noProof="0" dirty="0">
                <a:ln>
                  <a:noFill/>
                </a:ln>
                <a:effectLst/>
                <a:uLnTx/>
                <a:uFillTx/>
                <a:latin typeface="Arial"/>
                <a:ea typeface="微软雅黑"/>
                <a:cs typeface="Arial"/>
              </a:rPr>
              <a:t>liệu  </a:t>
            </a:r>
            <a:r>
              <a:rPr kumimoji="0" sz="2400" b="0" i="0" u="none" strike="noStrike" kern="1200" cap="none" spc="-110" normalizeH="0" baseline="0" noProof="0" dirty="0">
                <a:ln>
                  <a:noFill/>
                </a:ln>
                <a:effectLst/>
                <a:uLnTx/>
                <a:uFillTx/>
                <a:latin typeface="Arial"/>
                <a:ea typeface="微软雅黑"/>
                <a:cs typeface="Arial"/>
              </a:rPr>
              <a:t>mới </a:t>
            </a:r>
            <a:r>
              <a:rPr kumimoji="0" sz="2400" b="0" i="0" u="none" strike="noStrike" kern="1200" cap="none" spc="-130" normalizeH="0" baseline="0" noProof="0" dirty="0">
                <a:ln>
                  <a:noFill/>
                </a:ln>
                <a:effectLst/>
                <a:uLnTx/>
                <a:uFillTx/>
                <a:latin typeface="Arial"/>
                <a:ea typeface="微软雅黑"/>
                <a:cs typeface="Arial"/>
              </a:rPr>
              <a:t>như </a:t>
            </a:r>
            <a:r>
              <a:rPr kumimoji="0" sz="2400" b="0" i="0" u="none" strike="noStrike" kern="1200" cap="none" spc="-120" normalizeH="0" baseline="0" noProof="0" dirty="0">
                <a:ln>
                  <a:noFill/>
                </a:ln>
                <a:effectLst/>
                <a:uLnTx/>
                <a:uFillTx/>
                <a:latin typeface="Arial"/>
                <a:ea typeface="微软雅黑"/>
                <a:cs typeface="Arial"/>
              </a:rPr>
              <a:t>chất </a:t>
            </a:r>
            <a:r>
              <a:rPr kumimoji="0" sz="2400" b="0" i="0" u="none" strike="noStrike" kern="1200" cap="none" spc="-105" normalizeH="0" baseline="0" noProof="0" dirty="0">
                <a:ln>
                  <a:noFill/>
                </a:ln>
                <a:effectLst/>
                <a:uLnTx/>
                <a:uFillTx/>
                <a:latin typeface="Arial"/>
                <a:ea typeface="微软雅黑"/>
                <a:cs typeface="Arial"/>
              </a:rPr>
              <a:t>polymer </a:t>
            </a:r>
            <a:r>
              <a:rPr kumimoji="0" sz="2400" b="0" i="0" u="none" strike="noStrike" kern="1200" cap="none" spc="-120" normalizeH="0" baseline="0" noProof="0" dirty="0">
                <a:ln>
                  <a:noFill/>
                </a:ln>
                <a:effectLst/>
                <a:uLnTx/>
                <a:uFillTx/>
                <a:latin typeface="Arial"/>
                <a:ea typeface="微软雅黑"/>
                <a:cs typeface="Arial"/>
              </a:rPr>
              <a:t>với </a:t>
            </a:r>
            <a:r>
              <a:rPr kumimoji="0" sz="2400" b="0" i="0" u="none" strike="noStrike" kern="1200" cap="none" spc="-100" normalizeH="0" baseline="0" noProof="0" dirty="0">
                <a:ln>
                  <a:noFill/>
                </a:ln>
                <a:effectLst/>
                <a:uLnTx/>
                <a:uFillTx/>
                <a:latin typeface="Arial"/>
                <a:ea typeface="微软雅黑"/>
                <a:cs typeface="Arial"/>
              </a:rPr>
              <a:t>độ </a:t>
            </a:r>
            <a:r>
              <a:rPr kumimoji="0" sz="2400" b="0" i="0" u="none" strike="noStrike" kern="1200" cap="none" spc="-114" normalizeH="0" baseline="0" noProof="0" dirty="0">
                <a:ln>
                  <a:noFill/>
                </a:ln>
                <a:effectLst/>
                <a:uLnTx/>
                <a:uFillTx/>
                <a:latin typeface="Arial"/>
                <a:ea typeface="微软雅黑"/>
                <a:cs typeface="Arial"/>
              </a:rPr>
              <a:t>bền  </a:t>
            </a:r>
            <a:r>
              <a:rPr kumimoji="0" sz="2400" b="0" i="0" u="none" strike="noStrike" kern="1200" cap="none" spc="-130" normalizeH="0" baseline="0" noProof="0" dirty="0">
                <a:ln>
                  <a:noFill/>
                </a:ln>
                <a:effectLst/>
                <a:uLnTx/>
                <a:uFillTx/>
                <a:latin typeface="Arial"/>
                <a:ea typeface="微软雅黑"/>
                <a:cs typeface="Arial"/>
              </a:rPr>
              <a:t>và </a:t>
            </a:r>
            <a:r>
              <a:rPr kumimoji="0" sz="2400" b="0" i="0" u="none" strike="noStrike" kern="1200" cap="none" spc="-229" normalizeH="0" baseline="0" noProof="0" dirty="0">
                <a:ln>
                  <a:noFill/>
                </a:ln>
                <a:effectLst/>
                <a:uLnTx/>
                <a:uFillTx/>
                <a:latin typeface="Arial"/>
                <a:ea typeface="微软雅黑"/>
                <a:cs typeface="Arial"/>
              </a:rPr>
              <a:t>sức </a:t>
            </a:r>
            <a:r>
              <a:rPr kumimoji="0" sz="2400" b="0" i="0" u="none" strike="noStrike" kern="1200" cap="none" spc="-150" normalizeH="0" baseline="0" noProof="0" dirty="0">
                <a:ln>
                  <a:noFill/>
                </a:ln>
                <a:effectLst/>
                <a:uLnTx/>
                <a:uFillTx/>
                <a:latin typeface="Arial"/>
                <a:ea typeface="微软雅黑"/>
                <a:cs typeface="Arial"/>
              </a:rPr>
              <a:t>chịu </a:t>
            </a:r>
            <a:r>
              <a:rPr kumimoji="0" sz="2400" b="0" i="0" u="none" strike="noStrike" kern="1200" cap="none" spc="-75" normalizeH="0" baseline="0" noProof="0" dirty="0">
                <a:ln>
                  <a:noFill/>
                </a:ln>
                <a:effectLst/>
                <a:uLnTx/>
                <a:uFillTx/>
                <a:latin typeface="Arial"/>
                <a:ea typeface="微软雅黑"/>
                <a:cs typeface="Arial"/>
              </a:rPr>
              <a:t>nhiệt </a:t>
            </a:r>
            <a:r>
              <a:rPr kumimoji="0" sz="2400" b="0" i="0" u="none" strike="noStrike" kern="1200" cap="none" spc="-135" normalizeH="0" baseline="0" noProof="0" dirty="0">
                <a:ln>
                  <a:noFill/>
                </a:ln>
                <a:effectLst/>
                <a:uLnTx/>
                <a:uFillTx/>
                <a:latin typeface="Arial"/>
                <a:ea typeface="微软雅黑"/>
                <a:cs typeface="Arial"/>
              </a:rPr>
              <a:t>cao, </a:t>
            </a:r>
            <a:r>
              <a:rPr kumimoji="0" sz="2400" b="0" i="0" u="none" strike="noStrike" kern="1200" cap="none" spc="-155" normalizeH="0" baseline="0" noProof="0" dirty="0">
                <a:ln>
                  <a:noFill/>
                </a:ln>
                <a:effectLst/>
                <a:uLnTx/>
                <a:uFillTx/>
                <a:latin typeface="Arial"/>
                <a:ea typeface="微软雅黑"/>
                <a:cs typeface="Arial"/>
              </a:rPr>
              <a:t>được </a:t>
            </a:r>
            <a:r>
              <a:rPr kumimoji="0" sz="2400" b="0" i="0" u="none" strike="noStrike" kern="1200" cap="none" spc="-215" normalizeH="0" baseline="0" noProof="0" dirty="0">
                <a:ln>
                  <a:noFill/>
                </a:ln>
                <a:effectLst/>
                <a:uLnTx/>
                <a:uFillTx/>
                <a:latin typeface="Arial"/>
                <a:ea typeface="微软雅黑"/>
                <a:cs typeface="Arial"/>
              </a:rPr>
              <a:t>sử  </a:t>
            </a:r>
            <a:r>
              <a:rPr kumimoji="0" sz="2400" b="0" i="0" u="none" strike="noStrike" kern="1200" cap="none" spc="-160" normalizeH="0" baseline="0" noProof="0" dirty="0">
                <a:ln>
                  <a:noFill/>
                </a:ln>
                <a:effectLst/>
                <a:uLnTx/>
                <a:uFillTx/>
                <a:latin typeface="Arial"/>
                <a:ea typeface="微软雅黑"/>
                <a:cs typeface="Arial"/>
              </a:rPr>
              <a:t>dụng </a:t>
            </a:r>
            <a:r>
              <a:rPr kumimoji="0" sz="2400" b="0" i="0" u="none" strike="noStrike" kern="1200" cap="none" spc="-145" normalizeH="0" baseline="0" noProof="0" dirty="0">
                <a:ln>
                  <a:noFill/>
                </a:ln>
                <a:effectLst/>
                <a:uLnTx/>
                <a:uFillTx/>
                <a:latin typeface="Arial"/>
                <a:ea typeface="微软雅黑"/>
                <a:cs typeface="Arial"/>
              </a:rPr>
              <a:t>rộng </a:t>
            </a:r>
            <a:r>
              <a:rPr kumimoji="0" sz="2400" b="0" i="0" u="none" strike="noStrike" kern="1200" cap="none" spc="-80" normalizeH="0" baseline="0" noProof="0" dirty="0">
                <a:ln>
                  <a:noFill/>
                </a:ln>
                <a:effectLst/>
                <a:uLnTx/>
                <a:uFillTx/>
                <a:latin typeface="Arial"/>
                <a:ea typeface="微软雅黑"/>
                <a:cs typeface="Arial"/>
              </a:rPr>
              <a:t>rãi </a:t>
            </a:r>
            <a:r>
              <a:rPr kumimoji="0" sz="2400" b="0" i="0" u="none" strike="noStrike" kern="1200" cap="none" spc="-105" normalizeH="0" baseline="0" noProof="0" dirty="0">
                <a:ln>
                  <a:noFill/>
                </a:ln>
                <a:effectLst/>
                <a:uLnTx/>
                <a:uFillTx/>
                <a:latin typeface="Arial"/>
                <a:ea typeface="微软雅黑"/>
                <a:cs typeface="Arial"/>
              </a:rPr>
              <a:t>trong </a:t>
            </a:r>
            <a:r>
              <a:rPr kumimoji="0" sz="2400" b="0" i="0" u="none" strike="noStrike" kern="1200" cap="none" spc="-85" normalizeH="0" baseline="0" noProof="0" dirty="0">
                <a:ln>
                  <a:noFill/>
                </a:ln>
                <a:effectLst/>
                <a:uLnTx/>
                <a:uFillTx/>
                <a:latin typeface="Arial"/>
                <a:ea typeface="微软雅黑"/>
                <a:cs typeface="Arial"/>
              </a:rPr>
              <a:t>đời </a:t>
            </a:r>
            <a:r>
              <a:rPr kumimoji="0" sz="2400" b="0" i="0" u="none" strike="noStrike" kern="1200" cap="none" spc="-170" normalizeH="0" baseline="0" noProof="0" dirty="0">
                <a:ln>
                  <a:noFill/>
                </a:ln>
                <a:effectLst/>
                <a:uLnTx/>
                <a:uFillTx/>
                <a:latin typeface="Arial"/>
                <a:ea typeface="微软雅黑"/>
                <a:cs typeface="Arial"/>
              </a:rPr>
              <a:t>sống,</a:t>
            </a:r>
            <a:r>
              <a:rPr kumimoji="0" sz="2400" b="0" i="0" u="none" strike="noStrike" kern="1200" cap="none" spc="200" normalizeH="0" baseline="0" noProof="0" dirty="0">
                <a:ln>
                  <a:noFill/>
                </a:ln>
                <a:effectLst/>
                <a:uLnTx/>
                <a:uFillTx/>
                <a:latin typeface="Arial"/>
                <a:ea typeface="微软雅黑"/>
                <a:cs typeface="Arial"/>
              </a:rPr>
              <a:t> </a:t>
            </a:r>
            <a:r>
              <a:rPr kumimoji="0" sz="2400" b="0" i="0" u="none" strike="noStrike" kern="1200" cap="none" spc="-135" normalizeH="0" baseline="0" noProof="0" dirty="0">
                <a:ln>
                  <a:noFill/>
                </a:ln>
                <a:effectLst/>
                <a:uLnTx/>
                <a:uFillTx/>
                <a:latin typeface="Arial"/>
                <a:ea typeface="微软雅黑"/>
                <a:cs typeface="Arial"/>
              </a:rPr>
              <a:t>và  </a:t>
            </a:r>
            <a:r>
              <a:rPr kumimoji="0" sz="2400" b="0" i="0" u="none" strike="noStrike" kern="1200" cap="none" spc="-105" normalizeH="0" baseline="0" noProof="0" dirty="0">
                <a:ln>
                  <a:noFill/>
                </a:ln>
                <a:effectLst/>
                <a:uLnTx/>
                <a:uFillTx/>
                <a:latin typeface="Arial"/>
                <a:ea typeface="微软雅黑"/>
                <a:cs typeface="Arial"/>
              </a:rPr>
              <a:t>trong </a:t>
            </a:r>
            <a:r>
              <a:rPr kumimoji="0" sz="2400" b="0" i="0" u="none" strike="noStrike" kern="1200" cap="none" spc="-210" normalizeH="0" baseline="0" noProof="0" dirty="0">
                <a:ln>
                  <a:noFill/>
                </a:ln>
                <a:effectLst/>
                <a:uLnTx/>
                <a:uFillTx/>
                <a:latin typeface="Arial"/>
                <a:ea typeface="微软雅黑"/>
                <a:cs typeface="Arial"/>
              </a:rPr>
              <a:t>các </a:t>
            </a:r>
            <a:r>
              <a:rPr kumimoji="0" sz="2400" b="0" i="0" u="none" strike="noStrike" kern="1200" cap="none" spc="-150" normalizeH="0" baseline="0" noProof="0" dirty="0">
                <a:ln>
                  <a:noFill/>
                </a:ln>
                <a:effectLst/>
                <a:uLnTx/>
                <a:uFillTx/>
                <a:latin typeface="Arial"/>
                <a:ea typeface="微软雅黑"/>
                <a:cs typeface="Arial"/>
              </a:rPr>
              <a:t>ngành </a:t>
            </a:r>
            <a:r>
              <a:rPr kumimoji="0" sz="2400" b="0" i="0" u="none" strike="noStrike" kern="1200" cap="none" spc="-195" normalizeH="0" baseline="0" noProof="0" dirty="0">
                <a:ln>
                  <a:noFill/>
                </a:ln>
                <a:effectLst/>
                <a:uLnTx/>
                <a:uFillTx/>
                <a:latin typeface="Arial"/>
                <a:ea typeface="微软雅黑"/>
                <a:cs typeface="Arial"/>
              </a:rPr>
              <a:t>công</a:t>
            </a:r>
            <a:r>
              <a:rPr kumimoji="0" sz="2400" b="0" i="0" u="none" strike="noStrike" kern="1200" cap="none" spc="-310" normalizeH="0" baseline="0" noProof="0" dirty="0">
                <a:ln>
                  <a:noFill/>
                </a:ln>
                <a:effectLst/>
                <a:uLnTx/>
                <a:uFillTx/>
                <a:latin typeface="Arial"/>
                <a:ea typeface="微软雅黑"/>
                <a:cs typeface="Arial"/>
              </a:rPr>
              <a:t> </a:t>
            </a:r>
            <a:r>
              <a:rPr kumimoji="0" sz="2400" b="0" i="0" u="none" strike="noStrike" kern="1200" cap="none" spc="-130" normalizeH="0" baseline="0" noProof="0" dirty="0">
                <a:ln>
                  <a:noFill/>
                </a:ln>
                <a:effectLst/>
                <a:uLnTx/>
                <a:uFillTx/>
                <a:latin typeface="Arial"/>
                <a:ea typeface="微软雅黑"/>
                <a:cs typeface="Arial"/>
              </a:rPr>
              <a:t>nghiệp</a:t>
            </a:r>
            <a:endParaRPr kumimoji="0" sz="2400" b="0" i="0" u="none" strike="noStrike" kern="1200" cap="none" spc="0" normalizeH="0" baseline="0" noProof="0">
              <a:ln>
                <a:noFill/>
              </a:ln>
              <a:effectLst/>
              <a:uLnTx/>
              <a:uFillTx/>
              <a:latin typeface="Arial"/>
              <a:ea typeface="微软雅黑"/>
              <a:cs typeface="Arial"/>
            </a:endParaRPr>
          </a:p>
        </p:txBody>
      </p:sp>
      <p:sp>
        <p:nvSpPr>
          <p:cNvPr id="7" name="object 7"/>
          <p:cNvSpPr/>
          <p:nvPr/>
        </p:nvSpPr>
        <p:spPr>
          <a:xfrm>
            <a:off x="120073" y="1784425"/>
            <a:ext cx="3352800" cy="154103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8"/>
          <p:cNvSpPr/>
          <p:nvPr/>
        </p:nvSpPr>
        <p:spPr>
          <a:xfrm>
            <a:off x="3635435" y="1789805"/>
            <a:ext cx="3326937" cy="1535653"/>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p:nvPr/>
        </p:nvSpPr>
        <p:spPr>
          <a:xfrm>
            <a:off x="3635434" y="3403452"/>
            <a:ext cx="3397135" cy="2265829"/>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0"/>
          <p:cNvSpPr/>
          <p:nvPr/>
        </p:nvSpPr>
        <p:spPr>
          <a:xfrm>
            <a:off x="120073" y="3442448"/>
            <a:ext cx="3352800" cy="2226833"/>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object 78">
            <a:extLst>
              <a:ext uri="{FF2B5EF4-FFF2-40B4-BE49-F238E27FC236}">
                <a16:creationId xmlns:a16="http://schemas.microsoft.com/office/drawing/2014/main" id="{80318DD5-A78C-85FC-4B9C-55A808FD5A75}"/>
              </a:ext>
            </a:extLst>
          </p:cNvPr>
          <p:cNvSpPr txBox="1"/>
          <p:nvPr/>
        </p:nvSpPr>
        <p:spPr>
          <a:xfrm>
            <a:off x="1414195" y="82247"/>
            <a:ext cx="7410316" cy="1150315"/>
          </a:xfrm>
          <a:prstGeom prst="rect">
            <a:avLst/>
          </a:prstGeom>
        </p:spPr>
        <p:txBody>
          <a:bodyPr vert="horz" wrap="square" lIns="0" tIns="11430" rIns="0" bIns="0" rtlCol="0">
            <a:spAutoFit/>
          </a:bodyPr>
          <a:lstStyle/>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2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2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2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2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2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200" b="1" i="0" u="none" strike="noStrike" kern="1200" cap="none" spc="-280" normalizeH="0" baseline="0" noProof="0">
                <a:ln>
                  <a:noFill/>
                </a:ln>
                <a:solidFill>
                  <a:srgbClr val="C00000"/>
                </a:solidFill>
                <a:effectLst/>
                <a:uLnTx/>
                <a:uFillTx/>
                <a:latin typeface="Arial"/>
                <a:ea typeface="微软雅黑"/>
                <a:cs typeface="Arial"/>
              </a:rPr>
              <a:t> </a:t>
            </a:r>
            <a:r>
              <a:rPr kumimoji="0" lang="en-US" sz="3200" b="1" i="0" u="none" strike="noStrike" kern="1200" cap="none" spc="-40" normalizeH="0" baseline="0" noProof="0">
                <a:ln>
                  <a:noFill/>
                </a:ln>
                <a:solidFill>
                  <a:srgbClr val="C00000"/>
                </a:solidFill>
                <a:effectLst/>
                <a:uLnTx/>
                <a:uFillTx/>
                <a:latin typeface="Arial"/>
                <a:ea typeface="微软雅黑"/>
                <a:cs typeface="Arial"/>
              </a:rPr>
              <a:t>HAI (2.0)</a:t>
            </a:r>
            <a:endParaRPr kumimoji="0" lang="en-US" sz="32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382280686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p:nvPr/>
        </p:nvSpPr>
        <p:spPr>
          <a:xfrm>
            <a:off x="0" y="1013910"/>
            <a:ext cx="12192000" cy="156322"/>
          </a:xfrm>
          <a:custGeom>
            <a:avLst/>
            <a:gdLst/>
            <a:ahLst/>
            <a:cxnLst/>
            <a:rect l="l" t="t" r="r" b="b"/>
            <a:pathLst>
              <a:path w="10058400" h="177165">
                <a:moveTo>
                  <a:pt x="10058400" y="0"/>
                </a:moveTo>
                <a:lnTo>
                  <a:pt x="10058400" y="176783"/>
                </a:lnTo>
                <a:lnTo>
                  <a:pt x="0" y="176783"/>
                </a:lnTo>
                <a:lnTo>
                  <a:pt x="0" y="0"/>
                </a:lnTo>
                <a:lnTo>
                  <a:pt x="10058400" y="0"/>
                </a:lnTo>
                <a:close/>
              </a:path>
            </a:pathLst>
          </a:custGeom>
          <a:solidFill>
            <a:srgbClr val="FEFEF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1" name="object 75"/>
          <p:cNvSpPr/>
          <p:nvPr/>
        </p:nvSpPr>
        <p:spPr>
          <a:xfrm>
            <a:off x="624378" y="2620120"/>
            <a:ext cx="4418676" cy="2318273"/>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2" name="object 76"/>
          <p:cNvSpPr/>
          <p:nvPr/>
        </p:nvSpPr>
        <p:spPr>
          <a:xfrm>
            <a:off x="6285044" y="2735100"/>
            <a:ext cx="4521032" cy="2374751"/>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3" name="object 78"/>
          <p:cNvSpPr txBox="1"/>
          <p:nvPr/>
        </p:nvSpPr>
        <p:spPr>
          <a:xfrm>
            <a:off x="4167140" y="5216668"/>
            <a:ext cx="4668982" cy="419346"/>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00" normalizeH="0" baseline="0" noProof="0" dirty="0">
                <a:ln>
                  <a:noFill/>
                </a:ln>
                <a:solidFill>
                  <a:srgbClr val="404040"/>
                </a:solidFill>
                <a:effectLst/>
                <a:uLnTx/>
                <a:uFillTx/>
                <a:latin typeface="Arial"/>
                <a:ea typeface="微软雅黑"/>
                <a:cs typeface="Arial"/>
              </a:rPr>
              <a:t>TIẾN</a:t>
            </a:r>
            <a:r>
              <a:rPr kumimoji="0" sz="2650" b="1" i="0" u="none" strike="noStrike" kern="1200" cap="none" spc="-390" normalizeH="0" baseline="0" noProof="0" dirty="0">
                <a:ln>
                  <a:noFill/>
                </a:ln>
                <a:solidFill>
                  <a:srgbClr val="404040"/>
                </a:solidFill>
                <a:effectLst/>
                <a:uLnTx/>
                <a:uFillTx/>
                <a:latin typeface="Arial"/>
                <a:ea typeface="微软雅黑"/>
                <a:cs typeface="Arial"/>
              </a:rPr>
              <a:t> </a:t>
            </a:r>
            <a:r>
              <a:rPr kumimoji="0" sz="2650" b="1" i="0" u="none" strike="noStrike" kern="1200" cap="none" spc="-95" normalizeH="0" baseline="0" noProof="0" dirty="0">
                <a:ln>
                  <a:noFill/>
                </a:ln>
                <a:solidFill>
                  <a:srgbClr val="404040"/>
                </a:solidFill>
                <a:effectLst/>
                <a:uLnTx/>
                <a:uFillTx/>
                <a:latin typeface="Arial"/>
                <a:ea typeface="微软雅黑"/>
                <a:cs typeface="Arial"/>
              </a:rPr>
              <a:t>TRÌNH</a:t>
            </a:r>
            <a:r>
              <a:rPr kumimoji="0" sz="2650" b="1" i="0" u="none" strike="noStrike" kern="1200" cap="none" spc="-370" normalizeH="0" baseline="0" noProof="0" dirty="0">
                <a:ln>
                  <a:noFill/>
                </a:ln>
                <a:solidFill>
                  <a:srgbClr val="404040"/>
                </a:solidFill>
                <a:effectLst/>
                <a:uLnTx/>
                <a:uFillTx/>
                <a:latin typeface="Arial"/>
                <a:ea typeface="微软雅黑"/>
                <a:cs typeface="Arial"/>
              </a:rPr>
              <a:t> </a:t>
            </a:r>
            <a:r>
              <a:rPr kumimoji="0" sz="2650" b="1" i="0" u="none" strike="noStrike" kern="1200" cap="none" spc="-45" normalizeH="0" baseline="0" noProof="0" dirty="0">
                <a:ln>
                  <a:noFill/>
                </a:ln>
                <a:solidFill>
                  <a:srgbClr val="C00000"/>
                </a:solidFill>
                <a:effectLst/>
                <a:uLnTx/>
                <a:uFillTx/>
                <a:latin typeface="Arial"/>
                <a:ea typeface="微软雅黑"/>
                <a:cs typeface="Arial"/>
              </a:rPr>
              <a:t>TIN</a:t>
            </a:r>
            <a:r>
              <a:rPr kumimoji="0" sz="2650" b="1" i="0" u="none" strike="noStrike" kern="1200" cap="none" spc="-195" normalizeH="0" baseline="0" noProof="0" dirty="0">
                <a:ln>
                  <a:noFill/>
                </a:ln>
                <a:solidFill>
                  <a:srgbClr val="C00000"/>
                </a:solidFill>
                <a:effectLst/>
                <a:uLnTx/>
                <a:uFillTx/>
                <a:latin typeface="Arial"/>
                <a:ea typeface="微软雅黑"/>
                <a:cs typeface="Arial"/>
              </a:rPr>
              <a:t> </a:t>
            </a:r>
            <a:r>
              <a:rPr kumimoji="0" sz="2650" b="1" i="0" u="none" strike="noStrike" kern="1200" cap="none" spc="-190" normalizeH="0" baseline="0" noProof="0" dirty="0">
                <a:ln>
                  <a:noFill/>
                </a:ln>
                <a:solidFill>
                  <a:srgbClr val="C00000"/>
                </a:solidFill>
                <a:effectLst/>
                <a:uLnTx/>
                <a:uFillTx/>
                <a:latin typeface="Arial"/>
                <a:ea typeface="微软雅黑"/>
                <a:cs typeface="Arial"/>
              </a:rPr>
              <a:t>HỌC</a:t>
            </a:r>
            <a:r>
              <a:rPr kumimoji="0" sz="2650" b="1" i="0" u="none" strike="noStrike" kern="1200" cap="none" spc="-204" normalizeH="0" baseline="0" noProof="0" dirty="0">
                <a:ln>
                  <a:noFill/>
                </a:ln>
                <a:solidFill>
                  <a:srgbClr val="C00000"/>
                </a:solidFill>
                <a:effectLst/>
                <a:uLnTx/>
                <a:uFillTx/>
                <a:latin typeface="Arial"/>
                <a:ea typeface="微软雅黑"/>
                <a:cs typeface="Arial"/>
              </a:rPr>
              <a:t> </a:t>
            </a:r>
            <a:r>
              <a:rPr kumimoji="0" sz="2650" b="1" i="0" u="none" strike="noStrike" kern="1200" cap="none" spc="-135" normalizeH="0" baseline="0" noProof="0" dirty="0">
                <a:ln>
                  <a:noFill/>
                </a:ln>
                <a:solidFill>
                  <a:srgbClr val="C00000"/>
                </a:solidFill>
                <a:effectLst/>
                <a:uLnTx/>
                <a:uFillTx/>
                <a:latin typeface="Arial"/>
                <a:ea typeface="微软雅黑"/>
                <a:cs typeface="Arial"/>
              </a:rPr>
              <a:t>HÓA</a:t>
            </a:r>
            <a:endParaRPr kumimoji="0" sz="2650" b="0" i="0" u="none" strike="noStrike" kern="1200" cap="none" spc="0" normalizeH="0" baseline="0" noProof="0">
              <a:ln>
                <a:noFill/>
              </a:ln>
              <a:solidFill>
                <a:prstClr val="black"/>
              </a:solidFill>
              <a:effectLst/>
              <a:uLnTx/>
              <a:uFillTx/>
              <a:latin typeface="Arial"/>
              <a:ea typeface="微软雅黑"/>
              <a:cs typeface="Arial"/>
            </a:endParaRPr>
          </a:p>
        </p:txBody>
      </p:sp>
      <p:sp>
        <p:nvSpPr>
          <p:cNvPr id="84" name="TextBox 83"/>
          <p:cNvSpPr txBox="1"/>
          <p:nvPr/>
        </p:nvSpPr>
        <p:spPr>
          <a:xfrm>
            <a:off x="1063049" y="1764642"/>
            <a:ext cx="522199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000" b="1" i="0" u="none" strike="noStrike" kern="1200" cap="none" spc="-155" normalizeH="0" baseline="0" noProof="0" dirty="0">
                <a:ln>
                  <a:noFill/>
                </a:ln>
                <a:solidFill>
                  <a:srgbClr val="0070C0"/>
                </a:solidFill>
                <a:effectLst/>
                <a:uLnTx/>
                <a:uFillTx/>
                <a:latin typeface="Arial"/>
                <a:ea typeface="微软雅黑"/>
                <a:cs typeface="Arial"/>
              </a:rPr>
              <a:t>MÁY</a:t>
            </a:r>
            <a:r>
              <a:rPr kumimoji="0" lang="en-US" sz="2000" b="1" i="0" u="none" strike="noStrike" kern="1200" cap="none" spc="-155"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390"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50" normalizeH="0" baseline="0" noProof="0" dirty="0">
                <a:ln>
                  <a:noFill/>
                </a:ln>
                <a:solidFill>
                  <a:srgbClr val="0070C0"/>
                </a:solidFill>
                <a:effectLst/>
                <a:uLnTx/>
                <a:uFillTx/>
                <a:latin typeface="Arial"/>
                <a:ea typeface="微软雅黑"/>
                <a:cs typeface="Arial"/>
              </a:rPr>
              <a:t>VI</a:t>
            </a:r>
            <a:r>
              <a:rPr kumimoji="0" lang="vi-VN" sz="2000" b="1" i="0" u="none" strike="noStrike" kern="1200" cap="none" spc="-385" normalizeH="0" baseline="0" noProof="0" dirty="0">
                <a:ln>
                  <a:noFill/>
                </a:ln>
                <a:solidFill>
                  <a:srgbClr val="0070C0"/>
                </a:solidFill>
                <a:effectLst/>
                <a:uLnTx/>
                <a:uFillTx/>
                <a:latin typeface="Arial"/>
                <a:ea typeface="微软雅黑"/>
                <a:cs typeface="Arial"/>
              </a:rPr>
              <a:t> </a:t>
            </a:r>
            <a:r>
              <a:rPr kumimoji="0" lang="en-US" sz="2000" b="1" i="0" u="none" strike="noStrike" kern="1200" cap="none" spc="-385"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20" normalizeH="0" baseline="0" noProof="0" dirty="0">
                <a:ln>
                  <a:noFill/>
                </a:ln>
                <a:solidFill>
                  <a:srgbClr val="0070C0"/>
                </a:solidFill>
                <a:effectLst/>
                <a:uLnTx/>
                <a:uFillTx/>
                <a:latin typeface="Arial"/>
                <a:ea typeface="微软雅黑"/>
                <a:cs typeface="Arial"/>
              </a:rPr>
              <a:t>TÍNH,</a:t>
            </a:r>
            <a:r>
              <a:rPr kumimoji="0" lang="vi-VN" sz="2000" b="1" i="0" u="none" strike="noStrike" kern="1200" cap="none" spc="-200"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105" normalizeH="0" baseline="0" noProof="0" dirty="0">
                <a:ln>
                  <a:noFill/>
                </a:ln>
                <a:solidFill>
                  <a:srgbClr val="0070C0"/>
                </a:solidFill>
                <a:effectLst/>
                <a:uLnTx/>
                <a:uFillTx/>
                <a:latin typeface="Arial"/>
                <a:ea typeface="微软雅黑"/>
                <a:cs typeface="Arial"/>
              </a:rPr>
              <a:t>ĐỘNG</a:t>
            </a:r>
            <a:r>
              <a:rPr kumimoji="0" lang="vi-VN" sz="2000" b="1" i="0" u="none" strike="noStrike" kern="1200" cap="none" spc="-295" normalizeH="0" baseline="0" noProof="0" dirty="0">
                <a:ln>
                  <a:noFill/>
                </a:ln>
                <a:solidFill>
                  <a:srgbClr val="0070C0"/>
                </a:solidFill>
                <a:effectLst/>
                <a:uLnTx/>
                <a:uFillTx/>
                <a:latin typeface="Arial"/>
                <a:ea typeface="微软雅黑"/>
                <a:cs typeface="Arial"/>
              </a:rPr>
              <a:t> </a:t>
            </a:r>
            <a:r>
              <a:rPr kumimoji="0" lang="en-US" sz="2000" b="1" i="0" u="none" strike="noStrike" kern="1200" cap="none" spc="-295"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275" normalizeH="0" baseline="0" noProof="0" dirty="0">
                <a:ln>
                  <a:noFill/>
                </a:ln>
                <a:solidFill>
                  <a:srgbClr val="0070C0"/>
                </a:solidFill>
                <a:effectLst/>
                <a:uLnTx/>
                <a:uFillTx/>
                <a:latin typeface="Arial"/>
                <a:ea typeface="微软雅黑"/>
                <a:cs typeface="Arial"/>
              </a:rPr>
              <a:t>CƠ</a:t>
            </a:r>
            <a:r>
              <a:rPr kumimoji="0" lang="vi-VN" sz="2000" b="1" i="0" u="none" strike="noStrike" kern="1200" cap="none" spc="-380" normalizeH="0" baseline="0" noProof="0" dirty="0">
                <a:ln>
                  <a:noFill/>
                </a:ln>
                <a:solidFill>
                  <a:srgbClr val="0070C0"/>
                </a:solidFill>
                <a:effectLst/>
                <a:uLnTx/>
                <a:uFillTx/>
                <a:latin typeface="Arial"/>
                <a:ea typeface="微软雅黑"/>
                <a:cs typeface="Arial"/>
              </a:rPr>
              <a:t> </a:t>
            </a:r>
            <a:r>
              <a:rPr kumimoji="0" lang="en-US" sz="2000" b="1" i="0" u="none" strike="noStrike" kern="1200" cap="none" spc="-380" normalizeH="0" baseline="0" noProof="0" dirty="0">
                <a:ln>
                  <a:noFill/>
                </a:ln>
                <a:solidFill>
                  <a:srgbClr val="0070C0"/>
                </a:solidFill>
                <a:effectLst/>
                <a:uLnTx/>
                <a:uFillTx/>
                <a:latin typeface="Arial"/>
                <a:ea typeface="微软雅黑"/>
                <a:cs typeface="Arial"/>
              </a:rPr>
              <a:t>  </a:t>
            </a:r>
            <a:r>
              <a:rPr kumimoji="0" lang="vi-VN" sz="2000" b="1" i="0" u="none" strike="noStrike" kern="1200" cap="none" spc="-120" normalizeH="0" baseline="0" noProof="0">
                <a:ln>
                  <a:noFill/>
                </a:ln>
                <a:solidFill>
                  <a:srgbClr val="0070C0"/>
                </a:solidFill>
                <a:effectLst/>
                <a:uLnTx/>
                <a:uFillTx/>
                <a:latin typeface="Arial"/>
                <a:ea typeface="微软雅黑"/>
                <a:cs typeface="Arial"/>
              </a:rPr>
              <a:t>THÔNG</a:t>
            </a:r>
            <a:r>
              <a:rPr kumimoji="0" lang="vi-VN" sz="2000" b="1" i="0" u="none" strike="noStrike" kern="1200" cap="none" spc="-380" normalizeH="0" baseline="0" noProof="0">
                <a:ln>
                  <a:noFill/>
                </a:ln>
                <a:solidFill>
                  <a:srgbClr val="0070C0"/>
                </a:solidFill>
                <a:effectLst/>
                <a:uLnTx/>
                <a:uFillTx/>
                <a:latin typeface="Arial"/>
                <a:ea typeface="微软雅黑"/>
                <a:cs typeface="Arial"/>
              </a:rPr>
              <a:t> </a:t>
            </a:r>
            <a:r>
              <a:rPr kumimoji="0" lang="en-US" sz="2000" b="1" i="0" u="none" strike="noStrike" kern="1200" cap="none" spc="-380" normalizeH="0" baseline="0" noProof="0">
                <a:ln>
                  <a:noFill/>
                </a:ln>
                <a:solidFill>
                  <a:srgbClr val="0070C0"/>
                </a:solidFill>
                <a:effectLst/>
                <a:uLnTx/>
                <a:uFillTx/>
                <a:latin typeface="Arial"/>
                <a:ea typeface="微软雅黑"/>
                <a:cs typeface="Arial"/>
              </a:rPr>
              <a:t> </a:t>
            </a:r>
            <a:r>
              <a:rPr kumimoji="0" lang="vi-VN" sz="2000" b="1" i="0" u="none" strike="noStrike" kern="1200" cap="none" spc="-45" normalizeH="0" baseline="0" noProof="0">
                <a:ln>
                  <a:noFill/>
                </a:ln>
                <a:solidFill>
                  <a:srgbClr val="0070C0"/>
                </a:solidFill>
                <a:effectLst/>
                <a:uLnTx/>
                <a:uFillTx/>
                <a:latin typeface="Arial"/>
                <a:ea typeface="微软雅黑"/>
                <a:cs typeface="Arial"/>
              </a:rPr>
              <a:t>TIN</a:t>
            </a:r>
            <a:endParaRPr kumimoji="0" lang="vi-VN" sz="2000" b="0" i="0" u="none" strike="noStrike" kern="1200" cap="none" spc="0" normalizeH="0" baseline="0" noProof="0" dirty="0">
              <a:ln>
                <a:noFill/>
              </a:ln>
              <a:solidFill>
                <a:srgbClr val="0070C0"/>
              </a:solidFill>
              <a:effectLst/>
              <a:uLnTx/>
              <a:uFillTx/>
              <a:latin typeface="Arial"/>
              <a:ea typeface="微软雅黑"/>
              <a:cs typeface="Arial"/>
            </a:endParaRPr>
          </a:p>
        </p:txBody>
      </p:sp>
      <p:sp>
        <p:nvSpPr>
          <p:cNvPr id="2" name="object 78">
            <a:extLst>
              <a:ext uri="{FF2B5EF4-FFF2-40B4-BE49-F238E27FC236}">
                <a16:creationId xmlns:a16="http://schemas.microsoft.com/office/drawing/2014/main" id="{40434F90-E4D5-0705-2767-A700D600405E}"/>
              </a:ext>
            </a:extLst>
          </p:cNvPr>
          <p:cNvSpPr txBox="1"/>
          <p:nvPr/>
        </p:nvSpPr>
        <p:spPr>
          <a:xfrm>
            <a:off x="1810802" y="293350"/>
            <a:ext cx="10176151" cy="127342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6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6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6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6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6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600" b="1" i="0" u="none" strike="noStrike" kern="1200" cap="none" spc="-280" normalizeH="0" baseline="0" noProof="0">
                <a:ln>
                  <a:noFill/>
                </a:ln>
                <a:solidFill>
                  <a:srgbClr val="C00000"/>
                </a:solidFill>
                <a:effectLst/>
                <a:uLnTx/>
                <a:uFillTx/>
                <a:latin typeface="Arial"/>
                <a:ea typeface="微软雅黑"/>
                <a:cs typeface="Arial"/>
              </a:rPr>
              <a:t> </a:t>
            </a:r>
            <a:r>
              <a:rPr lang="en-US" sz="3600" b="1" spc="-40">
                <a:solidFill>
                  <a:srgbClr val="C00000"/>
                </a:solidFill>
                <a:latin typeface="Arial"/>
                <a:ea typeface="微软雅黑"/>
                <a:cs typeface="Arial"/>
              </a:rPr>
              <a:t>BA</a:t>
            </a:r>
            <a:r>
              <a:rPr kumimoji="0" lang="en-US" sz="3600" b="1" i="0" u="none" strike="noStrike" kern="1200" cap="none" spc="-40" normalizeH="0" baseline="0" noProof="0">
                <a:ln>
                  <a:noFill/>
                </a:ln>
                <a:solidFill>
                  <a:srgbClr val="C00000"/>
                </a:solidFill>
                <a:effectLst/>
                <a:uLnTx/>
                <a:uFillTx/>
                <a:latin typeface="Arial"/>
                <a:ea typeface="微软雅黑"/>
                <a:cs typeface="Arial"/>
              </a:rPr>
              <a:t> (3.0)</a:t>
            </a:r>
            <a:endParaRPr kumimoji="0" lang="en-US" sz="36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7895850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6"/>
          <p:cNvSpPr txBox="1"/>
          <p:nvPr/>
        </p:nvSpPr>
        <p:spPr>
          <a:xfrm>
            <a:off x="7325714" y="789356"/>
            <a:ext cx="4725939" cy="5234895"/>
          </a:xfrm>
          <a:prstGeom prst="rect">
            <a:avLst/>
          </a:prstGeom>
        </p:spPr>
        <p:txBody>
          <a:bodyPr vert="horz" wrap="square" lIns="0" tIns="12065" rIns="0" bIns="0" rtlCol="0">
            <a:spAutoFit/>
          </a:bodyPr>
          <a:lstStyle/>
          <a:p>
            <a:pPr marL="295910" marR="5080" lvl="0" indent="-283210" algn="just" defTabSz="914400" rtl="0" eaLnBrk="1" fontAlgn="auto" latinLnBrk="0" hangingPunct="1">
              <a:lnSpc>
                <a:spcPct val="101499"/>
              </a:lnSpc>
              <a:spcBef>
                <a:spcPts val="95"/>
              </a:spcBef>
              <a:spcAft>
                <a:spcPts val="0"/>
              </a:spcAft>
              <a:buClr>
                <a:srgbClr val="28324A"/>
              </a:buClr>
              <a:buSzTx/>
              <a:buFont typeface="Wingdings"/>
              <a:buChar char=""/>
              <a:tabLst>
                <a:tab pos="296545" algn="l"/>
              </a:tabLst>
              <a:defRPr/>
            </a:pPr>
            <a:r>
              <a:rPr kumimoji="0" sz="2400" b="0" i="0" u="none" strike="noStrike" kern="1200" cap="none" spc="-225" normalizeH="0" baseline="0" noProof="0" dirty="0">
                <a:ln>
                  <a:noFill/>
                </a:ln>
                <a:solidFill>
                  <a:srgbClr val="002060"/>
                </a:solidFill>
                <a:effectLst/>
                <a:uLnTx/>
                <a:uFillTx/>
                <a:latin typeface="Arial"/>
                <a:ea typeface="微软雅黑"/>
                <a:cs typeface="Arial"/>
              </a:rPr>
              <a:t>Cuộc </a:t>
            </a:r>
            <a:r>
              <a:rPr kumimoji="0" sz="2400" b="0" i="0" u="none" strike="noStrike" kern="1200" cap="none" spc="-195" normalizeH="0" baseline="0" noProof="0" dirty="0">
                <a:ln>
                  <a:noFill/>
                </a:ln>
                <a:solidFill>
                  <a:srgbClr val="002060"/>
                </a:solidFill>
                <a:effectLst/>
                <a:uLnTx/>
                <a:uFillTx/>
                <a:latin typeface="Arial"/>
                <a:ea typeface="微软雅黑"/>
                <a:cs typeface="Arial"/>
              </a:rPr>
              <a:t>cách </a:t>
            </a:r>
            <a:r>
              <a:rPr kumimoji="0" sz="2400" b="0" i="0" u="none" strike="noStrike" kern="1200" cap="none" spc="-160" normalizeH="0" baseline="0" noProof="0" dirty="0">
                <a:ln>
                  <a:noFill/>
                </a:ln>
                <a:solidFill>
                  <a:srgbClr val="002060"/>
                </a:solidFill>
                <a:effectLst/>
                <a:uLnTx/>
                <a:uFillTx/>
                <a:latin typeface="Arial"/>
                <a:ea typeface="微软雅黑"/>
                <a:cs typeface="Arial"/>
              </a:rPr>
              <a:t>mạng </a:t>
            </a:r>
            <a:r>
              <a:rPr kumimoji="0" sz="2400" b="0" i="0" u="none" strike="noStrike" kern="1200" cap="none" spc="-195" normalizeH="0" baseline="0" noProof="0" dirty="0">
                <a:ln>
                  <a:noFill/>
                </a:ln>
                <a:solidFill>
                  <a:srgbClr val="002060"/>
                </a:solidFill>
                <a:effectLst/>
                <a:uLnTx/>
                <a:uFillTx/>
                <a:latin typeface="Arial"/>
                <a:ea typeface="微软雅黑"/>
                <a:cs typeface="Arial"/>
              </a:rPr>
              <a:t>công </a:t>
            </a:r>
            <a:r>
              <a:rPr kumimoji="0" sz="2400" b="0" i="0" u="none" strike="noStrike" kern="1200" cap="none" spc="-135" normalizeH="0" baseline="0" noProof="0" dirty="0">
                <a:ln>
                  <a:noFill/>
                </a:ln>
                <a:solidFill>
                  <a:srgbClr val="002060"/>
                </a:solidFill>
                <a:effectLst/>
                <a:uLnTx/>
                <a:uFillTx/>
                <a:latin typeface="Arial"/>
                <a:ea typeface="微软雅黑"/>
                <a:cs typeface="Arial"/>
              </a:rPr>
              <a:t>nghiệp </a:t>
            </a:r>
            <a:r>
              <a:rPr kumimoji="0" sz="2400" b="0" i="0" u="none" strike="noStrike" kern="1200" cap="none" spc="-100" normalizeH="0" baseline="0" noProof="0" dirty="0">
                <a:ln>
                  <a:noFill/>
                </a:ln>
                <a:solidFill>
                  <a:srgbClr val="002060"/>
                </a:solidFill>
                <a:effectLst/>
                <a:uLnTx/>
                <a:uFillTx/>
                <a:latin typeface="Arial"/>
                <a:ea typeface="微软雅黑"/>
                <a:cs typeface="Arial"/>
              </a:rPr>
              <a:t>lần </a:t>
            </a:r>
            <a:r>
              <a:rPr kumimoji="0" sz="2400" b="0" i="0" u="none" strike="noStrike" kern="1200" cap="none" spc="-85" normalizeH="0" baseline="0" noProof="0" dirty="0">
                <a:ln>
                  <a:noFill/>
                </a:ln>
                <a:solidFill>
                  <a:srgbClr val="002060"/>
                </a:solidFill>
                <a:effectLst/>
                <a:uLnTx/>
                <a:uFillTx/>
                <a:latin typeface="Arial"/>
                <a:ea typeface="微软雅黑"/>
                <a:cs typeface="Arial"/>
              </a:rPr>
              <a:t>3  </a:t>
            </a:r>
            <a:r>
              <a:rPr kumimoji="0" sz="2400" b="0" i="0" u="none" strike="noStrike" kern="1200" cap="none" spc="-100" normalizeH="0" baseline="0" noProof="0" dirty="0">
                <a:ln>
                  <a:noFill/>
                </a:ln>
                <a:solidFill>
                  <a:srgbClr val="002060"/>
                </a:solidFill>
                <a:effectLst/>
                <a:uLnTx/>
                <a:uFillTx/>
                <a:latin typeface="Arial"/>
                <a:ea typeface="微软雅黑"/>
                <a:cs typeface="Arial"/>
              </a:rPr>
              <a:t>diễn </a:t>
            </a:r>
            <a:r>
              <a:rPr kumimoji="0" sz="2400" b="0" i="0" u="none" strike="noStrike" kern="1200" cap="none" spc="-85" normalizeH="0" baseline="0" noProof="0" dirty="0">
                <a:ln>
                  <a:noFill/>
                </a:ln>
                <a:solidFill>
                  <a:srgbClr val="002060"/>
                </a:solidFill>
                <a:effectLst/>
                <a:uLnTx/>
                <a:uFillTx/>
                <a:latin typeface="Arial"/>
                <a:ea typeface="微软雅黑"/>
                <a:cs typeface="Arial"/>
              </a:rPr>
              <a:t>ra </a:t>
            </a:r>
            <a:r>
              <a:rPr kumimoji="0" sz="2400" b="0" i="0" u="none" strike="noStrike" kern="1200" cap="none" spc="-135" normalizeH="0" baseline="0" noProof="0">
                <a:ln>
                  <a:noFill/>
                </a:ln>
                <a:solidFill>
                  <a:srgbClr val="002060"/>
                </a:solidFill>
                <a:effectLst/>
                <a:uLnTx/>
                <a:uFillTx/>
                <a:latin typeface="Arial"/>
                <a:ea typeface="微软雅黑"/>
                <a:cs typeface="Arial"/>
              </a:rPr>
              <a:t>vào </a:t>
            </a:r>
            <a:r>
              <a:rPr kumimoji="0" sz="2400" b="0" i="0" u="none" strike="noStrike" kern="1200" cap="none" spc="-85" normalizeH="0" baseline="0" noProof="0">
                <a:ln>
                  <a:noFill/>
                </a:ln>
                <a:solidFill>
                  <a:srgbClr val="002060"/>
                </a:solidFill>
                <a:effectLst/>
                <a:uLnTx/>
                <a:uFillTx/>
                <a:latin typeface="Arial"/>
                <a:ea typeface="微软雅黑"/>
                <a:cs typeface="Arial"/>
              </a:rPr>
              <a:t>1970 </a:t>
            </a:r>
            <a:r>
              <a:rPr kumimoji="0" sz="2400" b="0" i="0" u="none" strike="noStrike" kern="1200" cap="none" spc="-125" normalizeH="0" baseline="0" noProof="0" dirty="0">
                <a:ln>
                  <a:noFill/>
                </a:ln>
                <a:solidFill>
                  <a:srgbClr val="002060"/>
                </a:solidFill>
                <a:effectLst/>
                <a:uLnTx/>
                <a:uFillTx/>
                <a:latin typeface="Arial"/>
                <a:ea typeface="微软雅黑"/>
                <a:cs typeface="Arial"/>
              </a:rPr>
              <a:t>với  </a:t>
            </a:r>
            <a:r>
              <a:rPr kumimoji="0" sz="2400" b="0" i="0" u="none" strike="noStrike" kern="1200" cap="none" spc="-215" normalizeH="0" baseline="0" noProof="0" dirty="0">
                <a:ln>
                  <a:noFill/>
                </a:ln>
                <a:solidFill>
                  <a:srgbClr val="002060"/>
                </a:solidFill>
                <a:effectLst/>
                <a:uLnTx/>
                <a:uFillTx/>
                <a:latin typeface="Arial"/>
                <a:ea typeface="微软雅黑"/>
                <a:cs typeface="Arial"/>
              </a:rPr>
              <a:t>sự </a:t>
            </a:r>
            <a:r>
              <a:rPr kumimoji="0" sz="2400" b="0" i="0" u="none" strike="noStrike" kern="1200" cap="none" spc="-85" normalizeH="0" baseline="0" noProof="0" dirty="0">
                <a:ln>
                  <a:noFill/>
                </a:ln>
                <a:solidFill>
                  <a:srgbClr val="002060"/>
                </a:solidFill>
                <a:effectLst/>
                <a:uLnTx/>
                <a:uFillTx/>
                <a:latin typeface="Arial"/>
                <a:ea typeface="微软雅黑"/>
                <a:cs typeface="Arial"/>
              </a:rPr>
              <a:t>ra đời </a:t>
            </a:r>
            <a:r>
              <a:rPr kumimoji="0" sz="2400" b="0" i="0" u="none" strike="noStrike" kern="1200" cap="none" spc="-170" normalizeH="0" baseline="0" noProof="0" dirty="0">
                <a:ln>
                  <a:noFill/>
                </a:ln>
                <a:solidFill>
                  <a:srgbClr val="002060"/>
                </a:solidFill>
                <a:effectLst/>
                <a:uLnTx/>
                <a:uFillTx/>
                <a:latin typeface="Arial"/>
                <a:ea typeface="微软雅黑"/>
                <a:cs typeface="Arial"/>
              </a:rPr>
              <a:t>của </a:t>
            </a:r>
            <a:r>
              <a:rPr kumimoji="0" sz="2400" b="0" i="0" u="none" strike="noStrike" kern="1200" cap="none" spc="-180" normalizeH="0" baseline="0" noProof="0" dirty="0">
                <a:ln>
                  <a:noFill/>
                </a:ln>
                <a:solidFill>
                  <a:srgbClr val="002060"/>
                </a:solidFill>
                <a:effectLst/>
                <a:uLnTx/>
                <a:uFillTx/>
                <a:latin typeface="Arial"/>
                <a:ea typeface="微软雅黑"/>
                <a:cs typeface="Arial"/>
              </a:rPr>
              <a:t>sản </a:t>
            </a:r>
            <a:r>
              <a:rPr kumimoji="0" sz="2400" b="0" i="0" u="none" strike="noStrike" kern="1200" cap="none" spc="-100" normalizeH="0" baseline="0" noProof="0" dirty="0">
                <a:ln>
                  <a:noFill/>
                </a:ln>
                <a:solidFill>
                  <a:srgbClr val="002060"/>
                </a:solidFill>
                <a:effectLst/>
                <a:uLnTx/>
                <a:uFillTx/>
                <a:latin typeface="Arial"/>
                <a:ea typeface="微软雅黑"/>
                <a:cs typeface="Arial"/>
              </a:rPr>
              <a:t>xuất </a:t>
            </a:r>
            <a:r>
              <a:rPr kumimoji="0" sz="2400" b="0" i="0" u="none" strike="noStrike" kern="1200" cap="none" spc="-50" normalizeH="0" baseline="0" noProof="0" dirty="0">
                <a:ln>
                  <a:noFill/>
                </a:ln>
                <a:solidFill>
                  <a:srgbClr val="002060"/>
                </a:solidFill>
                <a:effectLst/>
                <a:uLnTx/>
                <a:uFillTx/>
                <a:latin typeface="Arial"/>
                <a:ea typeface="微软雅黑"/>
                <a:cs typeface="Arial"/>
              </a:rPr>
              <a:t>tự </a:t>
            </a:r>
            <a:r>
              <a:rPr kumimoji="0" sz="2400" b="0" i="0" u="none" strike="noStrike" kern="1200" cap="none" spc="-145" normalizeH="0" baseline="0" noProof="0" dirty="0">
                <a:ln>
                  <a:noFill/>
                </a:ln>
                <a:solidFill>
                  <a:srgbClr val="002060"/>
                </a:solidFill>
                <a:effectLst/>
                <a:uLnTx/>
                <a:uFillTx/>
                <a:latin typeface="Arial"/>
                <a:ea typeface="微软雅黑"/>
                <a:cs typeface="Arial"/>
              </a:rPr>
              <a:t>động  </a:t>
            </a:r>
            <a:r>
              <a:rPr kumimoji="0" sz="2400" b="0" i="0" u="none" strike="noStrike" kern="1200" cap="none" spc="-125" normalizeH="0" baseline="0" noProof="0" dirty="0">
                <a:ln>
                  <a:noFill/>
                </a:ln>
                <a:solidFill>
                  <a:srgbClr val="002060"/>
                </a:solidFill>
                <a:effectLst/>
                <a:uLnTx/>
                <a:uFillTx/>
                <a:latin typeface="Arial"/>
                <a:ea typeface="微软雅黑"/>
                <a:cs typeface="Arial"/>
              </a:rPr>
              <a:t>dựa </a:t>
            </a:r>
            <a:r>
              <a:rPr kumimoji="0" sz="2400" b="0" i="0" u="none" strike="noStrike" kern="1200" cap="none" spc="-135" normalizeH="0" baseline="0" noProof="0" dirty="0">
                <a:ln>
                  <a:noFill/>
                </a:ln>
                <a:solidFill>
                  <a:srgbClr val="002060"/>
                </a:solidFill>
                <a:effectLst/>
                <a:uLnTx/>
                <a:uFillTx/>
                <a:latin typeface="Arial"/>
                <a:ea typeface="微软雅黑"/>
                <a:cs typeface="Arial"/>
              </a:rPr>
              <a:t>vào máy </a:t>
            </a:r>
            <a:r>
              <a:rPr kumimoji="0" sz="2400" b="0" i="0" u="none" strike="noStrike" kern="1200" cap="none" spc="-65" normalizeH="0" baseline="0" noProof="0" dirty="0">
                <a:ln>
                  <a:noFill/>
                </a:ln>
                <a:solidFill>
                  <a:srgbClr val="002060"/>
                </a:solidFill>
                <a:effectLst/>
                <a:uLnTx/>
                <a:uFillTx/>
                <a:latin typeface="Arial"/>
                <a:ea typeface="微软雅黑"/>
                <a:cs typeface="Arial"/>
              </a:rPr>
              <a:t>tính, </a:t>
            </a:r>
            <a:r>
              <a:rPr kumimoji="0" sz="2400" b="0" i="0" u="none" strike="noStrike" kern="1200" cap="none" spc="-40" normalizeH="0" baseline="0" noProof="0" dirty="0">
                <a:ln>
                  <a:noFill/>
                </a:ln>
                <a:solidFill>
                  <a:srgbClr val="002060"/>
                </a:solidFill>
                <a:effectLst/>
                <a:uLnTx/>
                <a:uFillTx/>
                <a:latin typeface="Arial"/>
                <a:ea typeface="微软雅黑"/>
                <a:cs typeface="Arial"/>
              </a:rPr>
              <a:t>thiết </a:t>
            </a:r>
            <a:r>
              <a:rPr kumimoji="0" sz="2400" b="0" i="0" u="none" strike="noStrike" kern="1200" cap="none" spc="-100" normalizeH="0" baseline="0" noProof="0" dirty="0">
                <a:ln>
                  <a:noFill/>
                </a:ln>
                <a:solidFill>
                  <a:srgbClr val="002060"/>
                </a:solidFill>
                <a:effectLst/>
                <a:uLnTx/>
                <a:uFillTx/>
                <a:latin typeface="Arial"/>
                <a:ea typeface="微软雅黑"/>
                <a:cs typeface="Arial"/>
              </a:rPr>
              <a:t>bị </a:t>
            </a:r>
            <a:r>
              <a:rPr kumimoji="0" sz="2400" b="0" i="0" u="none" strike="noStrike" kern="1200" cap="none" spc="-85" normalizeH="0" baseline="0" noProof="0" dirty="0">
                <a:ln>
                  <a:noFill/>
                </a:ln>
                <a:solidFill>
                  <a:srgbClr val="002060"/>
                </a:solidFill>
                <a:effectLst/>
                <a:uLnTx/>
                <a:uFillTx/>
                <a:latin typeface="Arial"/>
                <a:ea typeface="微软雅黑"/>
                <a:cs typeface="Arial"/>
              </a:rPr>
              <a:t>điện </a:t>
            </a:r>
            <a:r>
              <a:rPr kumimoji="0" sz="2400" b="0" i="0" u="none" strike="noStrike" kern="1200" cap="none" spc="-50" normalizeH="0" baseline="0" noProof="0" dirty="0">
                <a:ln>
                  <a:noFill/>
                </a:ln>
                <a:solidFill>
                  <a:srgbClr val="002060"/>
                </a:solidFill>
                <a:effectLst/>
                <a:uLnTx/>
                <a:uFillTx/>
                <a:latin typeface="Arial"/>
                <a:ea typeface="微软雅黑"/>
                <a:cs typeface="Arial"/>
              </a:rPr>
              <a:t>tử  </a:t>
            </a:r>
            <a:r>
              <a:rPr kumimoji="0" sz="2400" b="0" i="0" u="none" strike="noStrike" kern="1200" cap="none" spc="-130" normalizeH="0" baseline="0" noProof="0">
                <a:ln>
                  <a:noFill/>
                </a:ln>
                <a:solidFill>
                  <a:srgbClr val="002060"/>
                </a:solidFill>
                <a:effectLst/>
                <a:uLnTx/>
                <a:uFillTx/>
                <a:latin typeface="Arial"/>
                <a:ea typeface="微软雅黑"/>
                <a:cs typeface="Arial"/>
              </a:rPr>
              <a:t>và </a:t>
            </a:r>
            <a:r>
              <a:rPr kumimoji="0" sz="2400" b="0" i="0" u="none" strike="noStrike" kern="1200" cap="none" spc="-55" normalizeH="0" baseline="0" noProof="0">
                <a:ln>
                  <a:noFill/>
                </a:ln>
                <a:solidFill>
                  <a:srgbClr val="002060"/>
                </a:solidFill>
                <a:effectLst/>
                <a:uLnTx/>
                <a:uFillTx/>
                <a:latin typeface="Arial"/>
                <a:ea typeface="微软雅黑"/>
                <a:cs typeface="Arial"/>
              </a:rPr>
              <a:t>Internet</a:t>
            </a:r>
            <a:r>
              <a:rPr kumimoji="0" lang="en-US" sz="2400" b="0" i="0" u="none" strike="noStrike" kern="1200" cap="none" spc="-55" normalizeH="0" baseline="0" noProof="0">
                <a:ln>
                  <a:noFill/>
                </a:ln>
                <a:solidFill>
                  <a:srgbClr val="002060"/>
                </a:solidFill>
                <a:effectLst/>
                <a:uLnTx/>
                <a:uFillTx/>
                <a:latin typeface="Arial"/>
                <a:ea typeface="微软雅黑"/>
                <a:cs typeface="Arial"/>
              </a:rPr>
              <a:t>.</a:t>
            </a:r>
            <a:endParaRPr kumimoji="0" sz="2400" b="0" i="0" u="none" strike="noStrike" kern="1200" cap="none" spc="0" normalizeH="0" baseline="0" noProof="0">
              <a:ln>
                <a:noFill/>
              </a:ln>
              <a:solidFill>
                <a:prstClr val="black"/>
              </a:solidFill>
              <a:effectLst/>
              <a:uLnTx/>
              <a:uFillTx/>
              <a:latin typeface="Arial"/>
              <a:ea typeface="微软雅黑"/>
              <a:cs typeface="Arial"/>
            </a:endParaRPr>
          </a:p>
          <a:p>
            <a:pPr marL="295910" marR="5080" lvl="0" indent="-283210" algn="just" defTabSz="914400" rtl="0" eaLnBrk="1" fontAlgn="auto" latinLnBrk="0" hangingPunct="1">
              <a:lnSpc>
                <a:spcPct val="101499"/>
              </a:lnSpc>
              <a:spcBef>
                <a:spcPts val="0"/>
              </a:spcBef>
              <a:spcAft>
                <a:spcPts val="0"/>
              </a:spcAft>
              <a:buClr>
                <a:srgbClr val="28324A"/>
              </a:buClr>
              <a:buSzTx/>
              <a:buFont typeface="Wingdings"/>
              <a:buChar char=""/>
              <a:tabLst>
                <a:tab pos="296545" algn="l"/>
              </a:tabLst>
              <a:defRPr/>
            </a:pPr>
            <a:r>
              <a:rPr kumimoji="0" sz="2400" b="0" i="0" u="none" strike="noStrike" kern="1200" cap="none" spc="-114" normalizeH="0" baseline="0" noProof="0" dirty="0">
                <a:ln>
                  <a:noFill/>
                </a:ln>
                <a:solidFill>
                  <a:srgbClr val="002060"/>
                </a:solidFill>
                <a:effectLst/>
                <a:uLnTx/>
                <a:uFillTx/>
                <a:latin typeface="Arial"/>
                <a:ea typeface="微软雅黑"/>
                <a:cs typeface="Arial"/>
              </a:rPr>
              <a:t>Phát </a:t>
            </a:r>
            <a:r>
              <a:rPr kumimoji="0" sz="2400" b="0" i="0" u="none" strike="noStrike" kern="1200" cap="none" spc="-60" normalizeH="0" baseline="0" noProof="0" dirty="0">
                <a:ln>
                  <a:noFill/>
                </a:ln>
                <a:solidFill>
                  <a:srgbClr val="002060"/>
                </a:solidFill>
                <a:effectLst/>
                <a:uLnTx/>
                <a:uFillTx/>
                <a:latin typeface="Arial"/>
                <a:ea typeface="微软雅黑"/>
                <a:cs typeface="Arial"/>
              </a:rPr>
              <a:t>triển </a:t>
            </a:r>
            <a:r>
              <a:rPr kumimoji="0" sz="2400" b="0" i="0" u="none" strike="noStrike" kern="1200" cap="none" spc="-215" normalizeH="0" baseline="0" noProof="0" dirty="0">
                <a:ln>
                  <a:noFill/>
                </a:ln>
                <a:solidFill>
                  <a:srgbClr val="002060"/>
                </a:solidFill>
                <a:effectLst/>
                <a:uLnTx/>
                <a:uFillTx/>
                <a:latin typeface="Arial"/>
                <a:ea typeface="微软雅黑"/>
                <a:cs typeface="Arial"/>
              </a:rPr>
              <a:t>các </a:t>
            </a:r>
            <a:r>
              <a:rPr kumimoji="0" sz="2400" b="0" i="0" u="none" strike="noStrike" kern="1200" cap="none" spc="-60" normalizeH="0" baseline="0" noProof="0" dirty="0">
                <a:ln>
                  <a:noFill/>
                </a:ln>
                <a:solidFill>
                  <a:srgbClr val="002060"/>
                </a:solidFill>
                <a:effectLst/>
                <a:uLnTx/>
                <a:uFillTx/>
                <a:latin typeface="Arial"/>
                <a:ea typeface="微软雅黑"/>
                <a:cs typeface="Arial"/>
              </a:rPr>
              <a:t>tiến </a:t>
            </a:r>
            <a:r>
              <a:rPr kumimoji="0" sz="2400" b="0" i="0" u="none" strike="noStrike" kern="1200" cap="none" spc="-130" normalizeH="0" baseline="0" noProof="0" dirty="0">
                <a:ln>
                  <a:noFill/>
                </a:ln>
                <a:solidFill>
                  <a:srgbClr val="002060"/>
                </a:solidFill>
                <a:effectLst/>
                <a:uLnTx/>
                <a:uFillTx/>
                <a:latin typeface="Arial"/>
                <a:ea typeface="微软雅黑"/>
                <a:cs typeface="Arial"/>
              </a:rPr>
              <a:t>bộ </a:t>
            </a:r>
            <a:r>
              <a:rPr kumimoji="0" sz="2400" b="0" i="0" u="none" strike="noStrike" kern="1200" cap="none" spc="-125" normalizeH="0" baseline="0" noProof="0" dirty="0">
                <a:ln>
                  <a:noFill/>
                </a:ln>
                <a:solidFill>
                  <a:srgbClr val="002060"/>
                </a:solidFill>
                <a:effectLst/>
                <a:uLnTx/>
                <a:uFillTx/>
                <a:latin typeface="Arial"/>
                <a:ea typeface="微软雅黑"/>
                <a:cs typeface="Arial"/>
              </a:rPr>
              <a:t>về </a:t>
            </a:r>
            <a:r>
              <a:rPr kumimoji="0" sz="2400" b="0" i="0" u="none" strike="noStrike" kern="1200" cap="none" spc="-120" normalizeH="0" baseline="0" noProof="0" dirty="0">
                <a:ln>
                  <a:noFill/>
                </a:ln>
                <a:solidFill>
                  <a:srgbClr val="002060"/>
                </a:solidFill>
                <a:effectLst/>
                <a:uLnTx/>
                <a:uFillTx/>
                <a:latin typeface="Arial"/>
                <a:ea typeface="微软雅黑"/>
                <a:cs typeface="Arial"/>
              </a:rPr>
              <a:t>hạ tầng  </a:t>
            </a:r>
            <a:r>
              <a:rPr kumimoji="0" sz="2400" b="0" i="0" u="none" strike="noStrike" kern="1200" cap="none" spc="-85" normalizeH="0" baseline="0" noProof="0" dirty="0">
                <a:ln>
                  <a:noFill/>
                </a:ln>
                <a:solidFill>
                  <a:srgbClr val="002060"/>
                </a:solidFill>
                <a:effectLst/>
                <a:uLnTx/>
                <a:uFillTx/>
                <a:latin typeface="Arial"/>
                <a:ea typeface="微软雅黑"/>
                <a:cs typeface="Arial"/>
              </a:rPr>
              <a:t>điện </a:t>
            </a:r>
            <a:r>
              <a:rPr kumimoji="0" sz="2400" b="0" i="0" u="none" strike="noStrike" kern="1200" cap="none" spc="-45" normalizeH="0" baseline="0" noProof="0" dirty="0">
                <a:ln>
                  <a:noFill/>
                </a:ln>
                <a:solidFill>
                  <a:srgbClr val="002060"/>
                </a:solidFill>
                <a:effectLst/>
                <a:uLnTx/>
                <a:uFillTx/>
                <a:latin typeface="Arial"/>
                <a:ea typeface="微软雅黑"/>
                <a:cs typeface="Arial"/>
              </a:rPr>
              <a:t>tử, </a:t>
            </a:r>
            <a:r>
              <a:rPr kumimoji="0" sz="2400" b="0" i="0" u="none" strike="noStrike" kern="1200" cap="none" spc="-135" normalizeH="0" baseline="0" noProof="0" dirty="0">
                <a:ln>
                  <a:noFill/>
                </a:ln>
                <a:solidFill>
                  <a:srgbClr val="002060"/>
                </a:solidFill>
                <a:effectLst/>
                <a:uLnTx/>
                <a:uFillTx/>
                <a:latin typeface="Arial"/>
                <a:ea typeface="微软雅黑"/>
                <a:cs typeface="Arial"/>
              </a:rPr>
              <a:t>máy </a:t>
            </a:r>
            <a:r>
              <a:rPr kumimoji="0" sz="2400" b="0" i="0" u="none" strike="noStrike" kern="1200" cap="none" spc="-70" normalizeH="0" baseline="0" noProof="0" dirty="0">
                <a:ln>
                  <a:noFill/>
                </a:ln>
                <a:solidFill>
                  <a:srgbClr val="002060"/>
                </a:solidFill>
                <a:effectLst/>
                <a:uLnTx/>
                <a:uFillTx/>
                <a:latin typeface="Arial"/>
                <a:ea typeface="微软雅黑"/>
                <a:cs typeface="Arial"/>
              </a:rPr>
              <a:t>tính </a:t>
            </a:r>
            <a:r>
              <a:rPr kumimoji="0" sz="2400" b="0" i="0" u="none" strike="noStrike" kern="1200" cap="none" spc="-130" normalizeH="0" baseline="0" noProof="0" dirty="0">
                <a:ln>
                  <a:noFill/>
                </a:ln>
                <a:solidFill>
                  <a:srgbClr val="002060"/>
                </a:solidFill>
                <a:effectLst/>
                <a:uLnTx/>
                <a:uFillTx/>
                <a:latin typeface="Arial"/>
                <a:ea typeface="微软雅黑"/>
                <a:cs typeface="Arial"/>
              </a:rPr>
              <a:t>và </a:t>
            </a:r>
            <a:r>
              <a:rPr kumimoji="0" sz="2400" b="0" i="0" u="none" strike="noStrike" kern="1200" cap="none" spc="-215" normalizeH="0" baseline="0" noProof="0" dirty="0">
                <a:ln>
                  <a:noFill/>
                </a:ln>
                <a:solidFill>
                  <a:srgbClr val="002060"/>
                </a:solidFill>
                <a:effectLst/>
                <a:uLnTx/>
                <a:uFillTx/>
                <a:latin typeface="Arial"/>
                <a:ea typeface="微软雅黑"/>
                <a:cs typeface="Arial"/>
              </a:rPr>
              <a:t>số </a:t>
            </a:r>
            <a:r>
              <a:rPr kumimoji="0" sz="2400" b="0" i="0" u="none" strike="noStrike" kern="1200" cap="none" spc="-125" normalizeH="0" baseline="0" noProof="0" dirty="0">
                <a:ln>
                  <a:noFill/>
                </a:ln>
                <a:solidFill>
                  <a:srgbClr val="002060"/>
                </a:solidFill>
                <a:effectLst/>
                <a:uLnTx/>
                <a:uFillTx/>
                <a:latin typeface="Arial"/>
                <a:ea typeface="微软雅黑"/>
                <a:cs typeface="Arial"/>
              </a:rPr>
              <a:t>hoá </a:t>
            </a:r>
            <a:r>
              <a:rPr kumimoji="0" sz="2400" b="0" i="0" u="none" strike="noStrike" kern="1200" cap="none" spc="-105" normalizeH="0" baseline="0" noProof="0" dirty="0">
                <a:ln>
                  <a:noFill/>
                </a:ln>
                <a:solidFill>
                  <a:srgbClr val="002060"/>
                </a:solidFill>
                <a:effectLst/>
                <a:uLnTx/>
                <a:uFillTx/>
                <a:latin typeface="Arial"/>
                <a:ea typeface="微软雅黑"/>
                <a:cs typeface="Arial"/>
              </a:rPr>
              <a:t>vì </a:t>
            </a:r>
            <a:r>
              <a:rPr kumimoji="0" sz="2400" b="0" i="0" u="none" strike="noStrike" kern="1200" cap="none" spc="-135" normalizeH="0" baseline="0" noProof="0" dirty="0">
                <a:ln>
                  <a:noFill/>
                </a:ln>
                <a:solidFill>
                  <a:srgbClr val="002060"/>
                </a:solidFill>
                <a:effectLst/>
                <a:uLnTx/>
                <a:uFillTx/>
                <a:latin typeface="Arial"/>
                <a:ea typeface="微软雅黑"/>
                <a:cs typeface="Arial"/>
              </a:rPr>
              <a:t>nó  </a:t>
            </a:r>
            <a:r>
              <a:rPr kumimoji="0" sz="2400" b="0" i="0" u="none" strike="noStrike" kern="1200" cap="none" spc="-150" normalizeH="0" baseline="0" noProof="0" dirty="0">
                <a:ln>
                  <a:noFill/>
                </a:ln>
                <a:solidFill>
                  <a:srgbClr val="002060"/>
                </a:solidFill>
                <a:effectLst/>
                <a:uLnTx/>
                <a:uFillTx/>
                <a:latin typeface="Arial"/>
                <a:ea typeface="微软雅黑"/>
                <a:cs typeface="Arial"/>
              </a:rPr>
              <a:t>được </a:t>
            </a:r>
            <a:r>
              <a:rPr kumimoji="0" sz="2400" b="0" i="0" u="none" strike="noStrike" kern="1200" cap="none" spc="-190" normalizeH="0" baseline="0" noProof="0" dirty="0">
                <a:ln>
                  <a:noFill/>
                </a:ln>
                <a:solidFill>
                  <a:srgbClr val="002060"/>
                </a:solidFill>
                <a:effectLst/>
                <a:uLnTx/>
                <a:uFillTx/>
                <a:latin typeface="Arial"/>
                <a:ea typeface="微软雅黑"/>
                <a:cs typeface="Arial"/>
              </a:rPr>
              <a:t>xúc </a:t>
            </a:r>
            <a:r>
              <a:rPr kumimoji="0" sz="2400" b="0" i="0" u="none" strike="noStrike" kern="1200" cap="none" spc="-114" normalizeH="0" baseline="0" noProof="0" dirty="0">
                <a:ln>
                  <a:noFill/>
                </a:ln>
                <a:solidFill>
                  <a:srgbClr val="002060"/>
                </a:solidFill>
                <a:effectLst/>
                <a:uLnTx/>
                <a:uFillTx/>
                <a:latin typeface="Arial"/>
                <a:ea typeface="微软雅黑"/>
                <a:cs typeface="Arial"/>
              </a:rPr>
              <a:t>tác </a:t>
            </a:r>
            <a:r>
              <a:rPr kumimoji="0" sz="2400" b="0" i="0" u="none" strike="noStrike" kern="1200" cap="none" spc="-110" normalizeH="0" baseline="0" noProof="0" dirty="0">
                <a:ln>
                  <a:noFill/>
                </a:ln>
                <a:solidFill>
                  <a:srgbClr val="002060"/>
                </a:solidFill>
                <a:effectLst/>
                <a:uLnTx/>
                <a:uFillTx/>
                <a:latin typeface="Arial"/>
                <a:ea typeface="微软雅黑"/>
                <a:cs typeface="Arial"/>
              </a:rPr>
              <a:t>bởi </a:t>
            </a:r>
            <a:r>
              <a:rPr kumimoji="0" sz="2400" b="0" i="0" u="none" strike="noStrike" kern="1200" cap="none" spc="-220" normalizeH="0" baseline="0" noProof="0" dirty="0">
                <a:ln>
                  <a:noFill/>
                </a:ln>
                <a:solidFill>
                  <a:srgbClr val="002060"/>
                </a:solidFill>
                <a:effectLst/>
                <a:uLnTx/>
                <a:uFillTx/>
                <a:latin typeface="Arial"/>
                <a:ea typeface="微软雅黑"/>
                <a:cs typeface="Arial"/>
              </a:rPr>
              <a:t>sự  </a:t>
            </a:r>
            <a:r>
              <a:rPr kumimoji="0" sz="2400" b="0" i="0" u="none" strike="noStrike" kern="1200" cap="none" spc="-85" normalizeH="0" baseline="0" noProof="0" dirty="0">
                <a:ln>
                  <a:noFill/>
                </a:ln>
                <a:solidFill>
                  <a:srgbClr val="002060"/>
                </a:solidFill>
                <a:effectLst/>
                <a:uLnTx/>
                <a:uFillTx/>
                <a:latin typeface="Arial"/>
                <a:ea typeface="微软雅黑"/>
                <a:cs typeface="Arial"/>
              </a:rPr>
              <a:t>phát </a:t>
            </a:r>
            <a:r>
              <a:rPr kumimoji="0" sz="2400" b="0" i="0" u="none" strike="noStrike" kern="1200" cap="none" spc="-60" normalizeH="0" baseline="0" noProof="0" dirty="0">
                <a:ln>
                  <a:noFill/>
                </a:ln>
                <a:solidFill>
                  <a:srgbClr val="002060"/>
                </a:solidFill>
                <a:effectLst/>
                <a:uLnTx/>
                <a:uFillTx/>
                <a:latin typeface="Arial"/>
                <a:ea typeface="微软雅黑"/>
                <a:cs typeface="Arial"/>
              </a:rPr>
              <a:t>triển  </a:t>
            </a:r>
            <a:r>
              <a:rPr kumimoji="0" sz="2400" b="0" i="0" u="none" strike="noStrike" kern="1200" cap="none" spc="-170" normalizeH="0" baseline="0" noProof="0" dirty="0">
                <a:ln>
                  <a:noFill/>
                </a:ln>
                <a:solidFill>
                  <a:srgbClr val="002060"/>
                </a:solidFill>
                <a:effectLst/>
                <a:uLnTx/>
                <a:uFillTx/>
                <a:latin typeface="Arial"/>
                <a:ea typeface="微软雅黑"/>
                <a:cs typeface="Arial"/>
              </a:rPr>
              <a:t>của </a:t>
            </a:r>
            <a:r>
              <a:rPr kumimoji="0" sz="2400" b="0" i="0" u="none" strike="noStrike" kern="1200" cap="none" spc="-120" normalizeH="0" baseline="0" noProof="0" dirty="0">
                <a:ln>
                  <a:noFill/>
                </a:ln>
                <a:solidFill>
                  <a:srgbClr val="002060"/>
                </a:solidFill>
                <a:effectLst/>
                <a:uLnTx/>
                <a:uFillTx/>
                <a:latin typeface="Arial"/>
                <a:ea typeface="微软雅黑"/>
                <a:cs typeface="Arial"/>
              </a:rPr>
              <a:t>chất </a:t>
            </a:r>
            <a:r>
              <a:rPr kumimoji="0" sz="2400" b="0" i="0" u="none" strike="noStrike" kern="1200" cap="none" spc="-125" normalizeH="0" baseline="0" noProof="0" dirty="0">
                <a:ln>
                  <a:noFill/>
                </a:ln>
                <a:solidFill>
                  <a:srgbClr val="002060"/>
                </a:solidFill>
                <a:effectLst/>
                <a:uLnTx/>
                <a:uFillTx/>
                <a:latin typeface="Arial"/>
                <a:ea typeface="微软雅黑"/>
                <a:cs typeface="Arial"/>
              </a:rPr>
              <a:t>bán </a:t>
            </a:r>
            <a:r>
              <a:rPr kumimoji="0" sz="2400" b="0" i="0" u="none" strike="noStrike" kern="1200" cap="none" spc="-100" normalizeH="0" baseline="0" noProof="0" dirty="0">
                <a:ln>
                  <a:noFill/>
                </a:ln>
                <a:solidFill>
                  <a:srgbClr val="002060"/>
                </a:solidFill>
                <a:effectLst/>
                <a:uLnTx/>
                <a:uFillTx/>
                <a:latin typeface="Arial"/>
                <a:ea typeface="微软雅黑"/>
                <a:cs typeface="Arial"/>
              </a:rPr>
              <a:t>dẫn, </a:t>
            </a:r>
            <a:r>
              <a:rPr kumimoji="0" sz="2400" b="0" i="0" u="none" strike="noStrike" kern="1200" cap="none" spc="-145" normalizeH="0" baseline="0" noProof="0" dirty="0">
                <a:ln>
                  <a:noFill/>
                </a:ln>
                <a:solidFill>
                  <a:srgbClr val="002060"/>
                </a:solidFill>
                <a:effectLst/>
                <a:uLnTx/>
                <a:uFillTx/>
                <a:latin typeface="Arial"/>
                <a:ea typeface="微软雅黑"/>
                <a:cs typeface="Arial"/>
              </a:rPr>
              <a:t>siêu </a:t>
            </a:r>
            <a:r>
              <a:rPr kumimoji="0" sz="2400" b="0" i="0" u="none" strike="noStrike" kern="1200" cap="none" spc="-135" normalizeH="0" baseline="0" noProof="0" dirty="0">
                <a:ln>
                  <a:noFill/>
                </a:ln>
                <a:solidFill>
                  <a:srgbClr val="002060"/>
                </a:solidFill>
                <a:effectLst/>
                <a:uLnTx/>
                <a:uFillTx/>
                <a:latin typeface="Arial"/>
                <a:ea typeface="微软雅黑"/>
                <a:cs typeface="Arial"/>
              </a:rPr>
              <a:t>máy </a:t>
            </a:r>
            <a:r>
              <a:rPr kumimoji="0" sz="2400" b="0" i="0" u="none" strike="noStrike" kern="1200" cap="none" spc="-70" normalizeH="0" baseline="0" noProof="0" dirty="0">
                <a:ln>
                  <a:noFill/>
                </a:ln>
                <a:solidFill>
                  <a:srgbClr val="002060"/>
                </a:solidFill>
                <a:effectLst/>
                <a:uLnTx/>
                <a:uFillTx/>
                <a:latin typeface="Arial"/>
                <a:ea typeface="微软雅黑"/>
                <a:cs typeface="Arial"/>
              </a:rPr>
              <a:t>tính  </a:t>
            </a:r>
            <a:r>
              <a:rPr kumimoji="0" sz="2400" b="0" i="0" u="none" strike="noStrike" kern="1200" cap="none" spc="-75" normalizeH="0" baseline="0" noProof="0" dirty="0">
                <a:ln>
                  <a:noFill/>
                </a:ln>
                <a:solidFill>
                  <a:srgbClr val="002060"/>
                </a:solidFill>
                <a:effectLst/>
                <a:uLnTx/>
                <a:uFillTx/>
                <a:latin typeface="Arial"/>
                <a:ea typeface="微软雅黑"/>
                <a:cs typeface="Arial"/>
              </a:rPr>
              <a:t>(thập </a:t>
            </a:r>
            <a:r>
              <a:rPr kumimoji="0" sz="2400" b="0" i="0" u="none" strike="noStrike" kern="1200" cap="none" spc="-100" normalizeH="0" baseline="0" noProof="0" dirty="0">
                <a:ln>
                  <a:noFill/>
                </a:ln>
                <a:solidFill>
                  <a:srgbClr val="002060"/>
                </a:solidFill>
                <a:effectLst/>
                <a:uLnTx/>
                <a:uFillTx/>
                <a:latin typeface="Arial"/>
                <a:ea typeface="微软雅黑"/>
                <a:cs typeface="Arial"/>
              </a:rPr>
              <a:t>niên </a:t>
            </a:r>
            <a:r>
              <a:rPr kumimoji="0" sz="2400" b="0" i="0" u="none" strike="noStrike" kern="1200" cap="none" spc="-70" normalizeH="0" baseline="0" noProof="0" dirty="0">
                <a:ln>
                  <a:noFill/>
                </a:ln>
                <a:solidFill>
                  <a:srgbClr val="002060"/>
                </a:solidFill>
                <a:effectLst/>
                <a:uLnTx/>
                <a:uFillTx/>
                <a:latin typeface="Arial"/>
                <a:ea typeface="微软雅黑"/>
                <a:cs typeface="Arial"/>
              </a:rPr>
              <a:t>1960), </a:t>
            </a:r>
            <a:r>
              <a:rPr kumimoji="0" sz="2400" b="0" i="0" u="none" strike="noStrike" kern="1200" cap="none" spc="-135" normalizeH="0" baseline="0" noProof="0" dirty="0">
                <a:ln>
                  <a:noFill/>
                </a:ln>
                <a:solidFill>
                  <a:srgbClr val="002060"/>
                </a:solidFill>
                <a:effectLst/>
                <a:uLnTx/>
                <a:uFillTx/>
                <a:latin typeface="Arial"/>
                <a:ea typeface="微软雅黑"/>
                <a:cs typeface="Arial"/>
              </a:rPr>
              <a:t>máy </a:t>
            </a:r>
            <a:r>
              <a:rPr kumimoji="0" sz="2400" b="0" i="0" u="none" strike="noStrike" kern="1200" cap="none" spc="-70" normalizeH="0" baseline="0" noProof="0" dirty="0">
                <a:ln>
                  <a:noFill/>
                </a:ln>
                <a:solidFill>
                  <a:srgbClr val="002060"/>
                </a:solidFill>
                <a:effectLst/>
                <a:uLnTx/>
                <a:uFillTx/>
                <a:latin typeface="Arial"/>
                <a:ea typeface="微软雅黑"/>
                <a:cs typeface="Arial"/>
              </a:rPr>
              <a:t>tính </a:t>
            </a:r>
            <a:r>
              <a:rPr kumimoji="0" sz="2400" b="0" i="0" u="none" strike="noStrike" kern="1200" cap="none" spc="-190" normalizeH="0" baseline="0" noProof="0" dirty="0">
                <a:ln>
                  <a:noFill/>
                </a:ln>
                <a:solidFill>
                  <a:srgbClr val="002060"/>
                </a:solidFill>
                <a:effectLst/>
                <a:uLnTx/>
                <a:uFillTx/>
                <a:latin typeface="Arial"/>
                <a:ea typeface="微软雅黑"/>
                <a:cs typeface="Arial"/>
              </a:rPr>
              <a:t>cá  </a:t>
            </a:r>
            <a:r>
              <a:rPr kumimoji="0" sz="2400" b="0" i="0" u="none" strike="noStrike" kern="1200" cap="none" spc="-125" normalizeH="0" baseline="0" noProof="0" dirty="0">
                <a:ln>
                  <a:noFill/>
                </a:ln>
                <a:solidFill>
                  <a:srgbClr val="002060"/>
                </a:solidFill>
                <a:effectLst/>
                <a:uLnTx/>
                <a:uFillTx/>
                <a:latin typeface="Arial"/>
                <a:ea typeface="微软雅黑"/>
                <a:cs typeface="Arial"/>
              </a:rPr>
              <a:t>nhân </a:t>
            </a:r>
            <a:r>
              <a:rPr kumimoji="0" sz="2400" b="0" i="0" u="none" strike="noStrike" kern="1200" cap="none" spc="-75" normalizeH="0" baseline="0" noProof="0" dirty="0">
                <a:ln>
                  <a:noFill/>
                </a:ln>
                <a:solidFill>
                  <a:srgbClr val="002060"/>
                </a:solidFill>
                <a:effectLst/>
                <a:uLnTx/>
                <a:uFillTx/>
                <a:latin typeface="Arial"/>
                <a:ea typeface="微软雅黑"/>
                <a:cs typeface="Arial"/>
              </a:rPr>
              <a:t>(thập </a:t>
            </a:r>
            <a:r>
              <a:rPr kumimoji="0" sz="2400" b="0" i="0" u="none" strike="noStrike" kern="1200" cap="none" spc="-105" normalizeH="0" baseline="0" noProof="0" dirty="0">
                <a:ln>
                  <a:noFill/>
                </a:ln>
                <a:solidFill>
                  <a:srgbClr val="002060"/>
                </a:solidFill>
                <a:effectLst/>
                <a:uLnTx/>
                <a:uFillTx/>
                <a:latin typeface="Arial"/>
                <a:ea typeface="微软雅黑"/>
                <a:cs typeface="Arial"/>
              </a:rPr>
              <a:t>niên </a:t>
            </a:r>
            <a:r>
              <a:rPr kumimoji="0" sz="2400" b="0" i="0" u="none" strike="noStrike" kern="1200" cap="none" spc="-85" normalizeH="0" baseline="0" noProof="0" dirty="0">
                <a:ln>
                  <a:noFill/>
                </a:ln>
                <a:solidFill>
                  <a:srgbClr val="002060"/>
                </a:solidFill>
                <a:effectLst/>
                <a:uLnTx/>
                <a:uFillTx/>
                <a:latin typeface="Arial"/>
                <a:ea typeface="微软雅黑"/>
                <a:cs typeface="Arial"/>
              </a:rPr>
              <a:t>1970 </a:t>
            </a:r>
            <a:r>
              <a:rPr kumimoji="0" sz="2400" b="0" i="0" u="none" strike="noStrike" kern="1200" cap="none" spc="-130" normalizeH="0" baseline="0" noProof="0" dirty="0">
                <a:ln>
                  <a:noFill/>
                </a:ln>
                <a:solidFill>
                  <a:srgbClr val="002060"/>
                </a:solidFill>
                <a:effectLst/>
                <a:uLnTx/>
                <a:uFillTx/>
                <a:latin typeface="Arial"/>
                <a:ea typeface="微软雅黑"/>
                <a:cs typeface="Arial"/>
              </a:rPr>
              <a:t>và </a:t>
            </a:r>
            <a:r>
              <a:rPr kumimoji="0" sz="2400" b="0" i="0" u="none" strike="noStrike" kern="1200" cap="none" spc="-75" normalizeH="0" baseline="0" noProof="0" dirty="0">
                <a:ln>
                  <a:noFill/>
                </a:ln>
                <a:solidFill>
                  <a:srgbClr val="002060"/>
                </a:solidFill>
                <a:effectLst/>
                <a:uLnTx/>
                <a:uFillTx/>
                <a:latin typeface="Arial"/>
                <a:ea typeface="微软雅黑"/>
                <a:cs typeface="Arial"/>
              </a:rPr>
              <a:t>1980) </a:t>
            </a:r>
            <a:r>
              <a:rPr kumimoji="0" sz="2400" b="0" i="0" u="none" strike="noStrike" kern="1200" cap="none" spc="-135" normalizeH="0" baseline="0" noProof="0" dirty="0">
                <a:ln>
                  <a:noFill/>
                </a:ln>
                <a:solidFill>
                  <a:srgbClr val="002060"/>
                </a:solidFill>
                <a:effectLst/>
                <a:uLnTx/>
                <a:uFillTx/>
                <a:latin typeface="Arial"/>
                <a:ea typeface="微软雅黑"/>
                <a:cs typeface="Arial"/>
              </a:rPr>
              <a:t>và  </a:t>
            </a:r>
            <a:r>
              <a:rPr kumimoji="0" sz="2400" b="0" i="0" u="none" strike="noStrike" kern="1200" cap="none" spc="-55" normalizeH="0" baseline="0" noProof="0" dirty="0">
                <a:ln>
                  <a:noFill/>
                </a:ln>
                <a:solidFill>
                  <a:srgbClr val="002060"/>
                </a:solidFill>
                <a:effectLst/>
                <a:uLnTx/>
                <a:uFillTx/>
                <a:latin typeface="Arial"/>
                <a:ea typeface="微软雅黑"/>
                <a:cs typeface="Arial"/>
              </a:rPr>
              <a:t>Internet </a:t>
            </a:r>
            <a:r>
              <a:rPr kumimoji="0" sz="2400" b="0" i="0" u="none" strike="noStrike" kern="1200" cap="none" spc="-75" normalizeH="0" baseline="0" noProof="0" dirty="0">
                <a:ln>
                  <a:noFill/>
                </a:ln>
                <a:solidFill>
                  <a:srgbClr val="002060"/>
                </a:solidFill>
                <a:effectLst/>
                <a:uLnTx/>
                <a:uFillTx/>
                <a:latin typeface="Arial"/>
                <a:ea typeface="微软雅黑"/>
                <a:cs typeface="Arial"/>
              </a:rPr>
              <a:t>(thập </a:t>
            </a:r>
            <a:r>
              <a:rPr kumimoji="0" sz="2400" b="0" i="0" u="none" strike="noStrike" kern="1200" cap="none" spc="-100" normalizeH="0" baseline="0" noProof="0" dirty="0">
                <a:ln>
                  <a:noFill/>
                </a:ln>
                <a:solidFill>
                  <a:srgbClr val="002060"/>
                </a:solidFill>
                <a:effectLst/>
                <a:uLnTx/>
                <a:uFillTx/>
                <a:latin typeface="Arial"/>
                <a:ea typeface="微软雅黑"/>
                <a:cs typeface="Arial"/>
              </a:rPr>
              <a:t>niên</a:t>
            </a:r>
            <a:r>
              <a:rPr kumimoji="0" sz="2400" b="0" i="0" u="none" strike="noStrike" kern="1200" cap="none" spc="-185" normalizeH="0" baseline="0" noProof="0" dirty="0">
                <a:ln>
                  <a:noFill/>
                </a:ln>
                <a:solidFill>
                  <a:srgbClr val="002060"/>
                </a:solidFill>
                <a:effectLst/>
                <a:uLnTx/>
                <a:uFillTx/>
                <a:latin typeface="Arial"/>
                <a:ea typeface="微软雅黑"/>
                <a:cs typeface="Arial"/>
              </a:rPr>
              <a:t> </a:t>
            </a:r>
            <a:r>
              <a:rPr kumimoji="0" sz="2400" b="0" i="0" u="none" strike="noStrike" kern="1200" cap="none" spc="-70" normalizeH="0" baseline="0" noProof="0" dirty="0">
                <a:ln>
                  <a:noFill/>
                </a:ln>
                <a:solidFill>
                  <a:srgbClr val="002060"/>
                </a:solidFill>
                <a:effectLst/>
                <a:uLnTx/>
                <a:uFillTx/>
                <a:latin typeface="Arial"/>
                <a:ea typeface="微软雅黑"/>
                <a:cs typeface="Arial"/>
              </a:rPr>
              <a:t>1990)</a:t>
            </a:r>
            <a:endParaRPr kumimoji="0" sz="2400" b="0" i="0" u="none" strike="noStrike" kern="1200" cap="none" spc="0" normalizeH="0" baseline="0" noProof="0">
              <a:ln>
                <a:noFill/>
              </a:ln>
              <a:solidFill>
                <a:prstClr val="black"/>
              </a:solidFill>
              <a:effectLst/>
              <a:uLnTx/>
              <a:uFillTx/>
              <a:latin typeface="Arial"/>
              <a:ea typeface="微软雅黑"/>
              <a:cs typeface="Arial"/>
            </a:endParaRPr>
          </a:p>
          <a:p>
            <a:pPr marL="295910" marR="6350" lvl="0" indent="-283210" algn="just" defTabSz="914400" rtl="0" eaLnBrk="1" fontAlgn="auto" latinLnBrk="0" hangingPunct="1">
              <a:lnSpc>
                <a:spcPct val="101499"/>
              </a:lnSpc>
              <a:spcBef>
                <a:spcPts val="0"/>
              </a:spcBef>
              <a:spcAft>
                <a:spcPts val="0"/>
              </a:spcAft>
              <a:buClr>
                <a:srgbClr val="28324A"/>
              </a:buClr>
              <a:buSzTx/>
              <a:buFont typeface="Wingdings"/>
              <a:buChar char=""/>
              <a:tabLst>
                <a:tab pos="296545" algn="l"/>
              </a:tabLst>
              <a:defRPr/>
            </a:pPr>
            <a:r>
              <a:rPr kumimoji="0" sz="2400" b="0" i="0" u="none" strike="noStrike" kern="1200" cap="none" spc="-114" normalizeH="0" baseline="0" noProof="0" dirty="0">
                <a:ln>
                  <a:noFill/>
                </a:ln>
                <a:solidFill>
                  <a:srgbClr val="002060"/>
                </a:solidFill>
                <a:effectLst/>
                <a:uLnTx/>
                <a:uFillTx/>
                <a:latin typeface="Arial"/>
                <a:ea typeface="微软雅黑"/>
                <a:cs typeface="Arial"/>
              </a:rPr>
              <a:t>Vệ </a:t>
            </a:r>
            <a:r>
              <a:rPr kumimoji="0" sz="2400" b="0" i="0" u="none" strike="noStrike" kern="1200" cap="none" spc="-65" normalizeH="0" baseline="0" noProof="0" dirty="0">
                <a:ln>
                  <a:noFill/>
                </a:ln>
                <a:solidFill>
                  <a:srgbClr val="002060"/>
                </a:solidFill>
                <a:effectLst/>
                <a:uLnTx/>
                <a:uFillTx/>
                <a:latin typeface="Arial"/>
                <a:ea typeface="微软雅黑"/>
                <a:cs typeface="Arial"/>
              </a:rPr>
              <a:t>tinh, </a:t>
            </a:r>
            <a:r>
              <a:rPr kumimoji="0" sz="2400" b="0" i="0" u="none" strike="noStrike" kern="1200" cap="none" spc="-135" normalizeH="0" baseline="0" noProof="0" dirty="0">
                <a:ln>
                  <a:noFill/>
                </a:ln>
                <a:solidFill>
                  <a:srgbClr val="002060"/>
                </a:solidFill>
                <a:effectLst/>
                <a:uLnTx/>
                <a:uFillTx/>
                <a:latin typeface="Arial"/>
                <a:ea typeface="微软雅黑"/>
                <a:cs typeface="Arial"/>
              </a:rPr>
              <a:t>máy </a:t>
            </a:r>
            <a:r>
              <a:rPr kumimoji="0" sz="2400" b="0" i="0" u="none" strike="noStrike" kern="1200" cap="none" spc="-105" normalizeH="0" baseline="0" noProof="0" dirty="0">
                <a:ln>
                  <a:noFill/>
                </a:ln>
                <a:solidFill>
                  <a:srgbClr val="002060"/>
                </a:solidFill>
                <a:effectLst/>
                <a:uLnTx/>
                <a:uFillTx/>
                <a:latin typeface="Arial"/>
                <a:ea typeface="微软雅黑"/>
                <a:cs typeface="Arial"/>
              </a:rPr>
              <a:t>bay, </a:t>
            </a:r>
            <a:r>
              <a:rPr kumimoji="0" sz="2400" b="0" i="0" u="none" strike="noStrike" kern="1200" cap="none" spc="-135" normalizeH="0" baseline="0" noProof="0" dirty="0">
                <a:ln>
                  <a:noFill/>
                </a:ln>
                <a:solidFill>
                  <a:srgbClr val="002060"/>
                </a:solidFill>
                <a:effectLst/>
                <a:uLnTx/>
                <a:uFillTx/>
                <a:latin typeface="Arial"/>
                <a:ea typeface="微软雅黑"/>
                <a:cs typeface="Arial"/>
              </a:rPr>
              <a:t>máy </a:t>
            </a:r>
            <a:r>
              <a:rPr kumimoji="0" sz="2400" b="0" i="0" u="none" strike="noStrike" kern="1200" cap="none" spc="-65" normalizeH="0" baseline="0" noProof="0" dirty="0">
                <a:ln>
                  <a:noFill/>
                </a:ln>
                <a:solidFill>
                  <a:srgbClr val="002060"/>
                </a:solidFill>
                <a:effectLst/>
                <a:uLnTx/>
                <a:uFillTx/>
                <a:latin typeface="Arial"/>
                <a:ea typeface="微软雅黑"/>
                <a:cs typeface="Arial"/>
              </a:rPr>
              <a:t>tính, </a:t>
            </a:r>
            <a:r>
              <a:rPr kumimoji="0" sz="2400" b="0" i="0" u="none" strike="noStrike" kern="1200" cap="none" spc="-90" normalizeH="0" baseline="0" noProof="0" dirty="0">
                <a:ln>
                  <a:noFill/>
                </a:ln>
                <a:solidFill>
                  <a:srgbClr val="002060"/>
                </a:solidFill>
                <a:effectLst/>
                <a:uLnTx/>
                <a:uFillTx/>
                <a:latin typeface="Arial"/>
                <a:ea typeface="微软雅黑"/>
                <a:cs typeface="Arial"/>
              </a:rPr>
              <a:t>điện  </a:t>
            </a:r>
            <a:r>
              <a:rPr kumimoji="0" sz="2400" b="0" i="0" u="none" strike="noStrike" kern="1200" cap="none" spc="-70" normalizeH="0" baseline="0" noProof="0" dirty="0">
                <a:ln>
                  <a:noFill/>
                </a:ln>
                <a:solidFill>
                  <a:srgbClr val="002060"/>
                </a:solidFill>
                <a:effectLst/>
                <a:uLnTx/>
                <a:uFillTx/>
                <a:latin typeface="Arial"/>
                <a:ea typeface="微软雅黑"/>
                <a:cs typeface="Arial"/>
              </a:rPr>
              <a:t>thoại, </a:t>
            </a:r>
            <a:r>
              <a:rPr kumimoji="0" sz="2400" b="0" i="0" u="none" strike="noStrike" kern="1200" cap="none" spc="-110" normalizeH="0" baseline="0" noProof="0" dirty="0">
                <a:ln>
                  <a:noFill/>
                </a:ln>
                <a:solidFill>
                  <a:srgbClr val="002060"/>
                </a:solidFill>
                <a:effectLst/>
                <a:uLnTx/>
                <a:uFillTx/>
                <a:latin typeface="Arial"/>
                <a:ea typeface="微软雅黑"/>
                <a:cs typeface="Arial"/>
              </a:rPr>
              <a:t>Internet… </a:t>
            </a:r>
            <a:r>
              <a:rPr kumimoji="0" sz="2400" b="0" i="0" u="none" strike="noStrike" kern="1200" cap="none" spc="-85" normalizeH="0" baseline="0" noProof="0" dirty="0">
                <a:ln>
                  <a:noFill/>
                </a:ln>
                <a:solidFill>
                  <a:srgbClr val="002060"/>
                </a:solidFill>
                <a:effectLst/>
                <a:uLnTx/>
                <a:uFillTx/>
                <a:latin typeface="Arial"/>
                <a:ea typeface="微软雅黑"/>
                <a:cs typeface="Arial"/>
              </a:rPr>
              <a:t>là </a:t>
            </a:r>
            <a:r>
              <a:rPr kumimoji="0" sz="2400" b="0" i="0" u="none" strike="noStrike" kern="1200" cap="none" spc="-180" normalizeH="0" baseline="0" noProof="0" dirty="0">
                <a:ln>
                  <a:noFill/>
                </a:ln>
                <a:solidFill>
                  <a:srgbClr val="002060"/>
                </a:solidFill>
                <a:effectLst/>
                <a:uLnTx/>
                <a:uFillTx/>
                <a:latin typeface="Arial"/>
                <a:ea typeface="微软雅黑"/>
                <a:cs typeface="Arial"/>
              </a:rPr>
              <a:t>sản </a:t>
            </a:r>
            <a:r>
              <a:rPr kumimoji="0" sz="2400" b="0" i="0" u="none" strike="noStrike" kern="1200" cap="none" spc="-125" normalizeH="0" baseline="0" noProof="0" dirty="0">
                <a:ln>
                  <a:noFill/>
                </a:ln>
                <a:solidFill>
                  <a:srgbClr val="002060"/>
                </a:solidFill>
                <a:effectLst/>
                <a:uLnTx/>
                <a:uFillTx/>
                <a:latin typeface="Arial"/>
                <a:ea typeface="微软雅黑"/>
                <a:cs typeface="Arial"/>
              </a:rPr>
              <a:t>phẩm </a:t>
            </a:r>
            <a:r>
              <a:rPr kumimoji="0" sz="2400" b="0" i="0" u="none" strike="noStrike" kern="1200" cap="none" spc="-50" normalizeH="0" baseline="0" noProof="0" dirty="0">
                <a:ln>
                  <a:noFill/>
                </a:ln>
                <a:solidFill>
                  <a:srgbClr val="002060"/>
                </a:solidFill>
                <a:effectLst/>
                <a:uLnTx/>
                <a:uFillTx/>
                <a:latin typeface="Arial"/>
                <a:ea typeface="微软雅黑"/>
                <a:cs typeface="Arial"/>
              </a:rPr>
              <a:t>từ  </a:t>
            </a:r>
            <a:r>
              <a:rPr kumimoji="0" sz="2400" b="0" i="0" u="none" strike="noStrike" kern="1200" cap="none" spc="-195" normalizeH="0" baseline="0" noProof="0" dirty="0">
                <a:ln>
                  <a:noFill/>
                </a:ln>
                <a:solidFill>
                  <a:srgbClr val="002060"/>
                </a:solidFill>
                <a:effectLst/>
                <a:uLnTx/>
                <a:uFillTx/>
                <a:latin typeface="Arial"/>
                <a:ea typeface="微软雅黑"/>
                <a:cs typeface="Arial"/>
              </a:rPr>
              <a:t>cuộc cách </a:t>
            </a:r>
            <a:r>
              <a:rPr kumimoji="0" sz="2400" b="0" i="0" u="none" strike="noStrike" kern="1200" cap="none" spc="-160" normalizeH="0" baseline="0" noProof="0" dirty="0">
                <a:ln>
                  <a:noFill/>
                </a:ln>
                <a:solidFill>
                  <a:srgbClr val="002060"/>
                </a:solidFill>
                <a:effectLst/>
                <a:uLnTx/>
                <a:uFillTx/>
                <a:latin typeface="Arial"/>
                <a:ea typeface="微软雅黑"/>
                <a:cs typeface="Arial"/>
              </a:rPr>
              <a:t>mạng</a:t>
            </a:r>
            <a:r>
              <a:rPr kumimoji="0" sz="2400" b="0" i="0" u="none" strike="noStrike" kern="1200" cap="none" spc="65" normalizeH="0" baseline="0" noProof="0" dirty="0">
                <a:ln>
                  <a:noFill/>
                </a:ln>
                <a:solidFill>
                  <a:srgbClr val="002060"/>
                </a:solidFill>
                <a:effectLst/>
                <a:uLnTx/>
                <a:uFillTx/>
                <a:latin typeface="Arial"/>
                <a:ea typeface="微软雅黑"/>
                <a:cs typeface="Arial"/>
              </a:rPr>
              <a:t> </a:t>
            </a:r>
            <a:r>
              <a:rPr kumimoji="0" sz="2400" b="0" i="0" u="none" strike="noStrike" kern="1200" cap="none" spc="-130" normalizeH="0" baseline="0" noProof="0" dirty="0">
                <a:ln>
                  <a:noFill/>
                </a:ln>
                <a:solidFill>
                  <a:srgbClr val="002060"/>
                </a:solidFill>
                <a:effectLst/>
                <a:uLnTx/>
                <a:uFillTx/>
                <a:latin typeface="Arial"/>
                <a:ea typeface="微软雅黑"/>
                <a:cs typeface="Arial"/>
              </a:rPr>
              <a:t>này</a:t>
            </a:r>
            <a:endParaRPr kumimoji="0" sz="2400" b="0" i="0" u="none" strike="noStrike" kern="1200" cap="none" spc="0" normalizeH="0" baseline="0" noProof="0">
              <a:ln>
                <a:noFill/>
              </a:ln>
              <a:solidFill>
                <a:prstClr val="black"/>
              </a:solidFill>
              <a:effectLst/>
              <a:uLnTx/>
              <a:uFillTx/>
              <a:latin typeface="Arial"/>
              <a:ea typeface="微软雅黑"/>
              <a:cs typeface="Arial"/>
            </a:endParaRPr>
          </a:p>
        </p:txBody>
      </p:sp>
      <p:sp>
        <p:nvSpPr>
          <p:cNvPr id="7" name="object 7"/>
          <p:cNvSpPr/>
          <p:nvPr/>
        </p:nvSpPr>
        <p:spPr>
          <a:xfrm>
            <a:off x="245687" y="1744083"/>
            <a:ext cx="3607724" cy="1859728"/>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8"/>
          <p:cNvSpPr/>
          <p:nvPr/>
        </p:nvSpPr>
        <p:spPr>
          <a:xfrm>
            <a:off x="4008581" y="1744083"/>
            <a:ext cx="3240116" cy="1859728"/>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p:nvPr/>
        </p:nvSpPr>
        <p:spPr>
          <a:xfrm>
            <a:off x="245687" y="3679115"/>
            <a:ext cx="3607724" cy="1969994"/>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0"/>
          <p:cNvSpPr/>
          <p:nvPr/>
        </p:nvSpPr>
        <p:spPr>
          <a:xfrm>
            <a:off x="4008581" y="3710044"/>
            <a:ext cx="3240116" cy="1939065"/>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 name="object 78">
            <a:extLst>
              <a:ext uri="{FF2B5EF4-FFF2-40B4-BE49-F238E27FC236}">
                <a16:creationId xmlns:a16="http://schemas.microsoft.com/office/drawing/2014/main" id="{AB10FF6D-700F-C34A-03FF-66B24D268C66}"/>
              </a:ext>
            </a:extLst>
          </p:cNvPr>
          <p:cNvSpPr txBox="1"/>
          <p:nvPr/>
        </p:nvSpPr>
        <p:spPr>
          <a:xfrm>
            <a:off x="1414195" y="82247"/>
            <a:ext cx="7410316" cy="1150315"/>
          </a:xfrm>
          <a:prstGeom prst="rect">
            <a:avLst/>
          </a:prstGeom>
        </p:spPr>
        <p:txBody>
          <a:bodyPr vert="horz" wrap="square" lIns="0" tIns="11430" rIns="0" bIns="0" rtlCol="0">
            <a:spAutoFit/>
          </a:bodyPr>
          <a:lstStyle/>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2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2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2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2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2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200" b="1" i="0" u="none" strike="noStrike" kern="1200" cap="none" spc="-280" normalizeH="0" baseline="0" noProof="0">
                <a:ln>
                  <a:noFill/>
                </a:ln>
                <a:solidFill>
                  <a:srgbClr val="C00000"/>
                </a:solidFill>
                <a:effectLst/>
                <a:uLnTx/>
                <a:uFillTx/>
                <a:latin typeface="Arial"/>
                <a:ea typeface="微软雅黑"/>
                <a:cs typeface="Arial"/>
              </a:rPr>
              <a:t> </a:t>
            </a:r>
            <a:r>
              <a:rPr kumimoji="0" lang="en-US" sz="3200" b="1" i="0" u="none" strike="noStrike" kern="1200" cap="none" spc="-40" normalizeH="0" baseline="0" noProof="0">
                <a:ln>
                  <a:noFill/>
                </a:ln>
                <a:solidFill>
                  <a:srgbClr val="C00000"/>
                </a:solidFill>
                <a:effectLst/>
                <a:uLnTx/>
                <a:uFillTx/>
                <a:latin typeface="Arial"/>
                <a:ea typeface="微软雅黑"/>
                <a:cs typeface="Arial"/>
              </a:rPr>
              <a:t>BA (3.0)</a:t>
            </a:r>
            <a:endParaRPr kumimoji="0" lang="en-US" sz="32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212893080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object 76"/>
          <p:cNvSpPr/>
          <p:nvPr/>
        </p:nvSpPr>
        <p:spPr>
          <a:xfrm>
            <a:off x="912553" y="2439460"/>
            <a:ext cx="5041207" cy="2872292"/>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2" name="object 77"/>
          <p:cNvSpPr/>
          <p:nvPr/>
        </p:nvSpPr>
        <p:spPr>
          <a:xfrm>
            <a:off x="6269643" y="2439461"/>
            <a:ext cx="5381104" cy="2962387"/>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3" name="object 78"/>
          <p:cNvSpPr txBox="1"/>
          <p:nvPr/>
        </p:nvSpPr>
        <p:spPr>
          <a:xfrm>
            <a:off x="3620279" y="5772587"/>
            <a:ext cx="4932988" cy="419346"/>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650" b="1" i="0" u="none" strike="noStrike" kern="1200" cap="none" spc="-100" normalizeH="0" baseline="0" noProof="0" dirty="0">
                <a:ln>
                  <a:noFill/>
                </a:ln>
                <a:solidFill>
                  <a:srgbClr val="404040"/>
                </a:solidFill>
                <a:effectLst/>
                <a:uLnTx/>
                <a:uFillTx/>
                <a:latin typeface="Arial"/>
                <a:ea typeface="微软雅黑"/>
                <a:cs typeface="Arial"/>
              </a:rPr>
              <a:t>TIẾN</a:t>
            </a:r>
            <a:r>
              <a:rPr kumimoji="0" sz="2650" b="1" i="0" u="none" strike="noStrike" kern="1200" cap="none" spc="-395" normalizeH="0" baseline="0" noProof="0" dirty="0">
                <a:ln>
                  <a:noFill/>
                </a:ln>
                <a:solidFill>
                  <a:srgbClr val="404040"/>
                </a:solidFill>
                <a:effectLst/>
                <a:uLnTx/>
                <a:uFillTx/>
                <a:latin typeface="Arial"/>
                <a:ea typeface="微软雅黑"/>
                <a:cs typeface="Arial"/>
              </a:rPr>
              <a:t> </a:t>
            </a:r>
            <a:r>
              <a:rPr kumimoji="0" sz="2650" b="1" i="0" u="none" strike="noStrike" kern="1200" cap="none" spc="-95" normalizeH="0" baseline="0" noProof="0" dirty="0">
                <a:ln>
                  <a:noFill/>
                </a:ln>
                <a:solidFill>
                  <a:srgbClr val="404040"/>
                </a:solidFill>
                <a:effectLst/>
                <a:uLnTx/>
                <a:uFillTx/>
                <a:latin typeface="Arial"/>
                <a:ea typeface="微软雅黑"/>
                <a:cs typeface="Arial"/>
              </a:rPr>
              <a:t>TRÌNH</a:t>
            </a:r>
            <a:r>
              <a:rPr kumimoji="0" sz="2650" b="1" i="0" u="none" strike="noStrike" kern="1200" cap="none" spc="-370" normalizeH="0" baseline="0" noProof="0" dirty="0">
                <a:ln>
                  <a:noFill/>
                </a:ln>
                <a:solidFill>
                  <a:srgbClr val="404040"/>
                </a:solidFill>
                <a:effectLst/>
                <a:uLnTx/>
                <a:uFillTx/>
                <a:latin typeface="Arial"/>
                <a:ea typeface="微软雅黑"/>
                <a:cs typeface="Arial"/>
              </a:rPr>
              <a:t> </a:t>
            </a:r>
            <a:r>
              <a:rPr kumimoji="0" sz="2650" b="1" i="0" u="none" strike="noStrike" kern="1200" cap="none" spc="-85" normalizeH="0" baseline="0" noProof="0" dirty="0">
                <a:ln>
                  <a:noFill/>
                </a:ln>
                <a:solidFill>
                  <a:srgbClr val="C00000"/>
                </a:solidFill>
                <a:effectLst/>
                <a:uLnTx/>
                <a:uFillTx/>
                <a:latin typeface="Arial"/>
                <a:ea typeface="微软雅黑"/>
                <a:cs typeface="Arial"/>
              </a:rPr>
              <a:t>TỰ</a:t>
            </a:r>
            <a:r>
              <a:rPr kumimoji="0" sz="2650" b="1" i="0" u="none" strike="noStrike" kern="1200" cap="none" spc="-200" normalizeH="0" baseline="0" noProof="0" dirty="0">
                <a:ln>
                  <a:noFill/>
                </a:ln>
                <a:solidFill>
                  <a:srgbClr val="C00000"/>
                </a:solidFill>
                <a:effectLst/>
                <a:uLnTx/>
                <a:uFillTx/>
                <a:latin typeface="Arial"/>
                <a:ea typeface="微软雅黑"/>
                <a:cs typeface="Arial"/>
              </a:rPr>
              <a:t> </a:t>
            </a:r>
            <a:r>
              <a:rPr kumimoji="0" sz="2650" b="1" i="0" u="none" strike="noStrike" kern="1200" cap="none" spc="-105" normalizeH="0" baseline="0" noProof="0" dirty="0">
                <a:ln>
                  <a:noFill/>
                </a:ln>
                <a:solidFill>
                  <a:srgbClr val="C00000"/>
                </a:solidFill>
                <a:effectLst/>
                <a:uLnTx/>
                <a:uFillTx/>
                <a:latin typeface="Arial"/>
                <a:ea typeface="微软雅黑"/>
                <a:cs typeface="Arial"/>
              </a:rPr>
              <a:t>ĐỘNG</a:t>
            </a:r>
            <a:r>
              <a:rPr kumimoji="0" sz="2650" b="1" i="0" u="none" strike="noStrike" kern="1200" cap="none" spc="-215" normalizeH="0" baseline="0" noProof="0" dirty="0">
                <a:ln>
                  <a:noFill/>
                </a:ln>
                <a:solidFill>
                  <a:srgbClr val="C00000"/>
                </a:solidFill>
                <a:effectLst/>
                <a:uLnTx/>
                <a:uFillTx/>
                <a:latin typeface="Arial"/>
                <a:ea typeface="微软雅黑"/>
                <a:cs typeface="Arial"/>
              </a:rPr>
              <a:t> </a:t>
            </a:r>
            <a:r>
              <a:rPr kumimoji="0" sz="2650" b="1" i="0" u="none" strike="noStrike" kern="1200" cap="none" spc="-135" normalizeH="0" baseline="0" noProof="0" dirty="0">
                <a:ln>
                  <a:noFill/>
                </a:ln>
                <a:solidFill>
                  <a:srgbClr val="C00000"/>
                </a:solidFill>
                <a:effectLst/>
                <a:uLnTx/>
                <a:uFillTx/>
                <a:latin typeface="Arial"/>
                <a:ea typeface="微软雅黑"/>
                <a:cs typeface="Arial"/>
              </a:rPr>
              <a:t>HÓA</a:t>
            </a:r>
            <a:endParaRPr kumimoji="0" sz="2650" b="0" i="0" u="none" strike="noStrike" kern="1200" cap="none" spc="0" normalizeH="0" baseline="0" noProof="0">
              <a:ln>
                <a:noFill/>
              </a:ln>
              <a:solidFill>
                <a:prstClr val="black"/>
              </a:solidFill>
              <a:effectLst/>
              <a:uLnTx/>
              <a:uFillTx/>
              <a:latin typeface="Arial"/>
              <a:ea typeface="微软雅黑"/>
              <a:cs typeface="Arial"/>
            </a:endParaRPr>
          </a:p>
        </p:txBody>
      </p:sp>
      <p:sp>
        <p:nvSpPr>
          <p:cNvPr id="84" name="TextBox 83"/>
          <p:cNvSpPr txBox="1"/>
          <p:nvPr/>
        </p:nvSpPr>
        <p:spPr>
          <a:xfrm>
            <a:off x="2892049" y="1612494"/>
            <a:ext cx="6755187"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2400" b="1" i="0" u="none" strike="noStrike" kern="1200" cap="none" spc="-155" normalizeH="0" baseline="0" noProof="0">
                <a:ln>
                  <a:noFill/>
                </a:ln>
                <a:solidFill>
                  <a:srgbClr val="0070C0"/>
                </a:solidFill>
                <a:effectLst/>
                <a:uLnTx/>
                <a:uFillTx/>
                <a:latin typeface="Arial"/>
                <a:ea typeface="微软雅黑"/>
                <a:cs typeface="Arial"/>
              </a:rPr>
              <a:t>MÁY </a:t>
            </a:r>
            <a:r>
              <a:rPr kumimoji="0" lang="vi-VN" sz="2400" b="1" i="0" u="none" strike="noStrike" kern="1200" cap="none" spc="-114" normalizeH="0" baseline="0" noProof="0">
                <a:ln>
                  <a:noFill/>
                </a:ln>
                <a:solidFill>
                  <a:srgbClr val="0070C0"/>
                </a:solidFill>
                <a:effectLst/>
                <a:uLnTx/>
                <a:uFillTx/>
                <a:latin typeface="Arial"/>
                <a:ea typeface="微软雅黑"/>
                <a:cs typeface="Arial"/>
              </a:rPr>
              <a:t>HỌC</a:t>
            </a:r>
            <a:r>
              <a:rPr kumimoji="0" lang="en-US" sz="2400" b="1" i="0" u="none" strike="noStrike" kern="1200" cap="none" spc="-114" normalizeH="0" baseline="0" noProof="0">
                <a:ln>
                  <a:noFill/>
                </a:ln>
                <a:solidFill>
                  <a:srgbClr val="0070C0"/>
                </a:solidFill>
                <a:effectLst/>
                <a:uLnTx/>
                <a:uFillTx/>
                <a:latin typeface="Arial"/>
                <a:ea typeface="微软雅黑"/>
                <a:cs typeface="Arial"/>
              </a:rPr>
              <a:t>,</a:t>
            </a:r>
            <a:r>
              <a:rPr kumimoji="0" lang="vi-VN" sz="2400" b="1" i="0" u="none" strike="noStrike" kern="1200" cap="none" spc="-114" normalizeH="0" baseline="0" noProof="0">
                <a:ln>
                  <a:noFill/>
                </a:ln>
                <a:solidFill>
                  <a:srgbClr val="0070C0"/>
                </a:solidFill>
                <a:effectLst/>
                <a:uLnTx/>
                <a:uFillTx/>
                <a:latin typeface="Arial"/>
                <a:ea typeface="微软雅黑"/>
                <a:cs typeface="Arial"/>
              </a:rPr>
              <a:t> </a:t>
            </a:r>
            <a:r>
              <a:rPr kumimoji="0" lang="vi-VN" sz="2400" b="1" i="0" u="none" strike="noStrike" kern="1200" cap="none" spc="-105" normalizeH="0" baseline="0" noProof="0">
                <a:ln>
                  <a:noFill/>
                </a:ln>
                <a:solidFill>
                  <a:srgbClr val="0070C0"/>
                </a:solidFill>
                <a:effectLst/>
                <a:uLnTx/>
                <a:uFillTx/>
                <a:latin typeface="Arial"/>
                <a:ea typeface="微软雅黑"/>
                <a:cs typeface="Arial"/>
              </a:rPr>
              <a:t>ĐỘNG </a:t>
            </a:r>
            <a:r>
              <a:rPr kumimoji="0" lang="vi-VN" sz="2400" b="1" i="0" u="none" strike="noStrike" kern="1200" cap="none" spc="-270" normalizeH="0" baseline="0" noProof="0">
                <a:ln>
                  <a:noFill/>
                </a:ln>
                <a:solidFill>
                  <a:srgbClr val="0070C0"/>
                </a:solidFill>
                <a:effectLst/>
                <a:uLnTx/>
                <a:uFillTx/>
                <a:latin typeface="Arial"/>
                <a:ea typeface="微软雅黑"/>
                <a:cs typeface="Arial"/>
              </a:rPr>
              <a:t>CƠ </a:t>
            </a:r>
            <a:r>
              <a:rPr kumimoji="0" lang="vi-VN" sz="2400" b="1" i="0" u="none" strike="noStrike" kern="1200" cap="none" spc="-120" normalizeH="0" baseline="0" noProof="0">
                <a:ln>
                  <a:noFill/>
                </a:ln>
                <a:solidFill>
                  <a:srgbClr val="0070C0"/>
                </a:solidFill>
                <a:effectLst/>
                <a:uLnTx/>
                <a:uFillTx/>
                <a:latin typeface="Arial"/>
                <a:ea typeface="微软雅黑"/>
                <a:cs typeface="Arial"/>
              </a:rPr>
              <a:t>THÔNG</a:t>
            </a:r>
            <a:r>
              <a:rPr kumimoji="0" lang="vi-VN" sz="2400" b="1" i="0" u="none" strike="noStrike" kern="1200" cap="none" spc="-140" normalizeH="0" baseline="0" noProof="0">
                <a:ln>
                  <a:noFill/>
                </a:ln>
                <a:solidFill>
                  <a:srgbClr val="0070C0"/>
                </a:solidFill>
                <a:effectLst/>
                <a:uLnTx/>
                <a:uFillTx/>
                <a:latin typeface="Arial"/>
                <a:ea typeface="微软雅黑"/>
                <a:cs typeface="Arial"/>
              </a:rPr>
              <a:t> </a:t>
            </a:r>
            <a:r>
              <a:rPr kumimoji="0" lang="vi-VN" sz="2400" b="1" i="0" u="none" strike="noStrike" kern="1200" cap="none" spc="-30" normalizeH="0" baseline="0" noProof="0">
                <a:ln>
                  <a:noFill/>
                </a:ln>
                <a:solidFill>
                  <a:srgbClr val="0070C0"/>
                </a:solidFill>
                <a:effectLst/>
                <a:uLnTx/>
                <a:uFillTx/>
                <a:latin typeface="Arial"/>
                <a:ea typeface="微软雅黑"/>
                <a:cs typeface="Arial"/>
              </a:rPr>
              <a:t>MINH</a:t>
            </a:r>
            <a:endParaRPr kumimoji="0" lang="vi-VN" sz="2400" b="0" i="0" u="none" strike="noStrike" kern="1200" cap="none" spc="0" normalizeH="0" baseline="0" noProof="0">
              <a:ln>
                <a:noFill/>
              </a:ln>
              <a:solidFill>
                <a:srgbClr val="0070C0"/>
              </a:solidFill>
              <a:effectLst/>
              <a:uLnTx/>
              <a:uFillTx/>
              <a:latin typeface="Arial"/>
              <a:ea typeface="微软雅黑"/>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2" name="object 78">
            <a:extLst>
              <a:ext uri="{FF2B5EF4-FFF2-40B4-BE49-F238E27FC236}">
                <a16:creationId xmlns:a16="http://schemas.microsoft.com/office/drawing/2014/main" id="{2F9C245A-D66E-703E-298F-94CC80892B41}"/>
              </a:ext>
            </a:extLst>
          </p:cNvPr>
          <p:cNvSpPr txBox="1"/>
          <p:nvPr/>
        </p:nvSpPr>
        <p:spPr>
          <a:xfrm>
            <a:off x="1810802" y="182726"/>
            <a:ext cx="10176151" cy="1273426"/>
          </a:xfrm>
          <a:prstGeom prst="rect">
            <a:avLst/>
          </a:prstGeom>
        </p:spPr>
        <p:txBody>
          <a:bodyPr vert="horz" wrap="square" lIns="0" tIns="11430" rIns="0" bIns="0" rtlCol="0">
            <a:spAutoFit/>
          </a:bodyPr>
          <a:lstStyle/>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6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6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6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6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algn="ctr" defTabSz="914400" rtl="0" eaLnBrk="1" fontAlgn="auto" latinLnBrk="0" hangingPunct="1">
              <a:lnSpc>
                <a:spcPct val="100000"/>
              </a:lnSpc>
              <a:spcBef>
                <a:spcPts val="1200"/>
              </a:spcBef>
              <a:spcAft>
                <a:spcPts val="0"/>
              </a:spcAft>
              <a:buClrTx/>
              <a:buSzTx/>
              <a:buFontTx/>
              <a:buNone/>
              <a:tabLst/>
              <a:defRPr/>
            </a:pPr>
            <a:r>
              <a:rPr kumimoji="0" lang="en-US" sz="36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6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600" b="1" i="0" u="none" strike="noStrike" kern="1200" cap="none" spc="-280" normalizeH="0" baseline="0" noProof="0">
                <a:ln>
                  <a:noFill/>
                </a:ln>
                <a:solidFill>
                  <a:srgbClr val="C00000"/>
                </a:solidFill>
                <a:effectLst/>
                <a:uLnTx/>
                <a:uFillTx/>
                <a:latin typeface="Arial"/>
                <a:ea typeface="微软雅黑"/>
                <a:cs typeface="Arial"/>
              </a:rPr>
              <a:t> </a:t>
            </a:r>
            <a:r>
              <a:rPr lang="en-US" sz="3600" b="1" spc="-40">
                <a:solidFill>
                  <a:srgbClr val="C00000"/>
                </a:solidFill>
                <a:latin typeface="Arial"/>
                <a:ea typeface="微软雅黑"/>
                <a:cs typeface="Arial"/>
              </a:rPr>
              <a:t>TƯ</a:t>
            </a:r>
            <a:r>
              <a:rPr kumimoji="0" lang="en-US" sz="3600" b="1" i="0" u="none" strike="noStrike" kern="1200" cap="none" spc="-40" normalizeH="0" baseline="0" noProof="0">
                <a:ln>
                  <a:noFill/>
                </a:ln>
                <a:solidFill>
                  <a:srgbClr val="C00000"/>
                </a:solidFill>
                <a:effectLst/>
                <a:uLnTx/>
                <a:uFillTx/>
                <a:latin typeface="Arial"/>
                <a:ea typeface="微软雅黑"/>
                <a:cs typeface="Arial"/>
              </a:rPr>
              <a:t> (4.0)</a:t>
            </a:r>
            <a:endParaRPr kumimoji="0" lang="en-US" sz="36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3943826443"/>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6"/>
          <p:cNvSpPr txBox="1"/>
          <p:nvPr/>
        </p:nvSpPr>
        <p:spPr>
          <a:xfrm>
            <a:off x="7261633" y="1033492"/>
            <a:ext cx="4725170" cy="4799199"/>
          </a:xfrm>
          <a:prstGeom prst="rect">
            <a:avLst/>
          </a:prstGeom>
        </p:spPr>
        <p:txBody>
          <a:bodyPr vert="horz" wrap="square" lIns="0" tIns="12065" rIns="0" bIns="0" rtlCol="0">
            <a:spAutoFit/>
          </a:bodyPr>
          <a:lstStyle/>
          <a:p>
            <a:pPr marL="295910" marR="5080" lvl="0" indent="-283210" algn="just" defTabSz="914400" rtl="0" eaLnBrk="1" fontAlgn="auto" latinLnBrk="0" hangingPunct="1">
              <a:lnSpc>
                <a:spcPct val="101499"/>
              </a:lnSpc>
              <a:spcBef>
                <a:spcPts val="95"/>
              </a:spcBef>
              <a:spcAft>
                <a:spcPts val="0"/>
              </a:spcAft>
              <a:buClr>
                <a:srgbClr val="28324A"/>
              </a:buClr>
              <a:buSzTx/>
              <a:buFont typeface="Wingdings"/>
              <a:buChar char=""/>
              <a:tabLst>
                <a:tab pos="296545" algn="l"/>
              </a:tabLst>
              <a:defRPr/>
            </a:pPr>
            <a:r>
              <a:rPr kumimoji="0" sz="2800" b="0" i="0" u="none" strike="noStrike" kern="1200" cap="none" spc="-220" normalizeH="0" baseline="0" noProof="0" dirty="0">
                <a:ln>
                  <a:noFill/>
                </a:ln>
                <a:solidFill>
                  <a:srgbClr val="002060"/>
                </a:solidFill>
                <a:effectLst/>
                <a:uLnTx/>
                <a:uFillTx/>
                <a:latin typeface="Arial"/>
                <a:ea typeface="微软雅黑"/>
                <a:cs typeface="Arial"/>
              </a:rPr>
              <a:t>Cách </a:t>
            </a:r>
            <a:r>
              <a:rPr kumimoji="0" sz="2800" b="0" i="0" u="none" strike="noStrike" kern="1200" cap="none" spc="-160" normalizeH="0" baseline="0" noProof="0" dirty="0">
                <a:ln>
                  <a:noFill/>
                </a:ln>
                <a:solidFill>
                  <a:srgbClr val="002060"/>
                </a:solidFill>
                <a:effectLst/>
                <a:uLnTx/>
                <a:uFillTx/>
                <a:latin typeface="Arial"/>
                <a:ea typeface="微软雅黑"/>
                <a:cs typeface="Arial"/>
              </a:rPr>
              <a:t>mạng </a:t>
            </a:r>
            <a:r>
              <a:rPr kumimoji="0" sz="2800" b="0" i="0" u="none" strike="noStrike" kern="1200" cap="none" spc="-225" normalizeH="0" baseline="0" noProof="0" dirty="0">
                <a:ln>
                  <a:noFill/>
                </a:ln>
                <a:solidFill>
                  <a:srgbClr val="002060"/>
                </a:solidFill>
                <a:effectLst/>
                <a:uLnTx/>
                <a:uFillTx/>
                <a:latin typeface="Arial"/>
                <a:ea typeface="微软雅黑"/>
                <a:cs typeface="Arial"/>
              </a:rPr>
              <a:t>Công </a:t>
            </a:r>
            <a:r>
              <a:rPr kumimoji="0" sz="2800" b="0" i="0" u="none" strike="noStrike" kern="1200" cap="none" spc="-135" normalizeH="0" baseline="0" noProof="0" dirty="0">
                <a:ln>
                  <a:noFill/>
                </a:ln>
                <a:solidFill>
                  <a:srgbClr val="002060"/>
                </a:solidFill>
                <a:effectLst/>
                <a:uLnTx/>
                <a:uFillTx/>
                <a:latin typeface="Arial"/>
                <a:ea typeface="微软雅黑"/>
                <a:cs typeface="Arial"/>
              </a:rPr>
              <a:t>nghiệp </a:t>
            </a:r>
            <a:r>
              <a:rPr kumimoji="0" sz="2800" b="0" i="0" u="none" strike="noStrike" kern="1200" cap="none" spc="-65" normalizeH="0" baseline="0" noProof="0">
                <a:ln>
                  <a:noFill/>
                </a:ln>
                <a:solidFill>
                  <a:srgbClr val="002060"/>
                </a:solidFill>
                <a:effectLst/>
                <a:uLnTx/>
                <a:uFillTx/>
                <a:latin typeface="Arial"/>
                <a:ea typeface="微软雅黑"/>
                <a:cs typeface="Arial"/>
              </a:rPr>
              <a:t>4.0 </a:t>
            </a:r>
            <a:r>
              <a:rPr kumimoji="0" sz="2800" b="0" i="0" u="none" strike="noStrike" kern="1200" cap="none" spc="-100" normalizeH="0" baseline="0" noProof="0">
                <a:ln>
                  <a:noFill/>
                </a:ln>
                <a:solidFill>
                  <a:srgbClr val="002060"/>
                </a:solidFill>
                <a:effectLst/>
                <a:uLnTx/>
                <a:uFillTx/>
                <a:latin typeface="Arial"/>
                <a:ea typeface="微软雅黑"/>
                <a:cs typeface="Arial"/>
              </a:rPr>
              <a:t>xuất </a:t>
            </a:r>
            <a:r>
              <a:rPr kumimoji="0" sz="2800" b="0" i="0" u="none" strike="noStrike" kern="1200" cap="none" spc="-85" normalizeH="0" baseline="0" noProof="0" dirty="0">
                <a:ln>
                  <a:noFill/>
                </a:ln>
                <a:solidFill>
                  <a:srgbClr val="002060"/>
                </a:solidFill>
                <a:effectLst/>
                <a:uLnTx/>
                <a:uFillTx/>
                <a:latin typeface="Arial"/>
                <a:ea typeface="微软雅黑"/>
                <a:cs typeface="Arial"/>
              </a:rPr>
              <a:t>phát </a:t>
            </a:r>
            <a:r>
              <a:rPr kumimoji="0" sz="2800" b="0" i="0" u="none" strike="noStrike" kern="1200" cap="none" spc="-50" normalizeH="0" baseline="0" noProof="0" dirty="0">
                <a:ln>
                  <a:noFill/>
                </a:ln>
                <a:solidFill>
                  <a:srgbClr val="002060"/>
                </a:solidFill>
                <a:effectLst/>
                <a:uLnTx/>
                <a:uFillTx/>
                <a:latin typeface="Arial"/>
                <a:ea typeface="微软雅黑"/>
                <a:cs typeface="Arial"/>
              </a:rPr>
              <a:t>từ </a:t>
            </a:r>
            <a:r>
              <a:rPr kumimoji="0" sz="2800" b="0" i="0" u="none" strike="noStrike" kern="1200" cap="none" spc="-110" normalizeH="0" baseline="0" noProof="0" dirty="0">
                <a:ln>
                  <a:noFill/>
                </a:ln>
                <a:solidFill>
                  <a:srgbClr val="002060"/>
                </a:solidFill>
                <a:effectLst/>
                <a:uLnTx/>
                <a:uFillTx/>
                <a:latin typeface="Arial"/>
                <a:ea typeface="微软雅黑"/>
                <a:cs typeface="Arial"/>
              </a:rPr>
              <a:t>khái </a:t>
            </a:r>
            <a:r>
              <a:rPr kumimoji="0" sz="2800" b="0" i="0" u="none" strike="noStrike" kern="1200" cap="none" spc="-100" normalizeH="0" baseline="0" noProof="0" dirty="0">
                <a:ln>
                  <a:noFill/>
                </a:ln>
                <a:solidFill>
                  <a:srgbClr val="002060"/>
                </a:solidFill>
                <a:effectLst/>
                <a:uLnTx/>
                <a:uFillTx/>
                <a:latin typeface="Arial"/>
                <a:ea typeface="微软雅黑"/>
                <a:cs typeface="Arial"/>
              </a:rPr>
              <a:t>niệm  </a:t>
            </a:r>
            <a:r>
              <a:rPr kumimoji="0" sz="2800" b="0" i="0" u="none" strike="noStrike" kern="1200" cap="none" spc="-95" normalizeH="0" baseline="0" noProof="0" dirty="0">
                <a:ln>
                  <a:noFill/>
                </a:ln>
                <a:solidFill>
                  <a:srgbClr val="002060"/>
                </a:solidFill>
                <a:effectLst/>
                <a:uLnTx/>
                <a:uFillTx/>
                <a:latin typeface="Arial"/>
                <a:ea typeface="微软雅黑"/>
                <a:cs typeface="Arial"/>
              </a:rPr>
              <a:t>"Industrie </a:t>
            </a:r>
            <a:r>
              <a:rPr kumimoji="0" sz="2800" b="0" i="0" u="none" strike="noStrike" kern="1200" cap="none" spc="-65" normalizeH="0" baseline="0" noProof="0" dirty="0">
                <a:ln>
                  <a:noFill/>
                </a:ln>
                <a:solidFill>
                  <a:srgbClr val="002060"/>
                </a:solidFill>
                <a:effectLst/>
                <a:uLnTx/>
                <a:uFillTx/>
                <a:latin typeface="Arial"/>
                <a:ea typeface="微软雅黑"/>
                <a:cs typeface="Arial"/>
              </a:rPr>
              <a:t>4.0" </a:t>
            </a:r>
            <a:r>
              <a:rPr kumimoji="0" sz="2800" b="0" i="0" u="none" strike="noStrike" kern="1200" cap="none" spc="-105" normalizeH="0" baseline="0" noProof="0" dirty="0">
                <a:ln>
                  <a:noFill/>
                </a:ln>
                <a:solidFill>
                  <a:srgbClr val="002060"/>
                </a:solidFill>
                <a:effectLst/>
                <a:uLnTx/>
                <a:uFillTx/>
                <a:latin typeface="Arial"/>
                <a:ea typeface="微软雅黑"/>
                <a:cs typeface="Arial"/>
              </a:rPr>
              <a:t>trong </a:t>
            </a:r>
            <a:r>
              <a:rPr kumimoji="0" sz="2800" b="0" i="0" u="none" strike="noStrike" kern="1200" cap="none" spc="-75" normalizeH="0" baseline="0" noProof="0" dirty="0">
                <a:ln>
                  <a:noFill/>
                </a:ln>
                <a:solidFill>
                  <a:srgbClr val="002060"/>
                </a:solidFill>
                <a:effectLst/>
                <a:uLnTx/>
                <a:uFillTx/>
                <a:latin typeface="Arial"/>
                <a:ea typeface="微软雅黑"/>
                <a:cs typeface="Arial"/>
              </a:rPr>
              <a:t>một </a:t>
            </a:r>
            <a:r>
              <a:rPr kumimoji="0" sz="2800" b="0" i="0" u="none" strike="noStrike" kern="1200" cap="none" spc="-125" normalizeH="0" baseline="0" noProof="0" dirty="0">
                <a:ln>
                  <a:noFill/>
                </a:ln>
                <a:solidFill>
                  <a:srgbClr val="002060"/>
                </a:solidFill>
                <a:effectLst/>
                <a:uLnTx/>
                <a:uFillTx/>
                <a:latin typeface="Arial"/>
                <a:ea typeface="微软雅黑"/>
                <a:cs typeface="Arial"/>
              </a:rPr>
              <a:t>báo </a:t>
            </a:r>
            <a:r>
              <a:rPr kumimoji="0" sz="2800" b="0" i="0" u="none" strike="noStrike" kern="1200" cap="none" spc="-170" normalizeH="0" baseline="0" noProof="0" dirty="0">
                <a:ln>
                  <a:noFill/>
                </a:ln>
                <a:solidFill>
                  <a:srgbClr val="002060"/>
                </a:solidFill>
                <a:effectLst/>
                <a:uLnTx/>
                <a:uFillTx/>
                <a:latin typeface="Arial"/>
                <a:ea typeface="微软雅黑"/>
                <a:cs typeface="Arial"/>
              </a:rPr>
              <a:t>cáo  của</a:t>
            </a:r>
            <a:r>
              <a:rPr kumimoji="0" sz="2800" b="0" i="0" u="none" strike="noStrike" kern="1200" cap="none" spc="200" normalizeH="0" baseline="0" noProof="0" dirty="0">
                <a:ln>
                  <a:noFill/>
                </a:ln>
                <a:solidFill>
                  <a:srgbClr val="002060"/>
                </a:solidFill>
                <a:effectLst/>
                <a:uLnTx/>
                <a:uFillTx/>
                <a:latin typeface="Arial"/>
                <a:ea typeface="微软雅黑"/>
                <a:cs typeface="Arial"/>
              </a:rPr>
              <a:t> </a:t>
            </a:r>
            <a:r>
              <a:rPr kumimoji="0" sz="2800" b="0" i="0" u="none" strike="noStrike" kern="1200" cap="none" spc="-145" normalizeH="0" baseline="0" noProof="0" dirty="0">
                <a:ln>
                  <a:noFill/>
                </a:ln>
                <a:solidFill>
                  <a:srgbClr val="002060"/>
                </a:solidFill>
                <a:effectLst/>
                <a:uLnTx/>
                <a:uFillTx/>
                <a:latin typeface="Arial"/>
                <a:ea typeface="微软雅黑"/>
                <a:cs typeface="Arial"/>
              </a:rPr>
              <a:t>chính  </a:t>
            </a:r>
            <a:r>
              <a:rPr kumimoji="0" sz="2800" b="0" i="0" u="none" strike="noStrike" kern="1200" cap="none" spc="-130" normalizeH="0" baseline="0" noProof="0" dirty="0">
                <a:ln>
                  <a:noFill/>
                </a:ln>
                <a:solidFill>
                  <a:srgbClr val="002060"/>
                </a:solidFill>
                <a:effectLst/>
                <a:uLnTx/>
                <a:uFillTx/>
                <a:latin typeface="Arial"/>
                <a:ea typeface="微软雅黑"/>
                <a:cs typeface="Arial"/>
              </a:rPr>
              <a:t>phủ </a:t>
            </a:r>
            <a:r>
              <a:rPr kumimoji="0" sz="2800" b="0" i="0" u="none" strike="noStrike" kern="1200" cap="none" spc="-180" normalizeH="0" baseline="0" noProof="0" dirty="0">
                <a:ln>
                  <a:noFill/>
                </a:ln>
                <a:solidFill>
                  <a:srgbClr val="002060"/>
                </a:solidFill>
                <a:effectLst/>
                <a:uLnTx/>
                <a:uFillTx/>
                <a:latin typeface="Arial"/>
                <a:ea typeface="微软雅黑"/>
                <a:cs typeface="Arial"/>
              </a:rPr>
              <a:t>Đức </a:t>
            </a:r>
            <a:r>
              <a:rPr kumimoji="0" sz="2800" b="0" i="0" u="none" strike="noStrike" kern="1200" cap="none" spc="-120" normalizeH="0" baseline="0" noProof="0" dirty="0">
                <a:ln>
                  <a:noFill/>
                </a:ln>
                <a:solidFill>
                  <a:srgbClr val="002060"/>
                </a:solidFill>
                <a:effectLst/>
                <a:uLnTx/>
                <a:uFillTx/>
                <a:latin typeface="Arial"/>
                <a:ea typeface="微软雅黑"/>
                <a:cs typeface="Arial"/>
              </a:rPr>
              <a:t>năm </a:t>
            </a:r>
            <a:r>
              <a:rPr kumimoji="0" sz="2800" b="0" i="0" u="none" strike="noStrike" kern="1200" cap="none" spc="-75" normalizeH="0" baseline="0" noProof="0" dirty="0">
                <a:ln>
                  <a:noFill/>
                </a:ln>
                <a:solidFill>
                  <a:srgbClr val="002060"/>
                </a:solidFill>
                <a:effectLst/>
                <a:uLnTx/>
                <a:uFillTx/>
                <a:latin typeface="Arial"/>
                <a:ea typeface="微软雅黑"/>
                <a:cs typeface="Arial"/>
              </a:rPr>
              <a:t>2013.  </a:t>
            </a:r>
            <a:r>
              <a:rPr kumimoji="0" sz="2800" b="0" i="0" u="none" strike="noStrike" kern="1200" cap="none" spc="-95" normalizeH="0" baseline="0" noProof="0" dirty="0">
                <a:ln>
                  <a:noFill/>
                </a:ln>
                <a:solidFill>
                  <a:srgbClr val="002060"/>
                </a:solidFill>
                <a:effectLst/>
                <a:uLnTx/>
                <a:uFillTx/>
                <a:latin typeface="Arial"/>
                <a:ea typeface="微软雅黑"/>
                <a:cs typeface="Arial"/>
              </a:rPr>
              <a:t>"Industrie </a:t>
            </a:r>
            <a:r>
              <a:rPr kumimoji="0" sz="2800" b="0" i="0" u="none" strike="noStrike" kern="1200" cap="none" spc="-65" normalizeH="0" baseline="0" noProof="0" dirty="0">
                <a:ln>
                  <a:noFill/>
                </a:ln>
                <a:solidFill>
                  <a:srgbClr val="002060"/>
                </a:solidFill>
                <a:effectLst/>
                <a:uLnTx/>
                <a:uFillTx/>
                <a:latin typeface="Arial"/>
                <a:ea typeface="微软雅黑"/>
                <a:cs typeface="Arial"/>
              </a:rPr>
              <a:t>4.0" kết </a:t>
            </a:r>
            <a:r>
              <a:rPr kumimoji="0" sz="2800" b="0" i="0" u="none" strike="noStrike" kern="1200" cap="none" spc="-105" normalizeH="0" baseline="0" noProof="0" dirty="0">
                <a:ln>
                  <a:noFill/>
                </a:ln>
                <a:solidFill>
                  <a:srgbClr val="002060"/>
                </a:solidFill>
                <a:effectLst/>
                <a:uLnTx/>
                <a:uFillTx/>
                <a:latin typeface="Arial"/>
                <a:ea typeface="微软雅黑"/>
                <a:cs typeface="Arial"/>
              </a:rPr>
              <a:t>nối </a:t>
            </a:r>
            <a:r>
              <a:rPr kumimoji="0" sz="2800" b="0" i="0" u="none" strike="noStrike" kern="1200" cap="none" spc="-210" normalizeH="0" baseline="0" noProof="0" dirty="0">
                <a:ln>
                  <a:noFill/>
                </a:ln>
                <a:solidFill>
                  <a:srgbClr val="002060"/>
                </a:solidFill>
                <a:effectLst/>
                <a:uLnTx/>
                <a:uFillTx/>
                <a:latin typeface="Arial"/>
                <a:ea typeface="微软雅黑"/>
                <a:cs typeface="Arial"/>
              </a:rPr>
              <a:t>các </a:t>
            </a:r>
            <a:r>
              <a:rPr kumimoji="0" sz="2800" b="0" i="0" u="none" strike="noStrike" kern="1200" cap="none" spc="-110" normalizeH="0" baseline="0" noProof="0" dirty="0">
                <a:ln>
                  <a:noFill/>
                </a:ln>
                <a:solidFill>
                  <a:srgbClr val="002060"/>
                </a:solidFill>
                <a:effectLst/>
                <a:uLnTx/>
                <a:uFillTx/>
                <a:latin typeface="Arial"/>
                <a:ea typeface="微软雅黑"/>
                <a:cs typeface="Arial"/>
              </a:rPr>
              <a:t>hệ  </a:t>
            </a:r>
            <a:r>
              <a:rPr kumimoji="0" sz="2800" b="0" i="0" u="none" strike="noStrike" kern="1200" cap="none" spc="-120" normalizeH="0" baseline="0" noProof="0" dirty="0">
                <a:ln>
                  <a:noFill/>
                </a:ln>
                <a:solidFill>
                  <a:srgbClr val="002060"/>
                </a:solidFill>
                <a:effectLst/>
                <a:uLnTx/>
                <a:uFillTx/>
                <a:latin typeface="Arial"/>
                <a:ea typeface="微软雅黑"/>
                <a:cs typeface="Arial"/>
              </a:rPr>
              <a:t>thống </a:t>
            </a:r>
            <a:r>
              <a:rPr kumimoji="0" sz="2800" b="0" i="0" u="none" strike="noStrike" kern="1200" cap="none" spc="-155" normalizeH="0" baseline="0" noProof="0" dirty="0">
                <a:ln>
                  <a:noFill/>
                </a:ln>
                <a:solidFill>
                  <a:srgbClr val="002060"/>
                </a:solidFill>
                <a:effectLst/>
                <a:uLnTx/>
                <a:uFillTx/>
                <a:latin typeface="Arial"/>
                <a:ea typeface="微软雅黑"/>
                <a:cs typeface="Arial"/>
              </a:rPr>
              <a:t>nhúng </a:t>
            </a:r>
            <a:r>
              <a:rPr kumimoji="0" sz="2800" b="0" i="0" u="none" strike="noStrike" kern="1200" cap="none" spc="-130" normalizeH="0" baseline="0" noProof="0" dirty="0">
                <a:ln>
                  <a:noFill/>
                </a:ln>
                <a:solidFill>
                  <a:srgbClr val="002060"/>
                </a:solidFill>
                <a:effectLst/>
                <a:uLnTx/>
                <a:uFillTx/>
                <a:latin typeface="Arial"/>
                <a:ea typeface="微软雅黑"/>
                <a:cs typeface="Arial"/>
              </a:rPr>
              <a:t>và </a:t>
            </a:r>
            <a:r>
              <a:rPr kumimoji="0" sz="2800" b="0" i="0" u="none" strike="noStrike" kern="1200" cap="none" spc="-200" normalizeH="0" baseline="0" noProof="0" dirty="0">
                <a:ln>
                  <a:noFill/>
                </a:ln>
                <a:solidFill>
                  <a:srgbClr val="002060"/>
                </a:solidFill>
                <a:effectLst/>
                <a:uLnTx/>
                <a:uFillTx/>
                <a:latin typeface="Arial"/>
                <a:ea typeface="微软雅黑"/>
                <a:cs typeface="Arial"/>
              </a:rPr>
              <a:t>cơ </a:t>
            </a:r>
            <a:r>
              <a:rPr kumimoji="0" sz="2800" b="0" i="0" u="none" strike="noStrike" kern="1200" cap="none" spc="-215" normalizeH="0" baseline="0" noProof="0" dirty="0">
                <a:ln>
                  <a:noFill/>
                </a:ln>
                <a:solidFill>
                  <a:srgbClr val="002060"/>
                </a:solidFill>
                <a:effectLst/>
                <a:uLnTx/>
                <a:uFillTx/>
                <a:latin typeface="Arial"/>
                <a:ea typeface="微软雅黑"/>
                <a:cs typeface="Arial"/>
              </a:rPr>
              <a:t>sở </a:t>
            </a:r>
            <a:r>
              <a:rPr kumimoji="0" sz="2800" b="0" i="0" u="none" strike="noStrike" kern="1200" cap="none" spc="-180" normalizeH="0" baseline="0" noProof="0" dirty="0">
                <a:ln>
                  <a:noFill/>
                </a:ln>
                <a:solidFill>
                  <a:srgbClr val="002060"/>
                </a:solidFill>
                <a:effectLst/>
                <a:uLnTx/>
                <a:uFillTx/>
                <a:latin typeface="Arial"/>
                <a:ea typeface="微软雅黑"/>
                <a:cs typeface="Arial"/>
              </a:rPr>
              <a:t>sản </a:t>
            </a:r>
            <a:r>
              <a:rPr kumimoji="0" sz="2800" b="0" i="0" u="none" strike="noStrike" kern="1200" cap="none" spc="-100" normalizeH="0" baseline="0" noProof="0" dirty="0">
                <a:ln>
                  <a:noFill/>
                </a:ln>
                <a:solidFill>
                  <a:srgbClr val="002060"/>
                </a:solidFill>
                <a:effectLst/>
                <a:uLnTx/>
                <a:uFillTx/>
                <a:latin typeface="Arial"/>
                <a:ea typeface="微软雅黑"/>
                <a:cs typeface="Arial"/>
              </a:rPr>
              <a:t>xuất  </a:t>
            </a:r>
            <a:r>
              <a:rPr kumimoji="0" sz="2800" b="0" i="0" u="none" strike="noStrike" kern="1200" cap="none" spc="-120" normalizeH="0" baseline="0" noProof="0" dirty="0">
                <a:ln>
                  <a:noFill/>
                </a:ln>
                <a:solidFill>
                  <a:srgbClr val="002060"/>
                </a:solidFill>
                <a:effectLst/>
                <a:uLnTx/>
                <a:uFillTx/>
                <a:latin typeface="Arial"/>
                <a:ea typeface="微软雅黑"/>
                <a:cs typeface="Arial"/>
              </a:rPr>
              <a:t>thông </a:t>
            </a:r>
            <a:r>
              <a:rPr kumimoji="0" sz="2800" b="0" i="0" u="none" strike="noStrike" kern="1200" cap="none" spc="-114" normalizeH="0" baseline="0" noProof="0" dirty="0">
                <a:ln>
                  <a:noFill/>
                </a:ln>
                <a:solidFill>
                  <a:srgbClr val="002060"/>
                </a:solidFill>
                <a:effectLst/>
                <a:uLnTx/>
                <a:uFillTx/>
                <a:latin typeface="Arial"/>
                <a:ea typeface="微软雅黑"/>
                <a:cs typeface="Arial"/>
              </a:rPr>
              <a:t>minh </a:t>
            </a:r>
            <a:r>
              <a:rPr kumimoji="0" sz="2800" b="0" i="0" u="none" strike="noStrike" kern="1200" cap="none" spc="-80" normalizeH="0" baseline="0" noProof="0" dirty="0">
                <a:ln>
                  <a:noFill/>
                </a:ln>
                <a:solidFill>
                  <a:srgbClr val="002060"/>
                </a:solidFill>
                <a:effectLst/>
                <a:uLnTx/>
                <a:uFillTx/>
                <a:latin typeface="Arial"/>
                <a:ea typeface="微软雅黑"/>
                <a:cs typeface="Arial"/>
              </a:rPr>
              <a:t>để </a:t>
            </a:r>
            <a:r>
              <a:rPr kumimoji="0" sz="2800" b="0" i="0" u="none" strike="noStrike" kern="1200" cap="none" spc="-70" normalizeH="0" baseline="0" noProof="0" dirty="0">
                <a:ln>
                  <a:noFill/>
                </a:ln>
                <a:solidFill>
                  <a:srgbClr val="002060"/>
                </a:solidFill>
                <a:effectLst/>
                <a:uLnTx/>
                <a:uFillTx/>
                <a:latin typeface="Arial"/>
                <a:ea typeface="微软雅黑"/>
                <a:cs typeface="Arial"/>
              </a:rPr>
              <a:t>tạo </a:t>
            </a:r>
            <a:r>
              <a:rPr kumimoji="0" sz="2800" b="0" i="0" u="none" strike="noStrike" kern="1200" cap="none" spc="-85" normalizeH="0" baseline="0" noProof="0" dirty="0">
                <a:ln>
                  <a:noFill/>
                </a:ln>
                <a:solidFill>
                  <a:srgbClr val="002060"/>
                </a:solidFill>
                <a:effectLst/>
                <a:uLnTx/>
                <a:uFillTx/>
                <a:latin typeface="Arial"/>
                <a:ea typeface="微软雅黑"/>
                <a:cs typeface="Arial"/>
              </a:rPr>
              <a:t>ra </a:t>
            </a:r>
            <a:r>
              <a:rPr kumimoji="0" sz="2800" b="0" i="0" u="none" strike="noStrike" kern="1200" cap="none" spc="-215" normalizeH="0" baseline="0" noProof="0" dirty="0">
                <a:ln>
                  <a:noFill/>
                </a:ln>
                <a:solidFill>
                  <a:srgbClr val="002060"/>
                </a:solidFill>
                <a:effectLst/>
                <a:uLnTx/>
                <a:uFillTx/>
                <a:latin typeface="Arial"/>
                <a:ea typeface="微软雅黑"/>
                <a:cs typeface="Arial"/>
              </a:rPr>
              <a:t>sự </a:t>
            </a:r>
            <a:r>
              <a:rPr kumimoji="0" sz="2800" b="0" i="0" u="none" strike="noStrike" kern="1200" cap="none" spc="-105" normalizeH="0" baseline="0" noProof="0" dirty="0">
                <a:ln>
                  <a:noFill/>
                </a:ln>
                <a:solidFill>
                  <a:srgbClr val="002060"/>
                </a:solidFill>
                <a:effectLst/>
                <a:uLnTx/>
                <a:uFillTx/>
                <a:latin typeface="Arial"/>
                <a:ea typeface="微软雅黑"/>
                <a:cs typeface="Arial"/>
              </a:rPr>
              <a:t>hội </a:t>
            </a:r>
            <a:r>
              <a:rPr kumimoji="0" sz="2800" b="0" i="0" u="none" strike="noStrike" kern="1200" cap="none" spc="-50" normalizeH="0" baseline="0" noProof="0" dirty="0">
                <a:ln>
                  <a:noFill/>
                </a:ln>
                <a:solidFill>
                  <a:srgbClr val="002060"/>
                </a:solidFill>
                <a:effectLst/>
                <a:uLnTx/>
                <a:uFillTx/>
                <a:latin typeface="Arial"/>
                <a:ea typeface="微软雅黑"/>
                <a:cs typeface="Arial"/>
              </a:rPr>
              <a:t>tụ </a:t>
            </a:r>
            <a:r>
              <a:rPr kumimoji="0" sz="2800" b="0" i="0" u="none" strike="noStrike" kern="1200" cap="none" spc="-145" normalizeH="0" baseline="0" noProof="0" dirty="0">
                <a:ln>
                  <a:noFill/>
                </a:ln>
                <a:solidFill>
                  <a:srgbClr val="002060"/>
                </a:solidFill>
                <a:effectLst/>
                <a:uLnTx/>
                <a:uFillTx/>
                <a:latin typeface="Arial"/>
                <a:ea typeface="微软雅黑"/>
                <a:cs typeface="Arial"/>
              </a:rPr>
              <a:t>kỹ  </a:t>
            </a:r>
            <a:r>
              <a:rPr kumimoji="0" sz="2800" b="0" i="0" u="none" strike="noStrike" kern="1200" cap="none" spc="-60" normalizeH="0" baseline="0" noProof="0" dirty="0">
                <a:ln>
                  <a:noFill/>
                </a:ln>
                <a:solidFill>
                  <a:srgbClr val="002060"/>
                </a:solidFill>
                <a:effectLst/>
                <a:uLnTx/>
                <a:uFillTx/>
                <a:latin typeface="Arial"/>
                <a:ea typeface="微软雅黑"/>
                <a:cs typeface="Arial"/>
              </a:rPr>
              <a:t>thuật </a:t>
            </a:r>
            <a:r>
              <a:rPr kumimoji="0" sz="2800" b="0" i="0" u="none" strike="noStrike" kern="1200" cap="none" spc="-215" normalizeH="0" baseline="0" noProof="0" dirty="0">
                <a:ln>
                  <a:noFill/>
                </a:ln>
                <a:solidFill>
                  <a:srgbClr val="002060"/>
                </a:solidFill>
                <a:effectLst/>
                <a:uLnTx/>
                <a:uFillTx/>
                <a:latin typeface="Arial"/>
                <a:ea typeface="微软雅黑"/>
                <a:cs typeface="Arial"/>
              </a:rPr>
              <a:t>số </a:t>
            </a:r>
            <a:r>
              <a:rPr kumimoji="0" sz="2800" b="0" i="0" u="none" strike="noStrike" kern="1200" cap="none" spc="-140" normalizeH="0" baseline="0" noProof="0" dirty="0">
                <a:ln>
                  <a:noFill/>
                </a:ln>
                <a:solidFill>
                  <a:srgbClr val="002060"/>
                </a:solidFill>
                <a:effectLst/>
                <a:uLnTx/>
                <a:uFillTx/>
                <a:latin typeface="Arial"/>
                <a:ea typeface="微软雅黑"/>
                <a:cs typeface="Arial"/>
              </a:rPr>
              <a:t>giữa </a:t>
            </a:r>
            <a:r>
              <a:rPr kumimoji="0" sz="2800" b="0" i="0" u="none" strike="noStrike" kern="1200" cap="none" spc="-225" normalizeH="0" baseline="0" noProof="0" dirty="0">
                <a:ln>
                  <a:noFill/>
                </a:ln>
                <a:solidFill>
                  <a:srgbClr val="002060"/>
                </a:solidFill>
                <a:effectLst/>
                <a:uLnTx/>
                <a:uFillTx/>
                <a:latin typeface="Arial"/>
                <a:ea typeface="微软雅黑"/>
                <a:cs typeface="Arial"/>
              </a:rPr>
              <a:t>Công </a:t>
            </a:r>
            <a:r>
              <a:rPr kumimoji="0" sz="2800" b="0" i="0" u="none" strike="noStrike" kern="1200" cap="none" spc="-120" normalizeH="0" baseline="0" noProof="0" dirty="0">
                <a:ln>
                  <a:noFill/>
                </a:ln>
                <a:solidFill>
                  <a:srgbClr val="002060"/>
                </a:solidFill>
                <a:effectLst/>
                <a:uLnTx/>
                <a:uFillTx/>
                <a:latin typeface="Arial"/>
                <a:ea typeface="微软雅黑"/>
                <a:cs typeface="Arial"/>
              </a:rPr>
              <a:t>nghiệp, </a:t>
            </a:r>
            <a:r>
              <a:rPr kumimoji="0" sz="2800" b="0" i="0" u="none" strike="noStrike" kern="1200" cap="none" spc="-165" normalizeH="0" baseline="0" noProof="0" dirty="0">
                <a:ln>
                  <a:noFill/>
                </a:ln>
                <a:solidFill>
                  <a:srgbClr val="002060"/>
                </a:solidFill>
                <a:effectLst/>
                <a:uLnTx/>
                <a:uFillTx/>
                <a:latin typeface="Arial"/>
                <a:ea typeface="微软雅黑"/>
                <a:cs typeface="Arial"/>
              </a:rPr>
              <a:t>Kinh  </a:t>
            </a:r>
            <a:r>
              <a:rPr kumimoji="0" sz="2800" b="0" i="0" u="none" strike="noStrike" kern="1200" cap="none" spc="-110" normalizeH="0" baseline="0" noProof="0" dirty="0">
                <a:ln>
                  <a:noFill/>
                </a:ln>
                <a:solidFill>
                  <a:srgbClr val="002060"/>
                </a:solidFill>
                <a:effectLst/>
                <a:uLnTx/>
                <a:uFillTx/>
                <a:latin typeface="Arial"/>
                <a:ea typeface="微软雅黑"/>
                <a:cs typeface="Arial"/>
              </a:rPr>
              <a:t>doanh, </a:t>
            </a:r>
            <a:r>
              <a:rPr kumimoji="0" sz="2800" b="0" i="0" u="none" strike="noStrike" kern="1200" cap="none" spc="-200" normalizeH="0" baseline="0" noProof="0" dirty="0">
                <a:ln>
                  <a:noFill/>
                </a:ln>
                <a:solidFill>
                  <a:srgbClr val="002060"/>
                </a:solidFill>
                <a:effectLst/>
                <a:uLnTx/>
                <a:uFillTx/>
                <a:latin typeface="Arial"/>
                <a:ea typeface="微软雅黑"/>
                <a:cs typeface="Arial"/>
              </a:rPr>
              <a:t>chức </a:t>
            </a:r>
            <a:r>
              <a:rPr kumimoji="0" sz="2800" b="0" i="0" u="none" strike="noStrike" kern="1200" cap="none" spc="-155" normalizeH="0" baseline="0" noProof="0" dirty="0">
                <a:ln>
                  <a:noFill/>
                </a:ln>
                <a:solidFill>
                  <a:srgbClr val="002060"/>
                </a:solidFill>
                <a:effectLst/>
                <a:uLnTx/>
                <a:uFillTx/>
                <a:latin typeface="Arial"/>
                <a:ea typeface="微软雅黑"/>
                <a:cs typeface="Arial"/>
              </a:rPr>
              <a:t>năng </a:t>
            </a:r>
            <a:r>
              <a:rPr kumimoji="0" sz="2800" b="0" i="0" u="none" strike="noStrike" kern="1200" cap="none" spc="-130" normalizeH="0" baseline="0" noProof="0" dirty="0">
                <a:ln>
                  <a:noFill/>
                </a:ln>
                <a:solidFill>
                  <a:srgbClr val="002060"/>
                </a:solidFill>
                <a:effectLst/>
                <a:uLnTx/>
                <a:uFillTx/>
                <a:latin typeface="Arial"/>
                <a:ea typeface="微软雅黑"/>
                <a:cs typeface="Arial"/>
              </a:rPr>
              <a:t>và </a:t>
            </a:r>
            <a:r>
              <a:rPr kumimoji="0" sz="2800" b="0" i="0" u="none" strike="noStrike" kern="1200" cap="none" spc="-135" normalizeH="0" baseline="0" noProof="0" dirty="0">
                <a:ln>
                  <a:noFill/>
                </a:ln>
                <a:solidFill>
                  <a:srgbClr val="002060"/>
                </a:solidFill>
                <a:effectLst/>
                <a:uLnTx/>
                <a:uFillTx/>
                <a:latin typeface="Arial"/>
                <a:ea typeface="微软雅黑"/>
                <a:cs typeface="Arial"/>
              </a:rPr>
              <a:t>quy </a:t>
            </a:r>
            <a:r>
              <a:rPr kumimoji="0" sz="2800" b="0" i="0" u="none" strike="noStrike" kern="1200" cap="none" spc="-70" normalizeH="0" baseline="0" noProof="0" dirty="0">
                <a:ln>
                  <a:noFill/>
                </a:ln>
                <a:solidFill>
                  <a:srgbClr val="002060"/>
                </a:solidFill>
                <a:effectLst/>
                <a:uLnTx/>
                <a:uFillTx/>
                <a:latin typeface="Arial"/>
                <a:ea typeface="微软雅黑"/>
                <a:cs typeface="Arial"/>
              </a:rPr>
              <a:t>trình  </a:t>
            </a:r>
            <a:r>
              <a:rPr kumimoji="0" sz="2800" b="0" i="0" u="none" strike="noStrike" kern="1200" cap="none" spc="-114" normalizeH="0" baseline="0" noProof="0" dirty="0">
                <a:ln>
                  <a:noFill/>
                </a:ln>
                <a:solidFill>
                  <a:srgbClr val="002060"/>
                </a:solidFill>
                <a:effectLst/>
                <a:uLnTx/>
                <a:uFillTx/>
                <a:latin typeface="Arial"/>
                <a:ea typeface="微软雅黑"/>
                <a:cs typeface="Arial"/>
              </a:rPr>
              <a:t>bên</a:t>
            </a:r>
            <a:r>
              <a:rPr kumimoji="0" sz="2800" b="0" i="0" u="none" strike="noStrike" kern="1200" cap="none" spc="-110" normalizeH="0" baseline="0" noProof="0" dirty="0">
                <a:ln>
                  <a:noFill/>
                </a:ln>
                <a:solidFill>
                  <a:srgbClr val="002060"/>
                </a:solidFill>
                <a:effectLst/>
                <a:uLnTx/>
                <a:uFillTx/>
                <a:latin typeface="Arial"/>
                <a:ea typeface="微软雅黑"/>
                <a:cs typeface="Arial"/>
              </a:rPr>
              <a:t> </a:t>
            </a:r>
            <a:r>
              <a:rPr kumimoji="0" sz="2800" b="0" i="0" u="none" strike="noStrike" kern="1200" cap="none" spc="-105" normalizeH="0" baseline="0" noProof="0" dirty="0">
                <a:ln>
                  <a:noFill/>
                </a:ln>
                <a:solidFill>
                  <a:srgbClr val="002060"/>
                </a:solidFill>
                <a:effectLst/>
                <a:uLnTx/>
                <a:uFillTx/>
                <a:latin typeface="Arial"/>
                <a:ea typeface="微软雅黑"/>
                <a:cs typeface="Arial"/>
              </a:rPr>
              <a:t>trong</a:t>
            </a:r>
            <a:endParaRPr kumimoji="0" sz="2800" b="0" i="0" u="none" strike="noStrike" kern="1200" cap="none" spc="0" normalizeH="0" baseline="0" noProof="0">
              <a:ln>
                <a:noFill/>
              </a:ln>
              <a:solidFill>
                <a:prstClr val="black"/>
              </a:solidFill>
              <a:effectLst/>
              <a:uLnTx/>
              <a:uFillTx/>
              <a:latin typeface="Arial"/>
              <a:ea typeface="微软雅黑"/>
              <a:cs typeface="Arial"/>
            </a:endParaRPr>
          </a:p>
        </p:txBody>
      </p:sp>
      <p:sp>
        <p:nvSpPr>
          <p:cNvPr id="7" name="object 7"/>
          <p:cNvSpPr/>
          <p:nvPr/>
        </p:nvSpPr>
        <p:spPr>
          <a:xfrm>
            <a:off x="495068" y="1752153"/>
            <a:ext cx="6681585" cy="2097741"/>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8"/>
          <p:cNvSpPr/>
          <p:nvPr/>
        </p:nvSpPr>
        <p:spPr>
          <a:xfrm>
            <a:off x="495068" y="4007225"/>
            <a:ext cx="3585556" cy="1639196"/>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p:nvPr/>
        </p:nvSpPr>
        <p:spPr>
          <a:xfrm>
            <a:off x="4152671" y="4007224"/>
            <a:ext cx="3036915" cy="1608268"/>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0"/>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40</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
        <p:nvSpPr>
          <p:cNvPr id="2" name="object 78">
            <a:extLst>
              <a:ext uri="{FF2B5EF4-FFF2-40B4-BE49-F238E27FC236}">
                <a16:creationId xmlns:a16="http://schemas.microsoft.com/office/drawing/2014/main" id="{F49FA06D-EBA1-C038-0F21-0BBFE712C4C8}"/>
              </a:ext>
            </a:extLst>
          </p:cNvPr>
          <p:cNvSpPr txBox="1"/>
          <p:nvPr/>
        </p:nvSpPr>
        <p:spPr>
          <a:xfrm>
            <a:off x="1414195" y="82247"/>
            <a:ext cx="7410316" cy="1150315"/>
          </a:xfrm>
          <a:prstGeom prst="rect">
            <a:avLst/>
          </a:prstGeom>
        </p:spPr>
        <p:txBody>
          <a:bodyPr vert="horz" wrap="square" lIns="0" tIns="11430" rIns="0" bIns="0" rtlCol="0">
            <a:spAutoFit/>
          </a:bodyPr>
          <a:lstStyle/>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254" normalizeH="0" baseline="0" noProof="0">
                <a:ln>
                  <a:noFill/>
                </a:ln>
                <a:solidFill>
                  <a:srgbClr val="C00000"/>
                </a:solidFill>
                <a:effectLst/>
                <a:uLnTx/>
                <a:uFillTx/>
                <a:latin typeface="Arial"/>
                <a:ea typeface="微软雅黑"/>
                <a:cs typeface="Arial"/>
              </a:rPr>
              <a:t>CUỘC </a:t>
            </a:r>
            <a:r>
              <a:rPr kumimoji="0" lang="en-US" sz="3200" b="1" i="0" u="none" strike="noStrike" kern="1200" cap="none" spc="-220" normalizeH="0" baseline="0" noProof="0">
                <a:ln>
                  <a:noFill/>
                </a:ln>
                <a:solidFill>
                  <a:srgbClr val="C00000"/>
                </a:solidFill>
                <a:effectLst/>
                <a:uLnTx/>
                <a:uFillTx/>
                <a:latin typeface="Arial"/>
                <a:ea typeface="微软雅黑"/>
                <a:cs typeface="Arial"/>
              </a:rPr>
              <a:t>CÁCH </a:t>
            </a:r>
            <a:r>
              <a:rPr kumimoji="0" lang="en-US" sz="3200" b="1" i="0" u="none" strike="noStrike" kern="1200" cap="none" spc="-140" normalizeH="0" baseline="0" noProof="0">
                <a:ln>
                  <a:noFill/>
                </a:ln>
                <a:solidFill>
                  <a:srgbClr val="C00000"/>
                </a:solidFill>
                <a:effectLst/>
                <a:uLnTx/>
                <a:uFillTx/>
                <a:latin typeface="Arial"/>
                <a:ea typeface="微软雅黑"/>
                <a:cs typeface="Arial"/>
              </a:rPr>
              <a:t>MẠNG </a:t>
            </a:r>
            <a:r>
              <a:rPr kumimoji="0" lang="en-US" sz="3200" b="1" i="0" u="none" strike="noStrike" kern="1200" cap="none" spc="-200" normalizeH="0" baseline="0" noProof="0">
                <a:ln>
                  <a:noFill/>
                </a:ln>
                <a:solidFill>
                  <a:srgbClr val="C00000"/>
                </a:solidFill>
                <a:effectLst/>
                <a:uLnTx/>
                <a:uFillTx/>
                <a:latin typeface="Arial"/>
                <a:ea typeface="微软雅黑"/>
                <a:cs typeface="Arial"/>
              </a:rPr>
              <a:t>CÔNG </a:t>
            </a:r>
            <a:r>
              <a:rPr kumimoji="0" lang="en-US" sz="3200" b="1" i="0" u="none" strike="noStrike" kern="1200" cap="none" spc="-140" normalizeH="0" baseline="0" noProof="0">
                <a:ln>
                  <a:noFill/>
                </a:ln>
                <a:solidFill>
                  <a:srgbClr val="C00000"/>
                </a:solidFill>
                <a:effectLst/>
                <a:uLnTx/>
                <a:uFillTx/>
                <a:latin typeface="Arial"/>
                <a:ea typeface="微软雅黑"/>
                <a:cs typeface="Arial"/>
              </a:rPr>
              <a:t>NGHIỆP </a:t>
            </a:r>
          </a:p>
          <a:p>
            <a:pPr marL="12700" marR="0" lvl="0" indent="0" defTabSz="914400" rtl="0" eaLnBrk="1" fontAlgn="auto" latinLnBrk="0" hangingPunct="1">
              <a:lnSpc>
                <a:spcPct val="100000"/>
              </a:lnSpc>
              <a:spcBef>
                <a:spcPts val="1200"/>
              </a:spcBef>
              <a:spcAft>
                <a:spcPts val="0"/>
              </a:spcAft>
              <a:buClrTx/>
              <a:buSzTx/>
              <a:buFontTx/>
              <a:buNone/>
              <a:tabLst/>
              <a:defRPr/>
            </a:pPr>
            <a:r>
              <a:rPr kumimoji="0" lang="en-US" sz="3200" b="1" i="0" u="none" strike="noStrike" kern="1200" cap="none" spc="-114" normalizeH="0" baseline="0" noProof="0">
                <a:ln>
                  <a:noFill/>
                </a:ln>
                <a:solidFill>
                  <a:srgbClr val="C00000"/>
                </a:solidFill>
                <a:effectLst/>
                <a:uLnTx/>
                <a:uFillTx/>
                <a:latin typeface="Arial"/>
                <a:ea typeface="微软雅黑"/>
                <a:cs typeface="Arial"/>
              </a:rPr>
              <a:t>LẦN </a:t>
            </a:r>
            <a:r>
              <a:rPr kumimoji="0" lang="en-US" sz="3200" b="1" i="0" u="none" strike="noStrike" kern="1200" cap="none" spc="-60" normalizeH="0" baseline="0" noProof="0">
                <a:ln>
                  <a:noFill/>
                </a:ln>
                <a:solidFill>
                  <a:srgbClr val="C00000"/>
                </a:solidFill>
                <a:effectLst/>
                <a:uLnTx/>
                <a:uFillTx/>
                <a:latin typeface="Arial"/>
                <a:ea typeface="微软雅黑"/>
                <a:cs typeface="Arial"/>
              </a:rPr>
              <a:t>THỨ</a:t>
            </a:r>
            <a:r>
              <a:rPr kumimoji="0" lang="en-US" sz="3200" b="1" i="0" u="none" strike="noStrike" kern="1200" cap="none" spc="-280" normalizeH="0" baseline="0" noProof="0">
                <a:ln>
                  <a:noFill/>
                </a:ln>
                <a:solidFill>
                  <a:srgbClr val="C00000"/>
                </a:solidFill>
                <a:effectLst/>
                <a:uLnTx/>
                <a:uFillTx/>
                <a:latin typeface="Arial"/>
                <a:ea typeface="微软雅黑"/>
                <a:cs typeface="Arial"/>
              </a:rPr>
              <a:t> </a:t>
            </a:r>
            <a:r>
              <a:rPr kumimoji="0" lang="en-US" sz="3200" b="1" i="0" u="none" strike="noStrike" kern="1200" cap="none" spc="-40" normalizeH="0" baseline="0" noProof="0">
                <a:ln>
                  <a:noFill/>
                </a:ln>
                <a:solidFill>
                  <a:srgbClr val="C00000"/>
                </a:solidFill>
                <a:effectLst/>
                <a:uLnTx/>
                <a:uFillTx/>
                <a:latin typeface="Arial"/>
                <a:ea typeface="微软雅黑"/>
                <a:cs typeface="Arial"/>
              </a:rPr>
              <a:t>TƯ (4.0)</a:t>
            </a:r>
            <a:endParaRPr kumimoji="0" lang="en-US" sz="3200" b="0" i="0" u="none" strike="noStrike" kern="1200" cap="none" spc="0" normalizeH="0" baseline="0" noProof="0" dirty="0">
              <a:ln>
                <a:noFill/>
              </a:ln>
              <a:solidFill>
                <a:srgbClr val="C00000"/>
              </a:solidFill>
              <a:effectLst/>
              <a:uLnTx/>
              <a:uFillTx/>
              <a:latin typeface="Arial"/>
              <a:ea typeface="微软雅黑"/>
              <a:cs typeface="Arial"/>
            </a:endParaRPr>
          </a:p>
        </p:txBody>
      </p:sp>
    </p:spTree>
    <p:extLst>
      <p:ext uri="{BB962C8B-B14F-4D97-AF65-F5344CB8AC3E}">
        <p14:creationId xmlns:p14="http://schemas.microsoft.com/office/powerpoint/2010/main" val="358818352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3393" y="257244"/>
            <a:ext cx="6024141" cy="646331"/>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3600" b="1" spc="-220">
                <a:solidFill>
                  <a:srgbClr val="DF213B"/>
                </a:solidFill>
                <a:latin typeface="Arial"/>
                <a:ea typeface="微软雅黑"/>
                <a:cs typeface="Arial"/>
              </a:rPr>
              <a:t>ĐẶC TRƯNG CỦA</a:t>
            </a:r>
            <a:r>
              <a:rPr kumimoji="0" lang="en-US" sz="3600" b="1" i="0" u="none" strike="noStrike" kern="1200" cap="none" spc="-220" normalizeH="0" baseline="0" noProof="0">
                <a:ln>
                  <a:noFill/>
                </a:ln>
                <a:solidFill>
                  <a:srgbClr val="DF213B"/>
                </a:solidFill>
                <a:effectLst/>
                <a:uLnTx/>
                <a:uFillTx/>
                <a:latin typeface="Arial"/>
                <a:ea typeface="微软雅黑"/>
                <a:cs typeface="Arial"/>
              </a:rPr>
              <a:t> </a:t>
            </a:r>
            <a:r>
              <a:rPr kumimoji="0" lang="en-US" sz="3600" b="1" i="0" u="none" strike="noStrike" kern="1200" cap="none" spc="-220" normalizeH="0" baseline="0" noProof="0" dirty="0">
                <a:ln>
                  <a:noFill/>
                </a:ln>
                <a:solidFill>
                  <a:srgbClr val="DF213B"/>
                </a:solidFill>
                <a:effectLst/>
                <a:uLnTx/>
                <a:uFillTx/>
                <a:latin typeface="Arial"/>
                <a:ea typeface="微软雅黑"/>
                <a:cs typeface="Arial"/>
              </a:rPr>
              <a:t>CMCN 4.0</a:t>
            </a:r>
          </a:p>
        </p:txBody>
      </p:sp>
      <p:sp>
        <p:nvSpPr>
          <p:cNvPr id="4" name="object 4"/>
          <p:cNvSpPr txBox="1"/>
          <p:nvPr/>
        </p:nvSpPr>
        <p:spPr>
          <a:xfrm>
            <a:off x="962298" y="3434642"/>
            <a:ext cx="4281732" cy="1359346"/>
          </a:xfrm>
          <a:prstGeom prst="rect">
            <a:avLst/>
          </a:prstGeom>
        </p:spPr>
        <p:txBody>
          <a:bodyPr vert="horz" wrap="square" lIns="0" tIns="215900" rIns="0" bIns="0" rtlCol="0">
            <a:spAutoFit/>
          </a:bodyPr>
          <a:lstStyle/>
          <a:p>
            <a:pPr marL="452755" marR="0" lvl="0" indent="0" algn="ctr" defTabSz="914400" rtl="0" eaLnBrk="1" fontAlgn="auto" latinLnBrk="0" hangingPunct="1">
              <a:lnSpc>
                <a:spcPct val="100000"/>
              </a:lnSpc>
              <a:spcBef>
                <a:spcPts val="1700"/>
              </a:spcBef>
              <a:spcAft>
                <a:spcPts val="0"/>
              </a:spcAft>
              <a:buClrTx/>
              <a:buSzTx/>
              <a:buFontTx/>
              <a:buNone/>
              <a:tabLst/>
              <a:defRPr/>
            </a:pPr>
            <a:r>
              <a:rPr kumimoji="0" sz="4000" b="1" i="0" u="none" strike="noStrike" kern="1200" cap="none" spc="-300" normalizeH="0" baseline="0" noProof="0">
                <a:ln>
                  <a:noFill/>
                </a:ln>
                <a:solidFill>
                  <a:srgbClr val="0070C0"/>
                </a:solidFill>
                <a:effectLst/>
                <a:uLnTx/>
                <a:uFillTx/>
                <a:latin typeface="Arial"/>
                <a:ea typeface="微软雅黑"/>
                <a:cs typeface="Arial"/>
              </a:rPr>
              <a:t>3 </a:t>
            </a:r>
            <a:r>
              <a:rPr kumimoji="0" lang="en-US" sz="4000" b="1" i="0" u="none" strike="noStrike" kern="1200" cap="none" spc="-235" normalizeH="0" baseline="0" noProof="0">
                <a:ln>
                  <a:noFill/>
                </a:ln>
                <a:solidFill>
                  <a:srgbClr val="0070C0"/>
                </a:solidFill>
                <a:effectLst/>
                <a:uLnTx/>
                <a:uFillTx/>
                <a:latin typeface="Arial"/>
                <a:ea typeface="微软雅黑"/>
                <a:cs typeface="Arial"/>
              </a:rPr>
              <a:t> Lĩnh vực</a:t>
            </a:r>
            <a:endParaRPr kumimoji="0" lang="en-US" sz="4000" b="0" i="0" u="none" strike="noStrike" kern="1200" cap="none" spc="0" normalizeH="0" baseline="0" noProof="0">
              <a:ln>
                <a:noFill/>
              </a:ln>
              <a:solidFill>
                <a:srgbClr val="0070C0"/>
              </a:solidFill>
              <a:effectLst/>
              <a:uLnTx/>
              <a:uFillTx/>
              <a:latin typeface="Arial"/>
              <a:ea typeface="微软雅黑"/>
              <a:cs typeface="Arial"/>
            </a:endParaRPr>
          </a:p>
          <a:p>
            <a:pPr marL="452755" marR="0" lvl="0" indent="0" algn="ctr" defTabSz="914400" rtl="0" eaLnBrk="1" fontAlgn="auto" latinLnBrk="0" hangingPunct="1">
              <a:lnSpc>
                <a:spcPct val="100000"/>
              </a:lnSpc>
              <a:spcBef>
                <a:spcPts val="1700"/>
              </a:spcBef>
              <a:spcAft>
                <a:spcPts val="0"/>
              </a:spcAft>
              <a:buClrTx/>
              <a:buSzTx/>
              <a:buFontTx/>
              <a:buNone/>
              <a:tabLst/>
              <a:defRPr/>
            </a:pPr>
            <a:r>
              <a:rPr kumimoji="0" sz="2000" b="1" i="0" u="none" strike="noStrike" kern="1200" cap="none" spc="-65" normalizeH="0" baseline="0" noProof="0">
                <a:ln>
                  <a:noFill/>
                </a:ln>
                <a:solidFill>
                  <a:srgbClr val="0070C0"/>
                </a:solidFill>
                <a:effectLst/>
                <a:uLnTx/>
                <a:uFillTx/>
                <a:latin typeface="Arial"/>
                <a:ea typeface="微软雅黑"/>
                <a:cs typeface="Arial"/>
              </a:rPr>
              <a:t>Kết </a:t>
            </a:r>
            <a:r>
              <a:rPr kumimoji="0" sz="2000" b="1" i="0" u="none" strike="noStrike" kern="1200" cap="none" spc="-100" normalizeH="0" baseline="0" noProof="0" dirty="0">
                <a:ln>
                  <a:noFill/>
                </a:ln>
                <a:solidFill>
                  <a:srgbClr val="0070C0"/>
                </a:solidFill>
                <a:effectLst/>
                <a:uLnTx/>
                <a:uFillTx/>
                <a:latin typeface="Arial"/>
                <a:ea typeface="微软雅黑"/>
                <a:cs typeface="Arial"/>
              </a:rPr>
              <a:t>nối </a:t>
            </a:r>
            <a:r>
              <a:rPr kumimoji="0" sz="2000" b="1" i="0" u="none" strike="noStrike" kern="1200" cap="none" spc="-120" normalizeH="0" baseline="0" noProof="0" dirty="0">
                <a:ln>
                  <a:noFill/>
                </a:ln>
                <a:solidFill>
                  <a:srgbClr val="0070C0"/>
                </a:solidFill>
                <a:effectLst/>
                <a:uLnTx/>
                <a:uFillTx/>
                <a:latin typeface="Arial"/>
                <a:ea typeface="微软雅黑"/>
                <a:cs typeface="Arial"/>
              </a:rPr>
              <a:t>SÂU </a:t>
            </a:r>
            <a:r>
              <a:rPr kumimoji="0" sz="2000" b="1" i="0" u="none" strike="noStrike" kern="1200" cap="none" spc="-80" normalizeH="0" baseline="0" noProof="0" dirty="0">
                <a:ln>
                  <a:noFill/>
                </a:ln>
                <a:solidFill>
                  <a:srgbClr val="0070C0"/>
                </a:solidFill>
                <a:effectLst/>
                <a:uLnTx/>
                <a:uFillTx/>
                <a:latin typeface="Arial"/>
                <a:ea typeface="微软雅黑"/>
                <a:cs typeface="Arial"/>
              </a:rPr>
              <a:t>(Deep</a:t>
            </a:r>
            <a:r>
              <a:rPr kumimoji="0" sz="2000" b="1" i="0" u="none" strike="noStrike" kern="1200" cap="none" spc="-509" normalizeH="0" baseline="0" noProof="0" dirty="0">
                <a:ln>
                  <a:noFill/>
                </a:ln>
                <a:solidFill>
                  <a:srgbClr val="0070C0"/>
                </a:solidFill>
                <a:effectLst/>
                <a:uLnTx/>
                <a:uFillTx/>
                <a:latin typeface="Arial"/>
                <a:ea typeface="微软雅黑"/>
                <a:cs typeface="Arial"/>
              </a:rPr>
              <a:t> </a:t>
            </a:r>
            <a:r>
              <a:rPr kumimoji="0" sz="2000" b="1" i="0" u="none" strike="noStrike" kern="1200" cap="none" spc="-120" normalizeH="0" baseline="0" noProof="0" dirty="0">
                <a:ln>
                  <a:noFill/>
                </a:ln>
                <a:solidFill>
                  <a:srgbClr val="0070C0"/>
                </a:solidFill>
                <a:effectLst/>
                <a:uLnTx/>
                <a:uFillTx/>
                <a:latin typeface="Arial"/>
                <a:ea typeface="微软雅黑"/>
                <a:cs typeface="Arial"/>
              </a:rPr>
              <a:t>Connect)</a:t>
            </a:r>
            <a:endParaRPr kumimoji="0" sz="2000" b="0" i="0" u="none" strike="noStrike" kern="1200" cap="none" spc="0" normalizeH="0" baseline="0" noProof="0">
              <a:ln>
                <a:noFill/>
              </a:ln>
              <a:solidFill>
                <a:srgbClr val="0070C0"/>
              </a:solidFill>
              <a:effectLst/>
              <a:uLnTx/>
              <a:uFillTx/>
              <a:latin typeface="Arial"/>
              <a:ea typeface="微软雅黑"/>
              <a:cs typeface="Arial"/>
            </a:endParaRPr>
          </a:p>
        </p:txBody>
      </p:sp>
      <p:sp>
        <p:nvSpPr>
          <p:cNvPr id="5" name="object 5"/>
          <p:cNvSpPr/>
          <p:nvPr/>
        </p:nvSpPr>
        <p:spPr>
          <a:xfrm>
            <a:off x="373997" y="2275972"/>
            <a:ext cx="1102976" cy="454959"/>
          </a:xfrm>
          <a:custGeom>
            <a:avLst/>
            <a:gdLst/>
            <a:ahLst/>
            <a:cxnLst/>
            <a:rect l="l" t="t" r="r" b="b"/>
            <a:pathLst>
              <a:path w="909955" h="515619">
                <a:moveTo>
                  <a:pt x="454152" y="0"/>
                </a:moveTo>
                <a:lnTo>
                  <a:pt x="392392" y="2360"/>
                </a:lnTo>
                <a:lnTo>
                  <a:pt x="333198" y="9235"/>
                </a:lnTo>
                <a:lnTo>
                  <a:pt x="277106" y="20312"/>
                </a:lnTo>
                <a:lnTo>
                  <a:pt x="224648" y="35277"/>
                </a:lnTo>
                <a:lnTo>
                  <a:pt x="176361" y="53820"/>
                </a:lnTo>
                <a:lnTo>
                  <a:pt x="132778" y="75628"/>
                </a:lnTo>
                <a:lnTo>
                  <a:pt x="94434" y="100389"/>
                </a:lnTo>
                <a:lnTo>
                  <a:pt x="61863" y="127790"/>
                </a:lnTo>
                <a:lnTo>
                  <a:pt x="35599" y="157519"/>
                </a:lnTo>
                <a:lnTo>
                  <a:pt x="4133" y="222714"/>
                </a:lnTo>
                <a:lnTo>
                  <a:pt x="0" y="257555"/>
                </a:lnTo>
                <a:lnTo>
                  <a:pt x="4133" y="292717"/>
                </a:lnTo>
                <a:lnTo>
                  <a:pt x="35599" y="358235"/>
                </a:lnTo>
                <a:lnTo>
                  <a:pt x="61863" y="387999"/>
                </a:lnTo>
                <a:lnTo>
                  <a:pt x="94434" y="415371"/>
                </a:lnTo>
                <a:lnTo>
                  <a:pt x="132778" y="440055"/>
                </a:lnTo>
                <a:lnTo>
                  <a:pt x="176361" y="461754"/>
                </a:lnTo>
                <a:lnTo>
                  <a:pt x="224648" y="480172"/>
                </a:lnTo>
                <a:lnTo>
                  <a:pt x="277106" y="495014"/>
                </a:lnTo>
                <a:lnTo>
                  <a:pt x="333198" y="505982"/>
                </a:lnTo>
                <a:lnTo>
                  <a:pt x="392392" y="512780"/>
                </a:lnTo>
                <a:lnTo>
                  <a:pt x="454152" y="515112"/>
                </a:lnTo>
                <a:lnTo>
                  <a:pt x="515941" y="512780"/>
                </a:lnTo>
                <a:lnTo>
                  <a:pt x="575218" y="505982"/>
                </a:lnTo>
                <a:lnTo>
                  <a:pt x="631436" y="495014"/>
                </a:lnTo>
                <a:lnTo>
                  <a:pt x="684050" y="480172"/>
                </a:lnTo>
                <a:lnTo>
                  <a:pt x="732515" y="461754"/>
                </a:lnTo>
                <a:lnTo>
                  <a:pt x="776287" y="440055"/>
                </a:lnTo>
                <a:lnTo>
                  <a:pt x="814820" y="415371"/>
                </a:lnTo>
                <a:lnTo>
                  <a:pt x="847569" y="387999"/>
                </a:lnTo>
                <a:lnTo>
                  <a:pt x="873990" y="358235"/>
                </a:lnTo>
                <a:lnTo>
                  <a:pt x="905664" y="292717"/>
                </a:lnTo>
                <a:lnTo>
                  <a:pt x="909828" y="257555"/>
                </a:lnTo>
                <a:lnTo>
                  <a:pt x="905664" y="222714"/>
                </a:lnTo>
                <a:lnTo>
                  <a:pt x="873990" y="157519"/>
                </a:lnTo>
                <a:lnTo>
                  <a:pt x="847569" y="127790"/>
                </a:lnTo>
                <a:lnTo>
                  <a:pt x="814820" y="100389"/>
                </a:lnTo>
                <a:lnTo>
                  <a:pt x="776287" y="75628"/>
                </a:lnTo>
                <a:lnTo>
                  <a:pt x="732515" y="53820"/>
                </a:lnTo>
                <a:lnTo>
                  <a:pt x="684050" y="35277"/>
                </a:lnTo>
                <a:lnTo>
                  <a:pt x="631436" y="20312"/>
                </a:lnTo>
                <a:lnTo>
                  <a:pt x="575218" y="9235"/>
                </a:lnTo>
                <a:lnTo>
                  <a:pt x="515941" y="2360"/>
                </a:lnTo>
                <a:lnTo>
                  <a:pt x="454152"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6" name="object 6"/>
          <p:cNvSpPr/>
          <p:nvPr/>
        </p:nvSpPr>
        <p:spPr>
          <a:xfrm>
            <a:off x="366606" y="2271938"/>
            <a:ext cx="1116061" cy="463924"/>
          </a:xfrm>
          <a:custGeom>
            <a:avLst/>
            <a:gdLst/>
            <a:ahLst/>
            <a:cxnLst/>
            <a:rect l="l" t="t" r="r" b="b"/>
            <a:pathLst>
              <a:path w="920750" h="525780">
                <a:moveTo>
                  <a:pt x="507492" y="0"/>
                </a:moveTo>
                <a:lnTo>
                  <a:pt x="413004" y="0"/>
                </a:lnTo>
                <a:lnTo>
                  <a:pt x="390144" y="1524"/>
                </a:lnTo>
                <a:lnTo>
                  <a:pt x="324612" y="10668"/>
                </a:lnTo>
                <a:lnTo>
                  <a:pt x="281940" y="19812"/>
                </a:lnTo>
                <a:lnTo>
                  <a:pt x="242315" y="30479"/>
                </a:lnTo>
                <a:lnTo>
                  <a:pt x="204215" y="44196"/>
                </a:lnTo>
                <a:lnTo>
                  <a:pt x="185927" y="50291"/>
                </a:lnTo>
                <a:lnTo>
                  <a:pt x="169163" y="59436"/>
                </a:lnTo>
                <a:lnTo>
                  <a:pt x="152399" y="67056"/>
                </a:lnTo>
                <a:lnTo>
                  <a:pt x="135636" y="76200"/>
                </a:lnTo>
                <a:lnTo>
                  <a:pt x="92963" y="103632"/>
                </a:lnTo>
                <a:lnTo>
                  <a:pt x="56387" y="135636"/>
                </a:lnTo>
                <a:lnTo>
                  <a:pt x="21335" y="182879"/>
                </a:lnTo>
                <a:lnTo>
                  <a:pt x="15239" y="196596"/>
                </a:lnTo>
                <a:lnTo>
                  <a:pt x="9144" y="208787"/>
                </a:lnTo>
                <a:lnTo>
                  <a:pt x="6096" y="222503"/>
                </a:lnTo>
                <a:lnTo>
                  <a:pt x="3048" y="234696"/>
                </a:lnTo>
                <a:lnTo>
                  <a:pt x="0" y="262127"/>
                </a:lnTo>
                <a:lnTo>
                  <a:pt x="6096" y="303275"/>
                </a:lnTo>
                <a:lnTo>
                  <a:pt x="21335" y="341375"/>
                </a:lnTo>
                <a:lnTo>
                  <a:pt x="47244" y="377951"/>
                </a:lnTo>
                <a:lnTo>
                  <a:pt x="56387" y="388620"/>
                </a:lnTo>
                <a:lnTo>
                  <a:pt x="68580" y="400812"/>
                </a:lnTo>
                <a:lnTo>
                  <a:pt x="80772" y="411479"/>
                </a:lnTo>
                <a:lnTo>
                  <a:pt x="92963" y="420624"/>
                </a:lnTo>
                <a:lnTo>
                  <a:pt x="106680" y="431291"/>
                </a:lnTo>
                <a:lnTo>
                  <a:pt x="152399" y="458724"/>
                </a:lnTo>
                <a:lnTo>
                  <a:pt x="204215" y="481584"/>
                </a:lnTo>
                <a:lnTo>
                  <a:pt x="242315" y="493775"/>
                </a:lnTo>
                <a:lnTo>
                  <a:pt x="281940" y="504444"/>
                </a:lnTo>
                <a:lnTo>
                  <a:pt x="303276" y="510539"/>
                </a:lnTo>
                <a:lnTo>
                  <a:pt x="324612" y="513588"/>
                </a:lnTo>
                <a:lnTo>
                  <a:pt x="345948" y="518160"/>
                </a:lnTo>
                <a:lnTo>
                  <a:pt x="368808" y="519684"/>
                </a:lnTo>
                <a:lnTo>
                  <a:pt x="391668" y="522732"/>
                </a:lnTo>
                <a:lnTo>
                  <a:pt x="437388" y="525779"/>
                </a:lnTo>
                <a:lnTo>
                  <a:pt x="484632" y="525779"/>
                </a:lnTo>
                <a:lnTo>
                  <a:pt x="530352" y="522732"/>
                </a:lnTo>
                <a:lnTo>
                  <a:pt x="553212" y="519684"/>
                </a:lnTo>
                <a:lnTo>
                  <a:pt x="574548" y="518160"/>
                </a:lnTo>
                <a:lnTo>
                  <a:pt x="589788" y="515112"/>
                </a:lnTo>
                <a:lnTo>
                  <a:pt x="437388" y="515112"/>
                </a:lnTo>
                <a:lnTo>
                  <a:pt x="368808" y="510539"/>
                </a:lnTo>
                <a:lnTo>
                  <a:pt x="347472" y="507491"/>
                </a:lnTo>
                <a:lnTo>
                  <a:pt x="326136" y="502920"/>
                </a:lnTo>
                <a:lnTo>
                  <a:pt x="304800" y="499872"/>
                </a:lnTo>
                <a:lnTo>
                  <a:pt x="284988" y="495300"/>
                </a:lnTo>
                <a:lnTo>
                  <a:pt x="245364" y="484632"/>
                </a:lnTo>
                <a:lnTo>
                  <a:pt x="225551" y="478536"/>
                </a:lnTo>
                <a:lnTo>
                  <a:pt x="207264" y="470915"/>
                </a:lnTo>
                <a:lnTo>
                  <a:pt x="190499" y="464820"/>
                </a:lnTo>
                <a:lnTo>
                  <a:pt x="173736" y="457200"/>
                </a:lnTo>
                <a:lnTo>
                  <a:pt x="156972" y="448056"/>
                </a:lnTo>
                <a:lnTo>
                  <a:pt x="141731" y="440436"/>
                </a:lnTo>
                <a:lnTo>
                  <a:pt x="99059" y="413003"/>
                </a:lnTo>
                <a:lnTo>
                  <a:pt x="64008" y="381000"/>
                </a:lnTo>
                <a:lnTo>
                  <a:pt x="38099" y="347472"/>
                </a:lnTo>
                <a:lnTo>
                  <a:pt x="30480" y="336803"/>
                </a:lnTo>
                <a:lnTo>
                  <a:pt x="24384" y="324612"/>
                </a:lnTo>
                <a:lnTo>
                  <a:pt x="15239" y="300227"/>
                </a:lnTo>
                <a:lnTo>
                  <a:pt x="13716" y="288036"/>
                </a:lnTo>
                <a:lnTo>
                  <a:pt x="10667" y="274320"/>
                </a:lnTo>
                <a:lnTo>
                  <a:pt x="10667" y="249936"/>
                </a:lnTo>
                <a:lnTo>
                  <a:pt x="13716" y="236220"/>
                </a:lnTo>
                <a:lnTo>
                  <a:pt x="15239" y="224027"/>
                </a:lnTo>
                <a:lnTo>
                  <a:pt x="24384" y="199644"/>
                </a:lnTo>
                <a:lnTo>
                  <a:pt x="30480" y="187451"/>
                </a:lnTo>
                <a:lnTo>
                  <a:pt x="38099" y="176784"/>
                </a:lnTo>
                <a:lnTo>
                  <a:pt x="45719" y="164591"/>
                </a:lnTo>
                <a:lnTo>
                  <a:pt x="64008" y="143256"/>
                </a:lnTo>
                <a:lnTo>
                  <a:pt x="74676" y="132587"/>
                </a:lnTo>
                <a:lnTo>
                  <a:pt x="86868" y="121920"/>
                </a:lnTo>
                <a:lnTo>
                  <a:pt x="99059" y="112775"/>
                </a:lnTo>
                <a:lnTo>
                  <a:pt x="112776" y="102108"/>
                </a:lnTo>
                <a:lnTo>
                  <a:pt x="156972" y="76200"/>
                </a:lnTo>
                <a:lnTo>
                  <a:pt x="208787" y="53339"/>
                </a:lnTo>
                <a:lnTo>
                  <a:pt x="245364" y="41148"/>
                </a:lnTo>
                <a:lnTo>
                  <a:pt x="284988" y="30479"/>
                </a:lnTo>
                <a:lnTo>
                  <a:pt x="326136" y="21336"/>
                </a:lnTo>
                <a:lnTo>
                  <a:pt x="391668" y="12191"/>
                </a:lnTo>
                <a:lnTo>
                  <a:pt x="414528" y="10668"/>
                </a:lnTo>
                <a:lnTo>
                  <a:pt x="437388" y="10668"/>
                </a:lnTo>
                <a:lnTo>
                  <a:pt x="460248" y="9144"/>
                </a:lnTo>
                <a:lnTo>
                  <a:pt x="585978" y="9144"/>
                </a:lnTo>
                <a:lnTo>
                  <a:pt x="530352" y="1524"/>
                </a:lnTo>
                <a:lnTo>
                  <a:pt x="507492" y="0"/>
                </a:lnTo>
                <a:close/>
              </a:path>
              <a:path w="920750" h="525780">
                <a:moveTo>
                  <a:pt x="585978" y="9144"/>
                </a:moveTo>
                <a:lnTo>
                  <a:pt x="460248" y="9144"/>
                </a:lnTo>
                <a:lnTo>
                  <a:pt x="484632" y="10668"/>
                </a:lnTo>
                <a:lnTo>
                  <a:pt x="507492" y="10668"/>
                </a:lnTo>
                <a:lnTo>
                  <a:pt x="528828" y="12191"/>
                </a:lnTo>
                <a:lnTo>
                  <a:pt x="594360" y="21336"/>
                </a:lnTo>
                <a:lnTo>
                  <a:pt x="637032" y="30479"/>
                </a:lnTo>
                <a:lnTo>
                  <a:pt x="676656" y="41148"/>
                </a:lnTo>
                <a:lnTo>
                  <a:pt x="713232" y="53339"/>
                </a:lnTo>
                <a:lnTo>
                  <a:pt x="765047" y="76200"/>
                </a:lnTo>
                <a:lnTo>
                  <a:pt x="780288" y="85344"/>
                </a:lnTo>
                <a:lnTo>
                  <a:pt x="795528" y="92963"/>
                </a:lnTo>
                <a:lnTo>
                  <a:pt x="809244" y="102108"/>
                </a:lnTo>
                <a:lnTo>
                  <a:pt x="822960" y="112775"/>
                </a:lnTo>
                <a:lnTo>
                  <a:pt x="835152" y="121920"/>
                </a:lnTo>
                <a:lnTo>
                  <a:pt x="867156" y="153924"/>
                </a:lnTo>
                <a:lnTo>
                  <a:pt x="876300" y="164591"/>
                </a:lnTo>
                <a:lnTo>
                  <a:pt x="883920" y="176784"/>
                </a:lnTo>
                <a:lnTo>
                  <a:pt x="890016" y="188975"/>
                </a:lnTo>
                <a:lnTo>
                  <a:pt x="896112" y="199644"/>
                </a:lnTo>
                <a:lnTo>
                  <a:pt x="902208" y="211836"/>
                </a:lnTo>
                <a:lnTo>
                  <a:pt x="905256" y="224027"/>
                </a:lnTo>
                <a:lnTo>
                  <a:pt x="908304" y="237744"/>
                </a:lnTo>
                <a:lnTo>
                  <a:pt x="909828" y="249936"/>
                </a:lnTo>
                <a:lnTo>
                  <a:pt x="909828" y="275844"/>
                </a:lnTo>
                <a:lnTo>
                  <a:pt x="896112" y="324612"/>
                </a:lnTo>
                <a:lnTo>
                  <a:pt x="876300" y="359663"/>
                </a:lnTo>
                <a:lnTo>
                  <a:pt x="845820" y="391668"/>
                </a:lnTo>
                <a:lnTo>
                  <a:pt x="835152" y="402336"/>
                </a:lnTo>
                <a:lnTo>
                  <a:pt x="821436" y="413003"/>
                </a:lnTo>
                <a:lnTo>
                  <a:pt x="809244" y="422148"/>
                </a:lnTo>
                <a:lnTo>
                  <a:pt x="794004" y="431291"/>
                </a:lnTo>
                <a:lnTo>
                  <a:pt x="780288" y="440436"/>
                </a:lnTo>
                <a:lnTo>
                  <a:pt x="763524" y="448056"/>
                </a:lnTo>
                <a:lnTo>
                  <a:pt x="748284" y="457200"/>
                </a:lnTo>
                <a:lnTo>
                  <a:pt x="731520" y="464820"/>
                </a:lnTo>
                <a:lnTo>
                  <a:pt x="713232" y="470915"/>
                </a:lnTo>
                <a:lnTo>
                  <a:pt x="694944" y="478536"/>
                </a:lnTo>
                <a:lnTo>
                  <a:pt x="676656" y="484632"/>
                </a:lnTo>
                <a:lnTo>
                  <a:pt x="637032" y="495300"/>
                </a:lnTo>
                <a:lnTo>
                  <a:pt x="615696" y="499872"/>
                </a:lnTo>
                <a:lnTo>
                  <a:pt x="594360" y="502920"/>
                </a:lnTo>
                <a:lnTo>
                  <a:pt x="573024" y="507491"/>
                </a:lnTo>
                <a:lnTo>
                  <a:pt x="551688" y="510539"/>
                </a:lnTo>
                <a:lnTo>
                  <a:pt x="484632" y="515112"/>
                </a:lnTo>
                <a:lnTo>
                  <a:pt x="589788" y="515112"/>
                </a:lnTo>
                <a:lnTo>
                  <a:pt x="597408" y="513588"/>
                </a:lnTo>
                <a:lnTo>
                  <a:pt x="618744" y="510539"/>
                </a:lnTo>
                <a:lnTo>
                  <a:pt x="638556" y="504444"/>
                </a:lnTo>
                <a:lnTo>
                  <a:pt x="679704" y="493775"/>
                </a:lnTo>
                <a:lnTo>
                  <a:pt x="697992" y="487679"/>
                </a:lnTo>
                <a:lnTo>
                  <a:pt x="717804" y="481584"/>
                </a:lnTo>
                <a:lnTo>
                  <a:pt x="734568" y="473963"/>
                </a:lnTo>
                <a:lnTo>
                  <a:pt x="752856" y="466344"/>
                </a:lnTo>
                <a:lnTo>
                  <a:pt x="769620" y="458724"/>
                </a:lnTo>
                <a:lnTo>
                  <a:pt x="815340" y="431291"/>
                </a:lnTo>
                <a:lnTo>
                  <a:pt x="853440" y="399288"/>
                </a:lnTo>
                <a:lnTo>
                  <a:pt x="893064" y="353568"/>
                </a:lnTo>
                <a:lnTo>
                  <a:pt x="899160" y="341375"/>
                </a:lnTo>
                <a:lnTo>
                  <a:pt x="906780" y="329184"/>
                </a:lnTo>
                <a:lnTo>
                  <a:pt x="911352" y="315468"/>
                </a:lnTo>
                <a:lnTo>
                  <a:pt x="915924" y="303275"/>
                </a:lnTo>
                <a:lnTo>
                  <a:pt x="918972" y="289560"/>
                </a:lnTo>
                <a:lnTo>
                  <a:pt x="920496" y="275844"/>
                </a:lnTo>
                <a:lnTo>
                  <a:pt x="920496" y="248412"/>
                </a:lnTo>
                <a:lnTo>
                  <a:pt x="918972" y="234696"/>
                </a:lnTo>
                <a:lnTo>
                  <a:pt x="915924" y="220979"/>
                </a:lnTo>
                <a:lnTo>
                  <a:pt x="911352" y="208787"/>
                </a:lnTo>
                <a:lnTo>
                  <a:pt x="906780" y="195072"/>
                </a:lnTo>
                <a:lnTo>
                  <a:pt x="899160" y="182879"/>
                </a:lnTo>
                <a:lnTo>
                  <a:pt x="893064" y="170687"/>
                </a:lnTo>
                <a:lnTo>
                  <a:pt x="883920" y="158496"/>
                </a:lnTo>
                <a:lnTo>
                  <a:pt x="853440" y="124968"/>
                </a:lnTo>
                <a:lnTo>
                  <a:pt x="815340" y="94487"/>
                </a:lnTo>
                <a:lnTo>
                  <a:pt x="800100" y="83820"/>
                </a:lnTo>
                <a:lnTo>
                  <a:pt x="784860" y="74675"/>
                </a:lnTo>
                <a:lnTo>
                  <a:pt x="769620" y="67056"/>
                </a:lnTo>
                <a:lnTo>
                  <a:pt x="752856" y="57912"/>
                </a:lnTo>
                <a:lnTo>
                  <a:pt x="734568" y="50291"/>
                </a:lnTo>
                <a:lnTo>
                  <a:pt x="716280" y="44196"/>
                </a:lnTo>
                <a:lnTo>
                  <a:pt x="697992" y="36575"/>
                </a:lnTo>
                <a:lnTo>
                  <a:pt x="678180" y="30479"/>
                </a:lnTo>
                <a:lnTo>
                  <a:pt x="638556" y="19812"/>
                </a:lnTo>
                <a:lnTo>
                  <a:pt x="618744" y="15239"/>
                </a:lnTo>
                <a:lnTo>
                  <a:pt x="597408" y="10668"/>
                </a:lnTo>
                <a:lnTo>
                  <a:pt x="585978" y="9144"/>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7" name="object 7"/>
          <p:cNvSpPr txBox="1"/>
          <p:nvPr/>
        </p:nvSpPr>
        <p:spPr>
          <a:xfrm>
            <a:off x="561651" y="2367540"/>
            <a:ext cx="649159" cy="240450"/>
          </a:xfrm>
          <a:prstGeom prst="rect">
            <a:avLst/>
          </a:prstGeom>
        </p:spPr>
        <p:txBody>
          <a:bodyPr vert="horz" wrap="square" lIns="0" tIns="12700" rIns="0" bIns="0" rtlCol="0">
            <a:spAutoFit/>
          </a:bodyPr>
          <a:lstStyle/>
          <a:p>
            <a:pPr marL="82550" marR="5080" lvl="0" indent="-70485" algn="l" defTabSz="914400" rtl="0" eaLnBrk="1" fontAlgn="auto" latinLnBrk="0" hangingPunct="1">
              <a:lnSpc>
                <a:spcPct val="102000"/>
              </a:lnSpc>
              <a:spcBef>
                <a:spcPts val="100"/>
              </a:spcBef>
              <a:spcAft>
                <a:spcPts val="0"/>
              </a:spcAft>
              <a:buClrTx/>
              <a:buSzTx/>
              <a:buFontTx/>
              <a:buNone/>
              <a:tabLst/>
              <a:defRPr/>
            </a:pPr>
            <a:r>
              <a:rPr kumimoji="0" sz="1450" b="1" i="0" u="none" strike="noStrike" kern="1200" cap="none" spc="-105" normalizeH="0" baseline="0" noProof="0" dirty="0">
                <a:ln>
                  <a:noFill/>
                </a:ln>
                <a:solidFill>
                  <a:srgbClr val="595959">
                    <a:lumMod val="50000"/>
                  </a:srgbClr>
                </a:solidFill>
                <a:effectLst/>
                <a:uLnTx/>
                <a:uFillTx/>
                <a:latin typeface="Arial"/>
                <a:ea typeface="微软雅黑"/>
                <a:cs typeface="Arial"/>
              </a:rPr>
              <a:t>VẬT  </a:t>
            </a:r>
            <a:r>
              <a:rPr kumimoji="0" sz="1450" b="1" i="0" u="none" strike="noStrike" kern="1200" cap="none" spc="-229" normalizeH="0" baseline="0" noProof="0" dirty="0">
                <a:ln>
                  <a:noFill/>
                </a:ln>
                <a:solidFill>
                  <a:srgbClr val="595959">
                    <a:lumMod val="50000"/>
                  </a:srgbClr>
                </a:solidFill>
                <a:effectLst/>
                <a:uLnTx/>
                <a:uFillTx/>
                <a:latin typeface="Arial"/>
                <a:ea typeface="微软雅黑"/>
                <a:cs typeface="Arial"/>
              </a:rPr>
              <a:t>LÝ</a:t>
            </a:r>
            <a:endParaRPr kumimoji="0" sz="14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8" name="object 8"/>
          <p:cNvSpPr/>
          <p:nvPr/>
        </p:nvSpPr>
        <p:spPr>
          <a:xfrm>
            <a:off x="1670784" y="2265214"/>
            <a:ext cx="1102976" cy="456079"/>
          </a:xfrm>
          <a:custGeom>
            <a:avLst/>
            <a:gdLst/>
            <a:ahLst/>
            <a:cxnLst/>
            <a:rect l="l" t="t" r="r" b="b"/>
            <a:pathLst>
              <a:path w="909955" h="516889">
                <a:moveTo>
                  <a:pt x="454152" y="0"/>
                </a:moveTo>
                <a:lnTo>
                  <a:pt x="392392" y="2360"/>
                </a:lnTo>
                <a:lnTo>
                  <a:pt x="333198" y="9235"/>
                </a:lnTo>
                <a:lnTo>
                  <a:pt x="277106" y="20312"/>
                </a:lnTo>
                <a:lnTo>
                  <a:pt x="224648" y="35277"/>
                </a:lnTo>
                <a:lnTo>
                  <a:pt x="176361" y="53820"/>
                </a:lnTo>
                <a:lnTo>
                  <a:pt x="132778" y="75628"/>
                </a:lnTo>
                <a:lnTo>
                  <a:pt x="94434" y="100389"/>
                </a:lnTo>
                <a:lnTo>
                  <a:pt x="61863" y="127790"/>
                </a:lnTo>
                <a:lnTo>
                  <a:pt x="35599" y="157519"/>
                </a:lnTo>
                <a:lnTo>
                  <a:pt x="4133" y="222714"/>
                </a:lnTo>
                <a:lnTo>
                  <a:pt x="0" y="257556"/>
                </a:lnTo>
                <a:lnTo>
                  <a:pt x="4133" y="292747"/>
                </a:lnTo>
                <a:lnTo>
                  <a:pt x="35599" y="358473"/>
                </a:lnTo>
                <a:lnTo>
                  <a:pt x="61863" y="388394"/>
                </a:lnTo>
                <a:lnTo>
                  <a:pt x="94434" y="415944"/>
                </a:lnTo>
                <a:lnTo>
                  <a:pt x="132778" y="440816"/>
                </a:lnTo>
                <a:lnTo>
                  <a:pt x="176361" y="462705"/>
                </a:lnTo>
                <a:lnTo>
                  <a:pt x="224648" y="481301"/>
                </a:lnTo>
                <a:lnTo>
                  <a:pt x="277106" y="496300"/>
                </a:lnTo>
                <a:lnTo>
                  <a:pt x="333198" y="507393"/>
                </a:lnTo>
                <a:lnTo>
                  <a:pt x="392392" y="514274"/>
                </a:lnTo>
                <a:lnTo>
                  <a:pt x="454152" y="516636"/>
                </a:lnTo>
                <a:lnTo>
                  <a:pt x="515941" y="514274"/>
                </a:lnTo>
                <a:lnTo>
                  <a:pt x="575218" y="507393"/>
                </a:lnTo>
                <a:lnTo>
                  <a:pt x="631436" y="496300"/>
                </a:lnTo>
                <a:lnTo>
                  <a:pt x="684050" y="481301"/>
                </a:lnTo>
                <a:lnTo>
                  <a:pt x="732515" y="462705"/>
                </a:lnTo>
                <a:lnTo>
                  <a:pt x="776287" y="440816"/>
                </a:lnTo>
                <a:lnTo>
                  <a:pt x="814820" y="415944"/>
                </a:lnTo>
                <a:lnTo>
                  <a:pt x="847569" y="388394"/>
                </a:lnTo>
                <a:lnTo>
                  <a:pt x="873990" y="358473"/>
                </a:lnTo>
                <a:lnTo>
                  <a:pt x="905664" y="292747"/>
                </a:lnTo>
                <a:lnTo>
                  <a:pt x="909828" y="257556"/>
                </a:lnTo>
                <a:lnTo>
                  <a:pt x="905664" y="222714"/>
                </a:lnTo>
                <a:lnTo>
                  <a:pt x="873990" y="157519"/>
                </a:lnTo>
                <a:lnTo>
                  <a:pt x="847569" y="127790"/>
                </a:lnTo>
                <a:lnTo>
                  <a:pt x="814820" y="100389"/>
                </a:lnTo>
                <a:lnTo>
                  <a:pt x="776287" y="75628"/>
                </a:lnTo>
                <a:lnTo>
                  <a:pt x="732515" y="53820"/>
                </a:lnTo>
                <a:lnTo>
                  <a:pt x="684050" y="35277"/>
                </a:lnTo>
                <a:lnTo>
                  <a:pt x="631436" y="20312"/>
                </a:lnTo>
                <a:lnTo>
                  <a:pt x="575218" y="9235"/>
                </a:lnTo>
                <a:lnTo>
                  <a:pt x="515941" y="2360"/>
                </a:lnTo>
                <a:lnTo>
                  <a:pt x="454152"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9" name="object 9"/>
          <p:cNvSpPr/>
          <p:nvPr/>
        </p:nvSpPr>
        <p:spPr>
          <a:xfrm>
            <a:off x="1663393" y="2261180"/>
            <a:ext cx="1116061" cy="463924"/>
          </a:xfrm>
          <a:custGeom>
            <a:avLst/>
            <a:gdLst/>
            <a:ahLst/>
            <a:cxnLst/>
            <a:rect l="l" t="t" r="r" b="b"/>
            <a:pathLst>
              <a:path w="920750" h="525780">
                <a:moveTo>
                  <a:pt x="484631" y="0"/>
                </a:moveTo>
                <a:lnTo>
                  <a:pt x="437388" y="0"/>
                </a:lnTo>
                <a:lnTo>
                  <a:pt x="368808" y="4571"/>
                </a:lnTo>
                <a:lnTo>
                  <a:pt x="324612" y="10667"/>
                </a:lnTo>
                <a:lnTo>
                  <a:pt x="281940" y="19812"/>
                </a:lnTo>
                <a:lnTo>
                  <a:pt x="242316" y="30479"/>
                </a:lnTo>
                <a:lnTo>
                  <a:pt x="222504" y="38100"/>
                </a:lnTo>
                <a:lnTo>
                  <a:pt x="204216" y="44195"/>
                </a:lnTo>
                <a:lnTo>
                  <a:pt x="152400" y="67055"/>
                </a:lnTo>
                <a:lnTo>
                  <a:pt x="106680" y="94487"/>
                </a:lnTo>
                <a:lnTo>
                  <a:pt x="92964" y="105155"/>
                </a:lnTo>
                <a:lnTo>
                  <a:pt x="79248" y="114300"/>
                </a:lnTo>
                <a:lnTo>
                  <a:pt x="45720" y="147827"/>
                </a:lnTo>
                <a:lnTo>
                  <a:pt x="21336" y="184403"/>
                </a:lnTo>
                <a:lnTo>
                  <a:pt x="3048" y="236219"/>
                </a:lnTo>
                <a:lnTo>
                  <a:pt x="0" y="263651"/>
                </a:lnTo>
                <a:lnTo>
                  <a:pt x="3048" y="291083"/>
                </a:lnTo>
                <a:lnTo>
                  <a:pt x="6096" y="303275"/>
                </a:lnTo>
                <a:lnTo>
                  <a:pt x="9144" y="316991"/>
                </a:lnTo>
                <a:lnTo>
                  <a:pt x="15240" y="329183"/>
                </a:lnTo>
                <a:lnTo>
                  <a:pt x="21336" y="342900"/>
                </a:lnTo>
                <a:lnTo>
                  <a:pt x="36576" y="367283"/>
                </a:lnTo>
                <a:lnTo>
                  <a:pt x="45720" y="377951"/>
                </a:lnTo>
                <a:lnTo>
                  <a:pt x="56388" y="390143"/>
                </a:lnTo>
                <a:lnTo>
                  <a:pt x="68580" y="400812"/>
                </a:lnTo>
                <a:lnTo>
                  <a:pt x="79248" y="411479"/>
                </a:lnTo>
                <a:lnTo>
                  <a:pt x="120396" y="440436"/>
                </a:lnTo>
                <a:lnTo>
                  <a:pt x="185928" y="473963"/>
                </a:lnTo>
                <a:lnTo>
                  <a:pt x="222504" y="487679"/>
                </a:lnTo>
                <a:lnTo>
                  <a:pt x="242316" y="495300"/>
                </a:lnTo>
                <a:lnTo>
                  <a:pt x="281940" y="505967"/>
                </a:lnTo>
                <a:lnTo>
                  <a:pt x="303276" y="510539"/>
                </a:lnTo>
                <a:lnTo>
                  <a:pt x="324612" y="513588"/>
                </a:lnTo>
                <a:lnTo>
                  <a:pt x="345948" y="518160"/>
                </a:lnTo>
                <a:lnTo>
                  <a:pt x="368808" y="521207"/>
                </a:lnTo>
                <a:lnTo>
                  <a:pt x="437388" y="525779"/>
                </a:lnTo>
                <a:lnTo>
                  <a:pt x="484631" y="525779"/>
                </a:lnTo>
                <a:lnTo>
                  <a:pt x="553212" y="521207"/>
                </a:lnTo>
                <a:lnTo>
                  <a:pt x="574548" y="518160"/>
                </a:lnTo>
                <a:lnTo>
                  <a:pt x="589788" y="515112"/>
                </a:lnTo>
                <a:lnTo>
                  <a:pt x="437388" y="515112"/>
                </a:lnTo>
                <a:lnTo>
                  <a:pt x="368808" y="510539"/>
                </a:lnTo>
                <a:lnTo>
                  <a:pt x="326136" y="504443"/>
                </a:lnTo>
                <a:lnTo>
                  <a:pt x="284988" y="495300"/>
                </a:lnTo>
                <a:lnTo>
                  <a:pt x="245364" y="484631"/>
                </a:lnTo>
                <a:lnTo>
                  <a:pt x="207264" y="472439"/>
                </a:lnTo>
                <a:lnTo>
                  <a:pt x="156972" y="449579"/>
                </a:lnTo>
                <a:lnTo>
                  <a:pt x="99060" y="413003"/>
                </a:lnTo>
                <a:lnTo>
                  <a:pt x="86868" y="402336"/>
                </a:lnTo>
                <a:lnTo>
                  <a:pt x="74676" y="393191"/>
                </a:lnTo>
                <a:lnTo>
                  <a:pt x="45720" y="359663"/>
                </a:lnTo>
                <a:lnTo>
                  <a:pt x="24384" y="324612"/>
                </a:lnTo>
                <a:lnTo>
                  <a:pt x="12192" y="288036"/>
                </a:lnTo>
                <a:lnTo>
                  <a:pt x="10668" y="275843"/>
                </a:lnTo>
                <a:lnTo>
                  <a:pt x="10668" y="249936"/>
                </a:lnTo>
                <a:lnTo>
                  <a:pt x="13716" y="237743"/>
                </a:lnTo>
                <a:lnTo>
                  <a:pt x="15240" y="224027"/>
                </a:lnTo>
                <a:lnTo>
                  <a:pt x="30480" y="188975"/>
                </a:lnTo>
                <a:lnTo>
                  <a:pt x="54864" y="153924"/>
                </a:lnTo>
                <a:lnTo>
                  <a:pt x="86868" y="121919"/>
                </a:lnTo>
                <a:lnTo>
                  <a:pt x="126492" y="94487"/>
                </a:lnTo>
                <a:lnTo>
                  <a:pt x="190500" y="60960"/>
                </a:lnTo>
                <a:lnTo>
                  <a:pt x="245364" y="41148"/>
                </a:lnTo>
                <a:lnTo>
                  <a:pt x="284988" y="30479"/>
                </a:lnTo>
                <a:lnTo>
                  <a:pt x="326136" y="21336"/>
                </a:lnTo>
                <a:lnTo>
                  <a:pt x="368808" y="15239"/>
                </a:lnTo>
                <a:lnTo>
                  <a:pt x="437388" y="10667"/>
                </a:lnTo>
                <a:lnTo>
                  <a:pt x="597408" y="10667"/>
                </a:lnTo>
                <a:lnTo>
                  <a:pt x="553212" y="4571"/>
                </a:lnTo>
                <a:lnTo>
                  <a:pt x="484631" y="0"/>
                </a:lnTo>
                <a:close/>
              </a:path>
              <a:path w="920750" h="525780">
                <a:moveTo>
                  <a:pt x="597408" y="10667"/>
                </a:moveTo>
                <a:lnTo>
                  <a:pt x="484631" y="10667"/>
                </a:lnTo>
                <a:lnTo>
                  <a:pt x="551688" y="15239"/>
                </a:lnTo>
                <a:lnTo>
                  <a:pt x="594360" y="21336"/>
                </a:lnTo>
                <a:lnTo>
                  <a:pt x="637032" y="30479"/>
                </a:lnTo>
                <a:lnTo>
                  <a:pt x="676656" y="41148"/>
                </a:lnTo>
                <a:lnTo>
                  <a:pt x="713232" y="53339"/>
                </a:lnTo>
                <a:lnTo>
                  <a:pt x="748284" y="68579"/>
                </a:lnTo>
                <a:lnTo>
                  <a:pt x="794004" y="94487"/>
                </a:lnTo>
                <a:lnTo>
                  <a:pt x="809244" y="103631"/>
                </a:lnTo>
                <a:lnTo>
                  <a:pt x="845819" y="132587"/>
                </a:lnTo>
                <a:lnTo>
                  <a:pt x="876300" y="166115"/>
                </a:lnTo>
                <a:lnTo>
                  <a:pt x="902208" y="213360"/>
                </a:lnTo>
                <a:lnTo>
                  <a:pt x="909828" y="249936"/>
                </a:lnTo>
                <a:lnTo>
                  <a:pt x="909828" y="275843"/>
                </a:lnTo>
                <a:lnTo>
                  <a:pt x="900684" y="313943"/>
                </a:lnTo>
                <a:lnTo>
                  <a:pt x="890016" y="336803"/>
                </a:lnTo>
                <a:lnTo>
                  <a:pt x="883919" y="348995"/>
                </a:lnTo>
                <a:lnTo>
                  <a:pt x="876300" y="359663"/>
                </a:lnTo>
                <a:lnTo>
                  <a:pt x="867156" y="371855"/>
                </a:lnTo>
                <a:lnTo>
                  <a:pt x="835152" y="403860"/>
                </a:lnTo>
                <a:lnTo>
                  <a:pt x="821436" y="413003"/>
                </a:lnTo>
                <a:lnTo>
                  <a:pt x="809244" y="422148"/>
                </a:lnTo>
                <a:lnTo>
                  <a:pt x="794004" y="431291"/>
                </a:lnTo>
                <a:lnTo>
                  <a:pt x="780288" y="440436"/>
                </a:lnTo>
                <a:lnTo>
                  <a:pt x="763524" y="449579"/>
                </a:lnTo>
                <a:lnTo>
                  <a:pt x="748284" y="457200"/>
                </a:lnTo>
                <a:lnTo>
                  <a:pt x="729996" y="464819"/>
                </a:lnTo>
                <a:lnTo>
                  <a:pt x="713232" y="472439"/>
                </a:lnTo>
                <a:lnTo>
                  <a:pt x="675132" y="484631"/>
                </a:lnTo>
                <a:lnTo>
                  <a:pt x="637032" y="495300"/>
                </a:lnTo>
                <a:lnTo>
                  <a:pt x="594360" y="504443"/>
                </a:lnTo>
                <a:lnTo>
                  <a:pt x="551688" y="510539"/>
                </a:lnTo>
                <a:lnTo>
                  <a:pt x="483108" y="515112"/>
                </a:lnTo>
                <a:lnTo>
                  <a:pt x="589788" y="515112"/>
                </a:lnTo>
                <a:lnTo>
                  <a:pt x="597408" y="513588"/>
                </a:lnTo>
                <a:lnTo>
                  <a:pt x="618744" y="510539"/>
                </a:lnTo>
                <a:lnTo>
                  <a:pt x="638556" y="505967"/>
                </a:lnTo>
                <a:lnTo>
                  <a:pt x="679704" y="495300"/>
                </a:lnTo>
                <a:lnTo>
                  <a:pt x="697992" y="487679"/>
                </a:lnTo>
                <a:lnTo>
                  <a:pt x="716280" y="481583"/>
                </a:lnTo>
                <a:lnTo>
                  <a:pt x="752856" y="466343"/>
                </a:lnTo>
                <a:lnTo>
                  <a:pt x="769619" y="458724"/>
                </a:lnTo>
                <a:lnTo>
                  <a:pt x="815340" y="431291"/>
                </a:lnTo>
                <a:lnTo>
                  <a:pt x="829056" y="420624"/>
                </a:lnTo>
                <a:lnTo>
                  <a:pt x="841248" y="411479"/>
                </a:lnTo>
                <a:lnTo>
                  <a:pt x="853440" y="400812"/>
                </a:lnTo>
                <a:lnTo>
                  <a:pt x="864108" y="388619"/>
                </a:lnTo>
                <a:lnTo>
                  <a:pt x="874776" y="377951"/>
                </a:lnTo>
                <a:lnTo>
                  <a:pt x="893063" y="353567"/>
                </a:lnTo>
                <a:lnTo>
                  <a:pt x="899160" y="341375"/>
                </a:lnTo>
                <a:lnTo>
                  <a:pt x="906780" y="329183"/>
                </a:lnTo>
                <a:lnTo>
                  <a:pt x="911352" y="316991"/>
                </a:lnTo>
                <a:lnTo>
                  <a:pt x="915924" y="303275"/>
                </a:lnTo>
                <a:lnTo>
                  <a:pt x="918972" y="289560"/>
                </a:lnTo>
                <a:lnTo>
                  <a:pt x="920496" y="275843"/>
                </a:lnTo>
                <a:lnTo>
                  <a:pt x="920496" y="248412"/>
                </a:lnTo>
                <a:lnTo>
                  <a:pt x="918972" y="234695"/>
                </a:lnTo>
                <a:lnTo>
                  <a:pt x="915924" y="222503"/>
                </a:lnTo>
                <a:lnTo>
                  <a:pt x="911352" y="208787"/>
                </a:lnTo>
                <a:lnTo>
                  <a:pt x="905256" y="196595"/>
                </a:lnTo>
                <a:lnTo>
                  <a:pt x="899160" y="182879"/>
                </a:lnTo>
                <a:lnTo>
                  <a:pt x="874776" y="147827"/>
                </a:lnTo>
                <a:lnTo>
                  <a:pt x="841248" y="114300"/>
                </a:lnTo>
                <a:lnTo>
                  <a:pt x="800100" y="85343"/>
                </a:lnTo>
                <a:lnTo>
                  <a:pt x="752856" y="59436"/>
                </a:lnTo>
                <a:lnTo>
                  <a:pt x="697992" y="36575"/>
                </a:lnTo>
                <a:lnTo>
                  <a:pt x="638556" y="19812"/>
                </a:lnTo>
                <a:lnTo>
                  <a:pt x="617219" y="15239"/>
                </a:lnTo>
                <a:lnTo>
                  <a:pt x="597408" y="10667"/>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0" name="object 10"/>
          <p:cNvSpPr txBox="1"/>
          <p:nvPr/>
        </p:nvSpPr>
        <p:spPr>
          <a:xfrm>
            <a:off x="1670784" y="2365603"/>
            <a:ext cx="1047402" cy="240450"/>
          </a:xfrm>
          <a:prstGeom prst="rect">
            <a:avLst/>
          </a:prstGeom>
        </p:spPr>
        <p:txBody>
          <a:bodyPr vert="horz" wrap="square" lIns="0" tIns="12700" rIns="0" bIns="0" rtlCol="0">
            <a:spAutoFit/>
          </a:bodyPr>
          <a:lstStyle/>
          <a:p>
            <a:pPr marL="30480" marR="5080" lvl="0" indent="-18415" algn="ctr" defTabSz="914400" rtl="0" eaLnBrk="1" fontAlgn="auto" latinLnBrk="0" hangingPunct="1">
              <a:lnSpc>
                <a:spcPct val="102099"/>
              </a:lnSpc>
              <a:spcBef>
                <a:spcPts val="100"/>
              </a:spcBef>
              <a:spcAft>
                <a:spcPts val="0"/>
              </a:spcAft>
              <a:buClrTx/>
              <a:buSzTx/>
              <a:buFontTx/>
              <a:buNone/>
              <a:tabLst/>
              <a:defRPr/>
            </a:pPr>
            <a:r>
              <a:rPr kumimoji="0" sz="1450" b="1" i="0" u="none" strike="noStrike" kern="1200" cap="none" spc="-100" normalizeH="0" baseline="0" noProof="0" dirty="0">
                <a:ln>
                  <a:noFill/>
                </a:ln>
                <a:solidFill>
                  <a:srgbClr val="595959">
                    <a:lumMod val="50000"/>
                  </a:srgbClr>
                </a:solidFill>
                <a:effectLst/>
                <a:uLnTx/>
                <a:uFillTx/>
                <a:latin typeface="Arial"/>
                <a:ea typeface="微软雅黑"/>
                <a:cs typeface="Arial"/>
              </a:rPr>
              <a:t>SI</a:t>
            </a:r>
            <a:r>
              <a:rPr kumimoji="0" sz="1450" b="1" i="0" u="none" strike="noStrike" kern="1200" cap="none" spc="-145" normalizeH="0" baseline="0" noProof="0" dirty="0">
                <a:ln>
                  <a:noFill/>
                </a:ln>
                <a:solidFill>
                  <a:srgbClr val="595959">
                    <a:lumMod val="50000"/>
                  </a:srgbClr>
                </a:solidFill>
                <a:effectLst/>
                <a:uLnTx/>
                <a:uFillTx/>
                <a:latin typeface="Arial"/>
                <a:ea typeface="微软雅黑"/>
                <a:cs typeface="Arial"/>
              </a:rPr>
              <a:t>N</a:t>
            </a:r>
            <a:r>
              <a:rPr kumimoji="0" sz="1450" b="1" i="0" u="none" strike="noStrike" kern="1200" cap="none" spc="-65" normalizeH="0" baseline="0" noProof="0" dirty="0">
                <a:ln>
                  <a:noFill/>
                </a:ln>
                <a:solidFill>
                  <a:srgbClr val="595959">
                    <a:lumMod val="50000"/>
                  </a:srgbClr>
                </a:solidFill>
                <a:effectLst/>
                <a:uLnTx/>
                <a:uFillTx/>
                <a:latin typeface="Arial"/>
                <a:ea typeface="微软雅黑"/>
                <a:cs typeface="Arial"/>
              </a:rPr>
              <a:t>H  </a:t>
            </a:r>
            <a:r>
              <a:rPr kumimoji="0" sz="1450" b="1" i="0" u="none" strike="noStrike" kern="1200" cap="none" spc="-165" normalizeH="0" baseline="0" noProof="0" dirty="0">
                <a:ln>
                  <a:noFill/>
                </a:ln>
                <a:solidFill>
                  <a:srgbClr val="595959">
                    <a:lumMod val="50000"/>
                  </a:srgbClr>
                </a:solidFill>
                <a:effectLst/>
                <a:uLnTx/>
                <a:uFillTx/>
                <a:latin typeface="Arial"/>
                <a:ea typeface="微软雅黑"/>
                <a:cs typeface="Arial"/>
              </a:rPr>
              <a:t>HỌC</a:t>
            </a:r>
            <a:endParaRPr kumimoji="0" sz="14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11" name="object 11"/>
          <p:cNvSpPr/>
          <p:nvPr/>
        </p:nvSpPr>
        <p:spPr>
          <a:xfrm>
            <a:off x="3067322" y="2265214"/>
            <a:ext cx="1286164" cy="456079"/>
          </a:xfrm>
          <a:custGeom>
            <a:avLst/>
            <a:gdLst/>
            <a:ahLst/>
            <a:cxnLst/>
            <a:rect l="l" t="t" r="r" b="b"/>
            <a:pathLst>
              <a:path w="1061085" h="516889">
                <a:moveTo>
                  <a:pt x="530351" y="0"/>
                </a:moveTo>
                <a:lnTo>
                  <a:pt x="468556" y="1740"/>
                </a:lnTo>
                <a:lnTo>
                  <a:pt x="408840" y="6829"/>
                </a:lnTo>
                <a:lnTo>
                  <a:pt x="351604" y="15070"/>
                </a:lnTo>
                <a:lnTo>
                  <a:pt x="297246" y="26267"/>
                </a:lnTo>
                <a:lnTo>
                  <a:pt x="246168" y="40224"/>
                </a:lnTo>
                <a:lnTo>
                  <a:pt x="198768" y="56743"/>
                </a:lnTo>
                <a:lnTo>
                  <a:pt x="155447" y="75628"/>
                </a:lnTo>
                <a:lnTo>
                  <a:pt x="116605" y="96682"/>
                </a:lnTo>
                <a:lnTo>
                  <a:pt x="82642" y="119710"/>
                </a:lnTo>
                <a:lnTo>
                  <a:pt x="30950" y="170896"/>
                </a:lnTo>
                <a:lnTo>
                  <a:pt x="3572" y="227614"/>
                </a:lnTo>
                <a:lnTo>
                  <a:pt x="0" y="257556"/>
                </a:lnTo>
                <a:lnTo>
                  <a:pt x="3572" y="287801"/>
                </a:lnTo>
                <a:lnTo>
                  <a:pt x="30950" y="345000"/>
                </a:lnTo>
                <a:lnTo>
                  <a:pt x="82642" y="396521"/>
                </a:lnTo>
                <a:lnTo>
                  <a:pt x="116605" y="419668"/>
                </a:lnTo>
                <a:lnTo>
                  <a:pt x="155448" y="440817"/>
                </a:lnTo>
                <a:lnTo>
                  <a:pt x="198768" y="459772"/>
                </a:lnTo>
                <a:lnTo>
                  <a:pt x="246168" y="476342"/>
                </a:lnTo>
                <a:lnTo>
                  <a:pt x="297246" y="490332"/>
                </a:lnTo>
                <a:lnTo>
                  <a:pt x="351604" y="501550"/>
                </a:lnTo>
                <a:lnTo>
                  <a:pt x="408840" y="509802"/>
                </a:lnTo>
                <a:lnTo>
                  <a:pt x="468556" y="514895"/>
                </a:lnTo>
                <a:lnTo>
                  <a:pt x="530351" y="516636"/>
                </a:lnTo>
                <a:lnTo>
                  <a:pt x="592147" y="514895"/>
                </a:lnTo>
                <a:lnTo>
                  <a:pt x="651863" y="509802"/>
                </a:lnTo>
                <a:lnTo>
                  <a:pt x="709099" y="501550"/>
                </a:lnTo>
                <a:lnTo>
                  <a:pt x="763457" y="490332"/>
                </a:lnTo>
                <a:lnTo>
                  <a:pt x="814535" y="476342"/>
                </a:lnTo>
                <a:lnTo>
                  <a:pt x="861935" y="459772"/>
                </a:lnTo>
                <a:lnTo>
                  <a:pt x="905256" y="440817"/>
                </a:lnTo>
                <a:lnTo>
                  <a:pt x="944098" y="419668"/>
                </a:lnTo>
                <a:lnTo>
                  <a:pt x="978061" y="396521"/>
                </a:lnTo>
                <a:lnTo>
                  <a:pt x="1029753" y="345000"/>
                </a:lnTo>
                <a:lnTo>
                  <a:pt x="1057131" y="287801"/>
                </a:lnTo>
                <a:lnTo>
                  <a:pt x="1060704" y="257556"/>
                </a:lnTo>
                <a:lnTo>
                  <a:pt x="1057131" y="227614"/>
                </a:lnTo>
                <a:lnTo>
                  <a:pt x="1029753" y="170896"/>
                </a:lnTo>
                <a:lnTo>
                  <a:pt x="978061" y="119710"/>
                </a:lnTo>
                <a:lnTo>
                  <a:pt x="944098" y="96682"/>
                </a:lnTo>
                <a:lnTo>
                  <a:pt x="905256" y="75628"/>
                </a:lnTo>
                <a:lnTo>
                  <a:pt x="861935" y="56743"/>
                </a:lnTo>
                <a:lnTo>
                  <a:pt x="814535" y="40224"/>
                </a:lnTo>
                <a:lnTo>
                  <a:pt x="763457" y="26267"/>
                </a:lnTo>
                <a:lnTo>
                  <a:pt x="709099" y="15070"/>
                </a:lnTo>
                <a:lnTo>
                  <a:pt x="651863" y="6829"/>
                </a:lnTo>
                <a:lnTo>
                  <a:pt x="592147" y="1740"/>
                </a:lnTo>
                <a:lnTo>
                  <a:pt x="530351"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2" name="object 12"/>
          <p:cNvSpPr/>
          <p:nvPr/>
        </p:nvSpPr>
        <p:spPr>
          <a:xfrm>
            <a:off x="3061779" y="2261180"/>
            <a:ext cx="1299248" cy="463924"/>
          </a:xfrm>
          <a:custGeom>
            <a:avLst/>
            <a:gdLst/>
            <a:ahLst/>
            <a:cxnLst/>
            <a:rect l="l" t="t" r="r" b="b"/>
            <a:pathLst>
              <a:path w="1071879" h="525780">
                <a:moveTo>
                  <a:pt x="562356" y="0"/>
                </a:moveTo>
                <a:lnTo>
                  <a:pt x="507492" y="0"/>
                </a:lnTo>
                <a:lnTo>
                  <a:pt x="428244" y="4571"/>
                </a:lnTo>
                <a:lnTo>
                  <a:pt x="376428" y="10667"/>
                </a:lnTo>
                <a:lnTo>
                  <a:pt x="327660" y="19812"/>
                </a:lnTo>
                <a:lnTo>
                  <a:pt x="303275" y="25907"/>
                </a:lnTo>
                <a:lnTo>
                  <a:pt x="280416" y="30479"/>
                </a:lnTo>
                <a:lnTo>
                  <a:pt x="259080" y="36575"/>
                </a:lnTo>
                <a:lnTo>
                  <a:pt x="236219" y="44195"/>
                </a:lnTo>
                <a:lnTo>
                  <a:pt x="216407" y="51815"/>
                </a:lnTo>
                <a:lnTo>
                  <a:pt x="195072" y="59436"/>
                </a:lnTo>
                <a:lnTo>
                  <a:pt x="156972" y="76200"/>
                </a:lnTo>
                <a:lnTo>
                  <a:pt x="106680" y="103631"/>
                </a:lnTo>
                <a:lnTo>
                  <a:pt x="65531" y="135636"/>
                </a:lnTo>
                <a:lnTo>
                  <a:pt x="32004" y="170687"/>
                </a:lnTo>
                <a:lnTo>
                  <a:pt x="10668" y="208787"/>
                </a:lnTo>
                <a:lnTo>
                  <a:pt x="0" y="249936"/>
                </a:lnTo>
                <a:lnTo>
                  <a:pt x="0" y="277367"/>
                </a:lnTo>
                <a:lnTo>
                  <a:pt x="10668" y="316991"/>
                </a:lnTo>
                <a:lnTo>
                  <a:pt x="42672" y="367283"/>
                </a:lnTo>
                <a:lnTo>
                  <a:pt x="77724" y="400812"/>
                </a:lnTo>
                <a:lnTo>
                  <a:pt x="92963" y="411479"/>
                </a:lnTo>
                <a:lnTo>
                  <a:pt x="106680" y="422148"/>
                </a:lnTo>
                <a:lnTo>
                  <a:pt x="140207" y="440436"/>
                </a:lnTo>
                <a:lnTo>
                  <a:pt x="176784" y="458724"/>
                </a:lnTo>
                <a:lnTo>
                  <a:pt x="216407" y="473963"/>
                </a:lnTo>
                <a:lnTo>
                  <a:pt x="259080" y="489203"/>
                </a:lnTo>
                <a:lnTo>
                  <a:pt x="304800" y="499871"/>
                </a:lnTo>
                <a:lnTo>
                  <a:pt x="327660" y="505967"/>
                </a:lnTo>
                <a:lnTo>
                  <a:pt x="376428" y="515112"/>
                </a:lnTo>
                <a:lnTo>
                  <a:pt x="428244" y="521207"/>
                </a:lnTo>
                <a:lnTo>
                  <a:pt x="507492" y="525779"/>
                </a:lnTo>
                <a:lnTo>
                  <a:pt x="562356" y="525779"/>
                </a:lnTo>
                <a:lnTo>
                  <a:pt x="643128" y="521207"/>
                </a:lnTo>
                <a:lnTo>
                  <a:pt x="669036" y="518160"/>
                </a:lnTo>
                <a:lnTo>
                  <a:pt x="685292" y="515112"/>
                </a:lnTo>
                <a:lnTo>
                  <a:pt x="507492" y="515112"/>
                </a:lnTo>
                <a:lnTo>
                  <a:pt x="428244" y="510539"/>
                </a:lnTo>
                <a:lnTo>
                  <a:pt x="377951" y="504443"/>
                </a:lnTo>
                <a:lnTo>
                  <a:pt x="329184" y="495300"/>
                </a:lnTo>
                <a:lnTo>
                  <a:pt x="283463" y="484631"/>
                </a:lnTo>
                <a:lnTo>
                  <a:pt x="240792" y="472439"/>
                </a:lnTo>
                <a:lnTo>
                  <a:pt x="179831" y="449579"/>
                </a:lnTo>
                <a:lnTo>
                  <a:pt x="163068" y="440436"/>
                </a:lnTo>
                <a:lnTo>
                  <a:pt x="144780" y="431291"/>
                </a:lnTo>
                <a:lnTo>
                  <a:pt x="128016" y="422148"/>
                </a:lnTo>
                <a:lnTo>
                  <a:pt x="112775" y="413003"/>
                </a:lnTo>
                <a:lnTo>
                  <a:pt x="97536" y="402336"/>
                </a:lnTo>
                <a:lnTo>
                  <a:pt x="85343" y="391667"/>
                </a:lnTo>
                <a:lnTo>
                  <a:pt x="71628" y="382524"/>
                </a:lnTo>
                <a:lnTo>
                  <a:pt x="60960" y="370331"/>
                </a:lnTo>
                <a:lnTo>
                  <a:pt x="50292" y="359663"/>
                </a:lnTo>
                <a:lnTo>
                  <a:pt x="41148" y="347471"/>
                </a:lnTo>
                <a:lnTo>
                  <a:pt x="19812" y="312419"/>
                </a:lnTo>
                <a:lnTo>
                  <a:pt x="10668" y="275843"/>
                </a:lnTo>
                <a:lnTo>
                  <a:pt x="10668" y="249936"/>
                </a:lnTo>
                <a:lnTo>
                  <a:pt x="25907" y="201167"/>
                </a:lnTo>
                <a:lnTo>
                  <a:pt x="50292" y="166115"/>
                </a:lnTo>
                <a:lnTo>
                  <a:pt x="85343" y="132587"/>
                </a:lnTo>
                <a:lnTo>
                  <a:pt x="99060" y="123443"/>
                </a:lnTo>
                <a:lnTo>
                  <a:pt x="112775" y="112775"/>
                </a:lnTo>
                <a:lnTo>
                  <a:pt x="181356" y="76200"/>
                </a:lnTo>
                <a:lnTo>
                  <a:pt x="219456" y="60960"/>
                </a:lnTo>
                <a:lnTo>
                  <a:pt x="283463" y="41148"/>
                </a:lnTo>
                <a:lnTo>
                  <a:pt x="329184" y="30479"/>
                </a:lnTo>
                <a:lnTo>
                  <a:pt x="377951" y="21336"/>
                </a:lnTo>
                <a:lnTo>
                  <a:pt x="428244" y="15239"/>
                </a:lnTo>
                <a:lnTo>
                  <a:pt x="507492" y="10667"/>
                </a:lnTo>
                <a:lnTo>
                  <a:pt x="693419" y="10667"/>
                </a:lnTo>
                <a:lnTo>
                  <a:pt x="643128" y="4571"/>
                </a:lnTo>
                <a:lnTo>
                  <a:pt x="562356" y="0"/>
                </a:lnTo>
                <a:close/>
              </a:path>
              <a:path w="1071879" h="525780">
                <a:moveTo>
                  <a:pt x="693419" y="10667"/>
                </a:moveTo>
                <a:lnTo>
                  <a:pt x="562356" y="10667"/>
                </a:lnTo>
                <a:lnTo>
                  <a:pt x="641604" y="15239"/>
                </a:lnTo>
                <a:lnTo>
                  <a:pt x="691895" y="21336"/>
                </a:lnTo>
                <a:lnTo>
                  <a:pt x="740663" y="30479"/>
                </a:lnTo>
                <a:lnTo>
                  <a:pt x="809244" y="47243"/>
                </a:lnTo>
                <a:lnTo>
                  <a:pt x="890016" y="76200"/>
                </a:lnTo>
                <a:lnTo>
                  <a:pt x="941832" y="103631"/>
                </a:lnTo>
                <a:lnTo>
                  <a:pt x="972312" y="123443"/>
                </a:lnTo>
                <a:lnTo>
                  <a:pt x="986028" y="132587"/>
                </a:lnTo>
                <a:lnTo>
                  <a:pt x="998219" y="143255"/>
                </a:lnTo>
                <a:lnTo>
                  <a:pt x="1010412" y="155448"/>
                </a:lnTo>
                <a:lnTo>
                  <a:pt x="1019556" y="166115"/>
                </a:lnTo>
                <a:lnTo>
                  <a:pt x="1030223" y="176783"/>
                </a:lnTo>
                <a:lnTo>
                  <a:pt x="1050035" y="213360"/>
                </a:lnTo>
                <a:lnTo>
                  <a:pt x="1060704" y="263651"/>
                </a:lnTo>
                <a:lnTo>
                  <a:pt x="1057656" y="288036"/>
                </a:lnTo>
                <a:lnTo>
                  <a:pt x="1037844" y="336803"/>
                </a:lnTo>
                <a:lnTo>
                  <a:pt x="1019556" y="359663"/>
                </a:lnTo>
                <a:lnTo>
                  <a:pt x="1010412" y="371855"/>
                </a:lnTo>
                <a:lnTo>
                  <a:pt x="986028" y="393191"/>
                </a:lnTo>
                <a:lnTo>
                  <a:pt x="972312" y="402336"/>
                </a:lnTo>
                <a:lnTo>
                  <a:pt x="957071" y="413003"/>
                </a:lnTo>
                <a:lnTo>
                  <a:pt x="908304" y="440436"/>
                </a:lnTo>
                <a:lnTo>
                  <a:pt x="830580" y="472439"/>
                </a:lnTo>
                <a:lnTo>
                  <a:pt x="763524" y="490727"/>
                </a:lnTo>
                <a:lnTo>
                  <a:pt x="691895" y="504443"/>
                </a:lnTo>
                <a:lnTo>
                  <a:pt x="641604" y="510539"/>
                </a:lnTo>
                <a:lnTo>
                  <a:pt x="562356" y="515112"/>
                </a:lnTo>
                <a:lnTo>
                  <a:pt x="685292" y="515112"/>
                </a:lnTo>
                <a:lnTo>
                  <a:pt x="693419" y="513588"/>
                </a:lnTo>
                <a:lnTo>
                  <a:pt x="719328" y="510539"/>
                </a:lnTo>
                <a:lnTo>
                  <a:pt x="742188" y="505967"/>
                </a:lnTo>
                <a:lnTo>
                  <a:pt x="766572" y="499871"/>
                </a:lnTo>
                <a:lnTo>
                  <a:pt x="789432" y="495300"/>
                </a:lnTo>
                <a:lnTo>
                  <a:pt x="812292" y="489203"/>
                </a:lnTo>
                <a:lnTo>
                  <a:pt x="854963" y="473963"/>
                </a:lnTo>
                <a:lnTo>
                  <a:pt x="894588" y="458724"/>
                </a:lnTo>
                <a:lnTo>
                  <a:pt x="931164" y="440436"/>
                </a:lnTo>
                <a:lnTo>
                  <a:pt x="978407" y="411479"/>
                </a:lnTo>
                <a:lnTo>
                  <a:pt x="1028700" y="367283"/>
                </a:lnTo>
                <a:lnTo>
                  <a:pt x="1054608" y="329183"/>
                </a:lnTo>
                <a:lnTo>
                  <a:pt x="1068323" y="289560"/>
                </a:lnTo>
                <a:lnTo>
                  <a:pt x="1071371" y="262127"/>
                </a:lnTo>
                <a:lnTo>
                  <a:pt x="1068323" y="234695"/>
                </a:lnTo>
                <a:lnTo>
                  <a:pt x="1065276" y="220979"/>
                </a:lnTo>
                <a:lnTo>
                  <a:pt x="1059180" y="208787"/>
                </a:lnTo>
                <a:lnTo>
                  <a:pt x="1053083" y="195071"/>
                </a:lnTo>
                <a:lnTo>
                  <a:pt x="1037844" y="170687"/>
                </a:lnTo>
                <a:lnTo>
                  <a:pt x="1027176" y="158495"/>
                </a:lnTo>
                <a:lnTo>
                  <a:pt x="1016507" y="147827"/>
                </a:lnTo>
                <a:lnTo>
                  <a:pt x="1005840" y="135636"/>
                </a:lnTo>
                <a:lnTo>
                  <a:pt x="978407" y="114300"/>
                </a:lnTo>
                <a:lnTo>
                  <a:pt x="963168" y="103631"/>
                </a:lnTo>
                <a:lnTo>
                  <a:pt x="947928" y="94487"/>
                </a:lnTo>
                <a:lnTo>
                  <a:pt x="929640" y="85343"/>
                </a:lnTo>
                <a:lnTo>
                  <a:pt x="912876" y="76200"/>
                </a:lnTo>
                <a:lnTo>
                  <a:pt x="854963" y="51815"/>
                </a:lnTo>
                <a:lnTo>
                  <a:pt x="812292" y="36575"/>
                </a:lnTo>
                <a:lnTo>
                  <a:pt x="766572" y="25907"/>
                </a:lnTo>
                <a:lnTo>
                  <a:pt x="742188" y="19812"/>
                </a:lnTo>
                <a:lnTo>
                  <a:pt x="693419" y="10667"/>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3" name="object 13"/>
          <p:cNvSpPr txBox="1"/>
          <p:nvPr/>
        </p:nvSpPr>
        <p:spPr>
          <a:xfrm>
            <a:off x="3057815" y="2397987"/>
            <a:ext cx="1291707" cy="190309"/>
          </a:xfrm>
          <a:prstGeom prst="rect">
            <a:avLst/>
          </a:prstGeom>
        </p:spPr>
        <p:txBody>
          <a:bodyPr vert="horz" wrap="square" lIns="0" tIns="11430" rIns="0" bIns="0" rtlCol="0">
            <a:spAutoFit/>
          </a:bodyPr>
          <a:lstStyle/>
          <a:p>
            <a:pPr marL="12700" marR="5080" lvl="0" indent="93980" algn="l" defTabSz="914400" rtl="0" eaLnBrk="1" fontAlgn="auto" latinLnBrk="0" hangingPunct="1">
              <a:lnSpc>
                <a:spcPct val="100800"/>
              </a:lnSpc>
              <a:spcBef>
                <a:spcPts val="90"/>
              </a:spcBef>
              <a:spcAft>
                <a:spcPts val="0"/>
              </a:spcAft>
              <a:buClrTx/>
              <a:buSzTx/>
              <a:buFontTx/>
              <a:buNone/>
              <a:tabLst/>
              <a:defRPr/>
            </a:pPr>
            <a:r>
              <a:rPr kumimoji="0" sz="1150" b="1" i="0" u="none" strike="noStrike" kern="1200" cap="none" spc="-150" normalizeH="0" baseline="0" noProof="0" dirty="0">
                <a:ln>
                  <a:noFill/>
                </a:ln>
                <a:solidFill>
                  <a:srgbClr val="595959">
                    <a:lumMod val="50000"/>
                  </a:srgbClr>
                </a:solidFill>
                <a:effectLst/>
                <a:uLnTx/>
                <a:uFillTx/>
                <a:latin typeface="Arial"/>
                <a:ea typeface="微软雅黑"/>
                <a:cs typeface="Arial"/>
              </a:rPr>
              <a:t>CÔNG  </a:t>
            </a:r>
            <a:r>
              <a:rPr kumimoji="0" sz="1150" b="1" i="0" u="none" strike="noStrike" kern="1200" cap="none" spc="-140" normalizeH="0" baseline="0" noProof="0" dirty="0">
                <a:ln>
                  <a:noFill/>
                </a:ln>
                <a:solidFill>
                  <a:srgbClr val="595959">
                    <a:lumMod val="50000"/>
                  </a:srgbClr>
                </a:solidFill>
                <a:effectLst/>
                <a:uLnTx/>
                <a:uFillTx/>
                <a:latin typeface="Arial"/>
                <a:ea typeface="微软雅黑"/>
                <a:cs typeface="Arial"/>
              </a:rPr>
              <a:t>NGHỆ</a:t>
            </a:r>
            <a:r>
              <a:rPr kumimoji="0" sz="1150" b="1" i="0" u="none" strike="noStrike" kern="1200" cap="none" spc="-130" normalizeH="0" baseline="0" noProof="0" dirty="0">
                <a:ln>
                  <a:noFill/>
                </a:ln>
                <a:solidFill>
                  <a:srgbClr val="595959">
                    <a:lumMod val="50000"/>
                  </a:srgbClr>
                </a:solidFill>
                <a:effectLst/>
                <a:uLnTx/>
                <a:uFillTx/>
                <a:latin typeface="Arial"/>
                <a:ea typeface="微软雅黑"/>
                <a:cs typeface="Arial"/>
              </a:rPr>
              <a:t> </a:t>
            </a:r>
            <a:r>
              <a:rPr kumimoji="0" sz="1150" b="1" i="0" u="none" strike="noStrike" kern="1200" cap="none" spc="-170" normalizeH="0" baseline="0" noProof="0" dirty="0">
                <a:ln>
                  <a:noFill/>
                </a:ln>
                <a:solidFill>
                  <a:srgbClr val="595959">
                    <a:lumMod val="50000"/>
                  </a:srgbClr>
                </a:solidFill>
                <a:effectLst/>
                <a:uLnTx/>
                <a:uFillTx/>
                <a:latin typeface="Arial"/>
                <a:ea typeface="微软雅黑"/>
                <a:cs typeface="Arial"/>
              </a:rPr>
              <a:t>SỐ</a:t>
            </a:r>
            <a:endParaRPr kumimoji="0" sz="11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14" name="object 14"/>
          <p:cNvSpPr txBox="1"/>
          <p:nvPr/>
        </p:nvSpPr>
        <p:spPr>
          <a:xfrm>
            <a:off x="6752600" y="3539158"/>
            <a:ext cx="4495622" cy="1229183"/>
          </a:xfrm>
          <a:prstGeom prst="rect">
            <a:avLst/>
          </a:prstGeom>
        </p:spPr>
        <p:txBody>
          <a:bodyPr vert="horz" wrap="square" lIns="0" tIns="150495" rIns="0" bIns="0" rtlCol="0">
            <a:spAutoFit/>
          </a:bodyPr>
          <a:lstStyle/>
          <a:p>
            <a:pPr marL="527685" marR="0" lvl="0" indent="0" algn="ctr" defTabSz="914400" rtl="0" eaLnBrk="1" fontAlgn="auto" latinLnBrk="0" hangingPunct="1">
              <a:lnSpc>
                <a:spcPct val="100000"/>
              </a:lnSpc>
              <a:spcBef>
                <a:spcPts val="1185"/>
              </a:spcBef>
              <a:spcAft>
                <a:spcPts val="0"/>
              </a:spcAft>
              <a:buClrTx/>
              <a:buSzTx/>
              <a:buFontTx/>
              <a:buNone/>
              <a:tabLst/>
              <a:defRPr/>
            </a:pPr>
            <a:r>
              <a:rPr kumimoji="0" lang="en-US" sz="4000" b="1" i="0" u="none" strike="noStrike" kern="1200" cap="none" spc="-125" normalizeH="0" baseline="0" noProof="0">
                <a:ln>
                  <a:noFill/>
                </a:ln>
                <a:solidFill>
                  <a:srgbClr val="0070C0"/>
                </a:solidFill>
                <a:effectLst/>
                <a:uLnTx/>
                <a:uFillTx/>
                <a:latin typeface="Arial"/>
                <a:ea typeface="微软雅黑"/>
                <a:cs typeface="Arial"/>
              </a:rPr>
              <a:t>4 Thế giới</a:t>
            </a:r>
            <a:endParaRPr kumimoji="0" lang="en-US" sz="4000" b="1" i="0" u="none" strike="noStrike" kern="1200" cap="none" spc="-220" normalizeH="0" baseline="0" noProof="0">
              <a:ln>
                <a:noFill/>
              </a:ln>
              <a:solidFill>
                <a:srgbClr val="0070C0"/>
              </a:solidFill>
              <a:effectLst/>
              <a:uLnTx/>
              <a:uFillTx/>
              <a:latin typeface="Arial"/>
              <a:ea typeface="微软雅黑"/>
              <a:cs typeface="Arial"/>
            </a:endParaRPr>
          </a:p>
          <a:p>
            <a:pPr marL="527685" marR="0" lvl="0" indent="0" algn="ctr" defTabSz="914400" rtl="0" eaLnBrk="1" fontAlgn="auto" latinLnBrk="0" hangingPunct="1">
              <a:lnSpc>
                <a:spcPct val="100000"/>
              </a:lnSpc>
              <a:spcBef>
                <a:spcPts val="1185"/>
              </a:spcBef>
              <a:spcAft>
                <a:spcPts val="0"/>
              </a:spcAft>
              <a:buClrTx/>
              <a:buSzTx/>
              <a:buFontTx/>
              <a:buNone/>
              <a:tabLst/>
              <a:defRPr/>
            </a:pPr>
            <a:r>
              <a:rPr kumimoji="0" sz="2000" b="1" i="0" u="none" strike="noStrike" kern="1200" cap="none" spc="-65" normalizeH="0" baseline="0" noProof="0">
                <a:ln>
                  <a:noFill/>
                </a:ln>
                <a:solidFill>
                  <a:srgbClr val="0070C0"/>
                </a:solidFill>
                <a:effectLst/>
                <a:uLnTx/>
                <a:uFillTx/>
                <a:latin typeface="Arial"/>
                <a:ea typeface="微软雅黑"/>
                <a:cs typeface="Arial"/>
              </a:rPr>
              <a:t>Kết</a:t>
            </a:r>
            <a:r>
              <a:rPr kumimoji="0" sz="2000" b="1" i="0" u="none" strike="noStrike" kern="1200" cap="none" spc="-155" normalizeH="0" baseline="0" noProof="0">
                <a:ln>
                  <a:noFill/>
                </a:ln>
                <a:solidFill>
                  <a:srgbClr val="0070C0"/>
                </a:solidFill>
                <a:effectLst/>
                <a:uLnTx/>
                <a:uFillTx/>
                <a:latin typeface="Arial"/>
                <a:ea typeface="微软雅黑"/>
                <a:cs typeface="Arial"/>
              </a:rPr>
              <a:t> </a:t>
            </a:r>
            <a:r>
              <a:rPr kumimoji="0" sz="2000" b="1" i="0" u="none" strike="noStrike" kern="1200" cap="none" spc="-100" normalizeH="0" baseline="0" noProof="0">
                <a:ln>
                  <a:noFill/>
                </a:ln>
                <a:solidFill>
                  <a:srgbClr val="0070C0"/>
                </a:solidFill>
                <a:effectLst/>
                <a:uLnTx/>
                <a:uFillTx/>
                <a:latin typeface="Arial"/>
                <a:ea typeface="微软雅黑"/>
                <a:cs typeface="Arial"/>
              </a:rPr>
              <a:t>nối</a:t>
            </a:r>
            <a:r>
              <a:rPr kumimoji="0" lang="en-US" sz="2000" b="1" i="0" u="none" strike="noStrike" kern="1200" cap="none" spc="-100" normalizeH="0" baseline="0" noProof="0">
                <a:ln>
                  <a:noFill/>
                </a:ln>
                <a:solidFill>
                  <a:srgbClr val="0070C0"/>
                </a:solidFill>
                <a:effectLst/>
                <a:uLnTx/>
                <a:uFillTx/>
                <a:latin typeface="Arial"/>
                <a:ea typeface="微软雅黑"/>
                <a:cs typeface="Arial"/>
              </a:rPr>
              <a:t> </a:t>
            </a:r>
            <a:r>
              <a:rPr kumimoji="0" sz="2000" b="1" i="0" u="none" strike="noStrike" kern="1200" cap="none" spc="-114" normalizeH="0" baseline="0" noProof="0">
                <a:ln>
                  <a:noFill/>
                </a:ln>
                <a:solidFill>
                  <a:srgbClr val="0070C0"/>
                </a:solidFill>
                <a:effectLst/>
                <a:uLnTx/>
                <a:uFillTx/>
                <a:latin typeface="Arial"/>
                <a:ea typeface="微软雅黑"/>
                <a:cs typeface="Arial"/>
              </a:rPr>
              <a:t>RỘNG </a:t>
            </a:r>
            <a:r>
              <a:rPr kumimoji="0" sz="2000" b="1" i="0" u="none" strike="noStrike" kern="1200" cap="none" spc="-75" normalizeH="0" baseline="0" noProof="0" dirty="0">
                <a:ln>
                  <a:noFill/>
                </a:ln>
                <a:solidFill>
                  <a:srgbClr val="0070C0"/>
                </a:solidFill>
                <a:effectLst/>
                <a:uLnTx/>
                <a:uFillTx/>
                <a:latin typeface="Arial"/>
                <a:ea typeface="微软雅黑"/>
                <a:cs typeface="Arial"/>
              </a:rPr>
              <a:t>(Wide</a:t>
            </a:r>
            <a:r>
              <a:rPr kumimoji="0" sz="2000" b="1" i="0" u="none" strike="noStrike" kern="1200" cap="none" spc="-305" normalizeH="0" baseline="0" noProof="0" dirty="0">
                <a:ln>
                  <a:noFill/>
                </a:ln>
                <a:solidFill>
                  <a:srgbClr val="0070C0"/>
                </a:solidFill>
                <a:effectLst/>
                <a:uLnTx/>
                <a:uFillTx/>
                <a:latin typeface="Arial"/>
                <a:ea typeface="微软雅黑"/>
                <a:cs typeface="Arial"/>
              </a:rPr>
              <a:t> </a:t>
            </a:r>
            <a:r>
              <a:rPr kumimoji="0" sz="2000" b="1" i="0" u="none" strike="noStrike" kern="1200" cap="none" spc="-120" normalizeH="0" baseline="0" noProof="0" dirty="0">
                <a:ln>
                  <a:noFill/>
                </a:ln>
                <a:solidFill>
                  <a:srgbClr val="0070C0"/>
                </a:solidFill>
                <a:effectLst/>
                <a:uLnTx/>
                <a:uFillTx/>
                <a:latin typeface="Arial"/>
                <a:ea typeface="微软雅黑"/>
                <a:cs typeface="Arial"/>
              </a:rPr>
              <a:t>Connect)</a:t>
            </a:r>
            <a:endParaRPr kumimoji="0" sz="2000" b="0" i="0" u="none" strike="noStrike" kern="1200" cap="none" spc="0" normalizeH="0" baseline="0" noProof="0">
              <a:ln>
                <a:noFill/>
              </a:ln>
              <a:solidFill>
                <a:srgbClr val="0070C0"/>
              </a:solidFill>
              <a:effectLst/>
              <a:uLnTx/>
              <a:uFillTx/>
              <a:latin typeface="Arial"/>
              <a:ea typeface="微软雅黑"/>
              <a:cs typeface="Arial"/>
            </a:endParaRPr>
          </a:p>
        </p:txBody>
      </p:sp>
      <p:sp>
        <p:nvSpPr>
          <p:cNvPr id="15" name="object 15"/>
          <p:cNvSpPr/>
          <p:nvPr/>
        </p:nvSpPr>
        <p:spPr>
          <a:xfrm>
            <a:off x="5581459" y="2259836"/>
            <a:ext cx="1480127" cy="456079"/>
          </a:xfrm>
          <a:custGeom>
            <a:avLst/>
            <a:gdLst/>
            <a:ahLst/>
            <a:cxnLst/>
            <a:rect l="l" t="t" r="r" b="b"/>
            <a:pathLst>
              <a:path w="1221104" h="516889">
                <a:moveTo>
                  <a:pt x="609600" y="0"/>
                </a:moveTo>
                <a:lnTo>
                  <a:pt x="543154" y="1517"/>
                </a:lnTo>
                <a:lnTo>
                  <a:pt x="478787" y="5964"/>
                </a:lnTo>
                <a:lnTo>
                  <a:pt x="416868" y="13179"/>
                </a:lnTo>
                <a:lnTo>
                  <a:pt x="357771" y="23004"/>
                </a:lnTo>
                <a:lnTo>
                  <a:pt x="301864" y="35277"/>
                </a:lnTo>
                <a:lnTo>
                  <a:pt x="249521" y="49840"/>
                </a:lnTo>
                <a:lnTo>
                  <a:pt x="201112" y="66533"/>
                </a:lnTo>
                <a:lnTo>
                  <a:pt x="157007" y="85195"/>
                </a:lnTo>
                <a:lnTo>
                  <a:pt x="117579" y="105668"/>
                </a:lnTo>
                <a:lnTo>
                  <a:pt x="83199" y="127790"/>
                </a:lnTo>
                <a:lnTo>
                  <a:pt x="31065" y="176345"/>
                </a:lnTo>
                <a:lnTo>
                  <a:pt x="3575" y="229581"/>
                </a:lnTo>
                <a:lnTo>
                  <a:pt x="0" y="257555"/>
                </a:lnTo>
                <a:lnTo>
                  <a:pt x="3575" y="285815"/>
                </a:lnTo>
                <a:lnTo>
                  <a:pt x="31065" y="339510"/>
                </a:lnTo>
                <a:lnTo>
                  <a:pt x="83199" y="388394"/>
                </a:lnTo>
                <a:lnTo>
                  <a:pt x="117579" y="410638"/>
                </a:lnTo>
                <a:lnTo>
                  <a:pt x="157007" y="431208"/>
                </a:lnTo>
                <a:lnTo>
                  <a:pt x="201112" y="449947"/>
                </a:lnTo>
                <a:lnTo>
                  <a:pt x="249521" y="466697"/>
                </a:lnTo>
                <a:lnTo>
                  <a:pt x="301864" y="481301"/>
                </a:lnTo>
                <a:lnTo>
                  <a:pt x="357771" y="493603"/>
                </a:lnTo>
                <a:lnTo>
                  <a:pt x="416868" y="503444"/>
                </a:lnTo>
                <a:lnTo>
                  <a:pt x="478787" y="510668"/>
                </a:lnTo>
                <a:lnTo>
                  <a:pt x="543154" y="515117"/>
                </a:lnTo>
                <a:lnTo>
                  <a:pt x="609600" y="516636"/>
                </a:lnTo>
                <a:lnTo>
                  <a:pt x="676064" y="515117"/>
                </a:lnTo>
                <a:lnTo>
                  <a:pt x="740486" y="510668"/>
                </a:lnTo>
                <a:lnTo>
                  <a:pt x="802489" y="503444"/>
                </a:lnTo>
                <a:lnTo>
                  <a:pt x="861696" y="493603"/>
                </a:lnTo>
                <a:lnTo>
                  <a:pt x="917730" y="481301"/>
                </a:lnTo>
                <a:lnTo>
                  <a:pt x="970214" y="466697"/>
                </a:lnTo>
                <a:lnTo>
                  <a:pt x="1018773" y="449947"/>
                </a:lnTo>
                <a:lnTo>
                  <a:pt x="1063030" y="431208"/>
                </a:lnTo>
                <a:lnTo>
                  <a:pt x="1102607" y="410638"/>
                </a:lnTo>
                <a:lnTo>
                  <a:pt x="1137129" y="388394"/>
                </a:lnTo>
                <a:lnTo>
                  <a:pt x="1189500" y="339510"/>
                </a:lnTo>
                <a:lnTo>
                  <a:pt x="1217129" y="285815"/>
                </a:lnTo>
                <a:lnTo>
                  <a:pt x="1220724" y="257555"/>
                </a:lnTo>
                <a:lnTo>
                  <a:pt x="1217129" y="229581"/>
                </a:lnTo>
                <a:lnTo>
                  <a:pt x="1189500" y="176345"/>
                </a:lnTo>
                <a:lnTo>
                  <a:pt x="1137129" y="127790"/>
                </a:lnTo>
                <a:lnTo>
                  <a:pt x="1102607" y="105668"/>
                </a:lnTo>
                <a:lnTo>
                  <a:pt x="1063030" y="85195"/>
                </a:lnTo>
                <a:lnTo>
                  <a:pt x="1018773" y="66533"/>
                </a:lnTo>
                <a:lnTo>
                  <a:pt x="970214" y="49840"/>
                </a:lnTo>
                <a:lnTo>
                  <a:pt x="917730" y="35277"/>
                </a:lnTo>
                <a:lnTo>
                  <a:pt x="861696" y="23004"/>
                </a:lnTo>
                <a:lnTo>
                  <a:pt x="802489" y="13179"/>
                </a:lnTo>
                <a:lnTo>
                  <a:pt x="740486" y="5964"/>
                </a:lnTo>
                <a:lnTo>
                  <a:pt x="676064" y="1517"/>
                </a:lnTo>
                <a:lnTo>
                  <a:pt x="609600"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6" name="object 16"/>
          <p:cNvSpPr/>
          <p:nvPr/>
        </p:nvSpPr>
        <p:spPr>
          <a:xfrm>
            <a:off x="5574068" y="2255803"/>
            <a:ext cx="1493212" cy="463924"/>
          </a:xfrm>
          <a:custGeom>
            <a:avLst/>
            <a:gdLst/>
            <a:ahLst/>
            <a:cxnLst/>
            <a:rect l="l" t="t" r="r" b="b"/>
            <a:pathLst>
              <a:path w="1231900" h="525780">
                <a:moveTo>
                  <a:pt x="647700" y="0"/>
                </a:moveTo>
                <a:lnTo>
                  <a:pt x="583691" y="0"/>
                </a:lnTo>
                <a:lnTo>
                  <a:pt x="492251" y="4572"/>
                </a:lnTo>
                <a:lnTo>
                  <a:pt x="434339" y="10667"/>
                </a:lnTo>
                <a:lnTo>
                  <a:pt x="377951" y="19812"/>
                </a:lnTo>
                <a:lnTo>
                  <a:pt x="350519" y="25908"/>
                </a:lnTo>
                <a:lnTo>
                  <a:pt x="323088" y="30479"/>
                </a:lnTo>
                <a:lnTo>
                  <a:pt x="272795" y="44196"/>
                </a:lnTo>
                <a:lnTo>
                  <a:pt x="225551" y="59436"/>
                </a:lnTo>
                <a:lnTo>
                  <a:pt x="161543" y="85344"/>
                </a:lnTo>
                <a:lnTo>
                  <a:pt x="123443" y="103632"/>
                </a:lnTo>
                <a:lnTo>
                  <a:pt x="76200" y="135636"/>
                </a:lnTo>
                <a:lnTo>
                  <a:pt x="62483" y="147827"/>
                </a:lnTo>
                <a:lnTo>
                  <a:pt x="50291" y="158496"/>
                </a:lnTo>
                <a:lnTo>
                  <a:pt x="19812" y="195072"/>
                </a:lnTo>
                <a:lnTo>
                  <a:pt x="3048" y="236220"/>
                </a:lnTo>
                <a:lnTo>
                  <a:pt x="0" y="263651"/>
                </a:lnTo>
                <a:lnTo>
                  <a:pt x="3048" y="291084"/>
                </a:lnTo>
                <a:lnTo>
                  <a:pt x="7619" y="304800"/>
                </a:lnTo>
                <a:lnTo>
                  <a:pt x="13715" y="316991"/>
                </a:lnTo>
                <a:lnTo>
                  <a:pt x="19812" y="330708"/>
                </a:lnTo>
                <a:lnTo>
                  <a:pt x="38100" y="355091"/>
                </a:lnTo>
                <a:lnTo>
                  <a:pt x="50291" y="367284"/>
                </a:lnTo>
                <a:lnTo>
                  <a:pt x="62483" y="377951"/>
                </a:lnTo>
                <a:lnTo>
                  <a:pt x="76200" y="390144"/>
                </a:lnTo>
                <a:lnTo>
                  <a:pt x="124967" y="422148"/>
                </a:lnTo>
                <a:lnTo>
                  <a:pt x="161543" y="440436"/>
                </a:lnTo>
                <a:lnTo>
                  <a:pt x="204215" y="458724"/>
                </a:lnTo>
                <a:lnTo>
                  <a:pt x="249936" y="473963"/>
                </a:lnTo>
                <a:lnTo>
                  <a:pt x="272795" y="481584"/>
                </a:lnTo>
                <a:lnTo>
                  <a:pt x="298703" y="489203"/>
                </a:lnTo>
                <a:lnTo>
                  <a:pt x="324612" y="495300"/>
                </a:lnTo>
                <a:lnTo>
                  <a:pt x="350519" y="499872"/>
                </a:lnTo>
                <a:lnTo>
                  <a:pt x="377951" y="505967"/>
                </a:lnTo>
                <a:lnTo>
                  <a:pt x="405383" y="510539"/>
                </a:lnTo>
                <a:lnTo>
                  <a:pt x="434339" y="513588"/>
                </a:lnTo>
                <a:lnTo>
                  <a:pt x="463295" y="518160"/>
                </a:lnTo>
                <a:lnTo>
                  <a:pt x="492251" y="521208"/>
                </a:lnTo>
                <a:lnTo>
                  <a:pt x="585215" y="525779"/>
                </a:lnTo>
                <a:lnTo>
                  <a:pt x="647700" y="525779"/>
                </a:lnTo>
                <a:lnTo>
                  <a:pt x="739139" y="521208"/>
                </a:lnTo>
                <a:lnTo>
                  <a:pt x="769619" y="518160"/>
                </a:lnTo>
                <a:lnTo>
                  <a:pt x="788924" y="515112"/>
                </a:lnTo>
                <a:lnTo>
                  <a:pt x="585215" y="515112"/>
                </a:lnTo>
                <a:lnTo>
                  <a:pt x="493775" y="510539"/>
                </a:lnTo>
                <a:lnTo>
                  <a:pt x="435863" y="504444"/>
                </a:lnTo>
                <a:lnTo>
                  <a:pt x="352043" y="490727"/>
                </a:lnTo>
                <a:lnTo>
                  <a:pt x="300227" y="478536"/>
                </a:lnTo>
                <a:lnTo>
                  <a:pt x="275843" y="470915"/>
                </a:lnTo>
                <a:lnTo>
                  <a:pt x="252983" y="464820"/>
                </a:lnTo>
                <a:lnTo>
                  <a:pt x="207263" y="449579"/>
                </a:lnTo>
                <a:lnTo>
                  <a:pt x="166115" y="431291"/>
                </a:lnTo>
                <a:lnTo>
                  <a:pt x="129539" y="413003"/>
                </a:lnTo>
                <a:lnTo>
                  <a:pt x="82295" y="381000"/>
                </a:lnTo>
                <a:lnTo>
                  <a:pt x="45719" y="347472"/>
                </a:lnTo>
                <a:lnTo>
                  <a:pt x="16763" y="300227"/>
                </a:lnTo>
                <a:lnTo>
                  <a:pt x="10667" y="275844"/>
                </a:lnTo>
                <a:lnTo>
                  <a:pt x="10667" y="262127"/>
                </a:lnTo>
                <a:lnTo>
                  <a:pt x="22860" y="213360"/>
                </a:lnTo>
                <a:lnTo>
                  <a:pt x="47243" y="176784"/>
                </a:lnTo>
                <a:lnTo>
                  <a:pt x="82295" y="143256"/>
                </a:lnTo>
                <a:lnTo>
                  <a:pt x="112775" y="123444"/>
                </a:lnTo>
                <a:lnTo>
                  <a:pt x="129539" y="112775"/>
                </a:lnTo>
                <a:lnTo>
                  <a:pt x="166115" y="94487"/>
                </a:lnTo>
                <a:lnTo>
                  <a:pt x="207263" y="76200"/>
                </a:lnTo>
                <a:lnTo>
                  <a:pt x="275843" y="53339"/>
                </a:lnTo>
                <a:lnTo>
                  <a:pt x="352043" y="35051"/>
                </a:lnTo>
                <a:lnTo>
                  <a:pt x="435863" y="21336"/>
                </a:lnTo>
                <a:lnTo>
                  <a:pt x="493775" y="15239"/>
                </a:lnTo>
                <a:lnTo>
                  <a:pt x="524255" y="13715"/>
                </a:lnTo>
                <a:lnTo>
                  <a:pt x="553212" y="10667"/>
                </a:lnTo>
                <a:lnTo>
                  <a:pt x="798576" y="10667"/>
                </a:lnTo>
                <a:lnTo>
                  <a:pt x="739139" y="4572"/>
                </a:lnTo>
                <a:lnTo>
                  <a:pt x="647700" y="0"/>
                </a:lnTo>
                <a:close/>
              </a:path>
              <a:path w="1231900" h="525780">
                <a:moveTo>
                  <a:pt x="798576" y="10667"/>
                </a:moveTo>
                <a:lnTo>
                  <a:pt x="678179" y="10667"/>
                </a:lnTo>
                <a:lnTo>
                  <a:pt x="708660" y="13715"/>
                </a:lnTo>
                <a:lnTo>
                  <a:pt x="739139" y="15239"/>
                </a:lnTo>
                <a:lnTo>
                  <a:pt x="797051" y="21336"/>
                </a:lnTo>
                <a:lnTo>
                  <a:pt x="879348" y="35051"/>
                </a:lnTo>
                <a:lnTo>
                  <a:pt x="955548" y="53339"/>
                </a:lnTo>
                <a:lnTo>
                  <a:pt x="1002791" y="68579"/>
                </a:lnTo>
                <a:lnTo>
                  <a:pt x="1045463" y="85344"/>
                </a:lnTo>
                <a:lnTo>
                  <a:pt x="1085088" y="103632"/>
                </a:lnTo>
                <a:lnTo>
                  <a:pt x="1120139" y="123444"/>
                </a:lnTo>
                <a:lnTo>
                  <a:pt x="1162812" y="155448"/>
                </a:lnTo>
                <a:lnTo>
                  <a:pt x="1194815" y="188975"/>
                </a:lnTo>
                <a:lnTo>
                  <a:pt x="1219200" y="237744"/>
                </a:lnTo>
                <a:lnTo>
                  <a:pt x="1220724" y="249936"/>
                </a:lnTo>
                <a:lnTo>
                  <a:pt x="1220724" y="275844"/>
                </a:lnTo>
                <a:lnTo>
                  <a:pt x="1210055" y="312420"/>
                </a:lnTo>
                <a:lnTo>
                  <a:pt x="1185672" y="347472"/>
                </a:lnTo>
                <a:lnTo>
                  <a:pt x="1135379" y="391667"/>
                </a:lnTo>
                <a:lnTo>
                  <a:pt x="1103376" y="413003"/>
                </a:lnTo>
                <a:lnTo>
                  <a:pt x="1045463" y="440436"/>
                </a:lnTo>
                <a:lnTo>
                  <a:pt x="1002791" y="457200"/>
                </a:lnTo>
                <a:lnTo>
                  <a:pt x="955548" y="472439"/>
                </a:lnTo>
                <a:lnTo>
                  <a:pt x="879348" y="490727"/>
                </a:lnTo>
                <a:lnTo>
                  <a:pt x="797051" y="504444"/>
                </a:lnTo>
                <a:lnTo>
                  <a:pt x="739139" y="510539"/>
                </a:lnTo>
                <a:lnTo>
                  <a:pt x="647700" y="515112"/>
                </a:lnTo>
                <a:lnTo>
                  <a:pt x="788924" y="515112"/>
                </a:lnTo>
                <a:lnTo>
                  <a:pt x="798576" y="513588"/>
                </a:lnTo>
                <a:lnTo>
                  <a:pt x="827531" y="510539"/>
                </a:lnTo>
                <a:lnTo>
                  <a:pt x="854963" y="505967"/>
                </a:lnTo>
                <a:lnTo>
                  <a:pt x="882395" y="499872"/>
                </a:lnTo>
                <a:lnTo>
                  <a:pt x="908303" y="495300"/>
                </a:lnTo>
                <a:lnTo>
                  <a:pt x="934212" y="489203"/>
                </a:lnTo>
                <a:lnTo>
                  <a:pt x="982979" y="473963"/>
                </a:lnTo>
                <a:lnTo>
                  <a:pt x="1028700" y="458724"/>
                </a:lnTo>
                <a:lnTo>
                  <a:pt x="1089660" y="431291"/>
                </a:lnTo>
                <a:lnTo>
                  <a:pt x="1141476" y="400812"/>
                </a:lnTo>
                <a:lnTo>
                  <a:pt x="1170431" y="377951"/>
                </a:lnTo>
                <a:lnTo>
                  <a:pt x="1182624" y="367284"/>
                </a:lnTo>
                <a:lnTo>
                  <a:pt x="1203960" y="342900"/>
                </a:lnTo>
                <a:lnTo>
                  <a:pt x="1211579" y="329184"/>
                </a:lnTo>
                <a:lnTo>
                  <a:pt x="1219200" y="316991"/>
                </a:lnTo>
                <a:lnTo>
                  <a:pt x="1225295" y="303275"/>
                </a:lnTo>
                <a:lnTo>
                  <a:pt x="1231391" y="275844"/>
                </a:lnTo>
                <a:lnTo>
                  <a:pt x="1231391" y="248412"/>
                </a:lnTo>
                <a:lnTo>
                  <a:pt x="1219200" y="208787"/>
                </a:lnTo>
                <a:lnTo>
                  <a:pt x="1182624" y="158496"/>
                </a:lnTo>
                <a:lnTo>
                  <a:pt x="1141476" y="124967"/>
                </a:lnTo>
                <a:lnTo>
                  <a:pt x="1107948" y="103632"/>
                </a:lnTo>
                <a:lnTo>
                  <a:pt x="1089660" y="94487"/>
                </a:lnTo>
                <a:lnTo>
                  <a:pt x="1069848" y="83820"/>
                </a:lnTo>
                <a:lnTo>
                  <a:pt x="1050036" y="76200"/>
                </a:lnTo>
                <a:lnTo>
                  <a:pt x="1028700" y="67056"/>
                </a:lnTo>
                <a:lnTo>
                  <a:pt x="982979" y="51815"/>
                </a:lnTo>
                <a:lnTo>
                  <a:pt x="934212" y="36575"/>
                </a:lnTo>
                <a:lnTo>
                  <a:pt x="882395" y="24384"/>
                </a:lnTo>
                <a:lnTo>
                  <a:pt x="798576" y="10667"/>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7" name="object 17"/>
          <p:cNvSpPr txBox="1"/>
          <p:nvPr/>
        </p:nvSpPr>
        <p:spPr>
          <a:xfrm>
            <a:off x="5574069" y="2389574"/>
            <a:ext cx="1581744" cy="198068"/>
          </a:xfrm>
          <a:prstGeom prst="rect">
            <a:avLst/>
          </a:prstGeom>
        </p:spPr>
        <p:txBody>
          <a:bodyPr vert="horz" wrap="square" lIns="0" tIns="11430" rIns="0" bIns="0" rtlCol="0">
            <a:spAutoFit/>
          </a:bodyPr>
          <a:lstStyle/>
          <a:p>
            <a:pPr marL="12700" marR="5080" lvl="0" indent="16510" algn="l" defTabSz="914400" rtl="0" eaLnBrk="1" fontAlgn="auto" latinLnBrk="0" hangingPunct="1">
              <a:lnSpc>
                <a:spcPct val="100899"/>
              </a:lnSpc>
              <a:spcBef>
                <a:spcPts val="90"/>
              </a:spcBef>
              <a:spcAft>
                <a:spcPts val="0"/>
              </a:spcAft>
              <a:buClrTx/>
              <a:buSzTx/>
              <a:buFontTx/>
              <a:buNone/>
              <a:tabLst/>
              <a:defRPr/>
            </a:pPr>
            <a:r>
              <a:rPr kumimoji="0" sz="1200" b="1" i="0" u="none" strike="noStrike" kern="1200" cap="none" spc="-45" normalizeH="0" baseline="0" noProof="0" dirty="0">
                <a:ln>
                  <a:noFill/>
                </a:ln>
                <a:solidFill>
                  <a:srgbClr val="595959">
                    <a:lumMod val="50000"/>
                  </a:srgbClr>
                </a:solidFill>
                <a:effectLst/>
                <a:uLnTx/>
                <a:uFillTx/>
                <a:latin typeface="Arial"/>
                <a:ea typeface="微软雅黑"/>
                <a:cs typeface="Arial"/>
              </a:rPr>
              <a:t>Internet </a:t>
            </a:r>
            <a:r>
              <a:rPr kumimoji="0" sz="1200" b="1" i="0" u="none" strike="noStrike" kern="1200" cap="none" spc="-55" normalizeH="0" baseline="0" noProof="0" dirty="0">
                <a:ln>
                  <a:noFill/>
                </a:ln>
                <a:solidFill>
                  <a:srgbClr val="595959">
                    <a:lumMod val="50000"/>
                  </a:srgbClr>
                </a:solidFill>
                <a:effectLst/>
                <a:uLnTx/>
                <a:uFillTx/>
                <a:latin typeface="Arial"/>
                <a:ea typeface="微软雅黑"/>
                <a:cs typeface="Arial"/>
              </a:rPr>
              <a:t>of  </a:t>
            </a:r>
            <a:r>
              <a:rPr kumimoji="0" sz="1200" b="1" i="0" u="none" strike="noStrike" kern="1200" cap="none" spc="-85" normalizeH="0" baseline="0" noProof="0" dirty="0">
                <a:ln>
                  <a:noFill/>
                </a:ln>
                <a:solidFill>
                  <a:srgbClr val="595959">
                    <a:lumMod val="50000"/>
                  </a:srgbClr>
                </a:solidFill>
                <a:effectLst/>
                <a:uLnTx/>
                <a:uFillTx/>
                <a:latin typeface="Arial"/>
                <a:ea typeface="微软雅黑"/>
                <a:cs typeface="Arial"/>
              </a:rPr>
              <a:t>things</a:t>
            </a:r>
            <a:r>
              <a:rPr kumimoji="0" sz="1200" b="1" i="0" u="none" strike="noStrike" kern="1200" cap="none" spc="-150" normalizeH="0" baseline="0" noProof="0" dirty="0">
                <a:ln>
                  <a:noFill/>
                </a:ln>
                <a:solidFill>
                  <a:srgbClr val="595959">
                    <a:lumMod val="50000"/>
                  </a:srgbClr>
                </a:solidFill>
                <a:effectLst/>
                <a:uLnTx/>
                <a:uFillTx/>
                <a:latin typeface="Arial"/>
                <a:ea typeface="微软雅黑"/>
                <a:cs typeface="Arial"/>
              </a:rPr>
              <a:t> </a:t>
            </a:r>
            <a:r>
              <a:rPr kumimoji="0" sz="1200" b="1" i="0" u="none" strike="noStrike" kern="1200" cap="none" spc="-60" normalizeH="0" baseline="0" noProof="0" dirty="0">
                <a:ln>
                  <a:noFill/>
                </a:ln>
                <a:solidFill>
                  <a:srgbClr val="595959">
                    <a:lumMod val="50000"/>
                  </a:srgbClr>
                </a:solidFill>
                <a:effectLst/>
                <a:uLnTx/>
                <a:uFillTx/>
                <a:latin typeface="Arial"/>
                <a:ea typeface="微软雅黑"/>
                <a:cs typeface="Arial"/>
              </a:rPr>
              <a:t>(IoT)</a:t>
            </a:r>
            <a:endParaRPr kumimoji="0" sz="120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18" name="object 18"/>
          <p:cNvSpPr/>
          <p:nvPr/>
        </p:nvSpPr>
        <p:spPr>
          <a:xfrm>
            <a:off x="7273560" y="2267904"/>
            <a:ext cx="1679479" cy="456079"/>
          </a:xfrm>
          <a:custGeom>
            <a:avLst/>
            <a:gdLst/>
            <a:ahLst/>
            <a:cxnLst/>
            <a:rect l="l" t="t" r="r" b="b"/>
            <a:pathLst>
              <a:path w="1385570" h="516889">
                <a:moveTo>
                  <a:pt x="691896" y="0"/>
                </a:moveTo>
                <a:lnTo>
                  <a:pt x="625199" y="1184"/>
                </a:lnTo>
                <a:lnTo>
                  <a:pt x="560309" y="4665"/>
                </a:lnTo>
                <a:lnTo>
                  <a:pt x="497515" y="10335"/>
                </a:lnTo>
                <a:lnTo>
                  <a:pt x="437106" y="18085"/>
                </a:lnTo>
                <a:lnTo>
                  <a:pt x="379368" y="27809"/>
                </a:lnTo>
                <a:lnTo>
                  <a:pt x="324593" y="39397"/>
                </a:lnTo>
                <a:lnTo>
                  <a:pt x="273066" y="52742"/>
                </a:lnTo>
                <a:lnTo>
                  <a:pt x="225078" y="67737"/>
                </a:lnTo>
                <a:lnTo>
                  <a:pt x="180917" y="84272"/>
                </a:lnTo>
                <a:lnTo>
                  <a:pt x="140870" y="102241"/>
                </a:lnTo>
                <a:lnTo>
                  <a:pt x="105227" y="121534"/>
                </a:lnTo>
                <a:lnTo>
                  <a:pt x="48306" y="163665"/>
                </a:lnTo>
                <a:lnTo>
                  <a:pt x="12461" y="209802"/>
                </a:lnTo>
                <a:lnTo>
                  <a:pt x="0" y="259080"/>
                </a:lnTo>
                <a:lnTo>
                  <a:pt x="3163" y="283804"/>
                </a:lnTo>
                <a:lnTo>
                  <a:pt x="27605" y="331199"/>
                </a:lnTo>
                <a:lnTo>
                  <a:pt x="74276" y="375126"/>
                </a:lnTo>
                <a:lnTo>
                  <a:pt x="140870" y="414705"/>
                </a:lnTo>
                <a:lnTo>
                  <a:pt x="180917" y="432589"/>
                </a:lnTo>
                <a:lnTo>
                  <a:pt x="225078" y="449057"/>
                </a:lnTo>
                <a:lnTo>
                  <a:pt x="273066" y="463999"/>
                </a:lnTo>
                <a:lnTo>
                  <a:pt x="324593" y="477305"/>
                </a:lnTo>
                <a:lnTo>
                  <a:pt x="379368" y="488865"/>
                </a:lnTo>
                <a:lnTo>
                  <a:pt x="437106" y="498570"/>
                </a:lnTo>
                <a:lnTo>
                  <a:pt x="497515" y="506309"/>
                </a:lnTo>
                <a:lnTo>
                  <a:pt x="560309" y="511973"/>
                </a:lnTo>
                <a:lnTo>
                  <a:pt x="625199" y="515451"/>
                </a:lnTo>
                <a:lnTo>
                  <a:pt x="691896" y="516636"/>
                </a:lnTo>
                <a:lnTo>
                  <a:pt x="758607" y="515451"/>
                </a:lnTo>
                <a:lnTo>
                  <a:pt x="823540" y="511973"/>
                </a:lnTo>
                <a:lnTo>
                  <a:pt x="886401" y="506309"/>
                </a:lnTo>
                <a:lnTo>
                  <a:pt x="946899" y="498570"/>
                </a:lnTo>
                <a:lnTo>
                  <a:pt x="1004740" y="488865"/>
                </a:lnTo>
                <a:lnTo>
                  <a:pt x="1059634" y="477305"/>
                </a:lnTo>
                <a:lnTo>
                  <a:pt x="1111287" y="463999"/>
                </a:lnTo>
                <a:lnTo>
                  <a:pt x="1159408" y="449057"/>
                </a:lnTo>
                <a:lnTo>
                  <a:pt x="1203704" y="432589"/>
                </a:lnTo>
                <a:lnTo>
                  <a:pt x="1243883" y="414705"/>
                </a:lnTo>
                <a:lnTo>
                  <a:pt x="1279652" y="395514"/>
                </a:lnTo>
                <a:lnTo>
                  <a:pt x="1336796" y="353651"/>
                </a:lnTo>
                <a:lnTo>
                  <a:pt x="1372796" y="307880"/>
                </a:lnTo>
                <a:lnTo>
                  <a:pt x="1385316" y="259080"/>
                </a:lnTo>
                <a:lnTo>
                  <a:pt x="1382137" y="234102"/>
                </a:lnTo>
                <a:lnTo>
                  <a:pt x="1357585" y="186287"/>
                </a:lnTo>
                <a:lnTo>
                  <a:pt x="1310721" y="142045"/>
                </a:lnTo>
                <a:lnTo>
                  <a:pt x="1243883" y="102241"/>
                </a:lnTo>
                <a:lnTo>
                  <a:pt x="1203704" y="84272"/>
                </a:lnTo>
                <a:lnTo>
                  <a:pt x="1159408" y="67737"/>
                </a:lnTo>
                <a:lnTo>
                  <a:pt x="1111287" y="52742"/>
                </a:lnTo>
                <a:lnTo>
                  <a:pt x="1059634" y="39397"/>
                </a:lnTo>
                <a:lnTo>
                  <a:pt x="1004740" y="27809"/>
                </a:lnTo>
                <a:lnTo>
                  <a:pt x="946899" y="18085"/>
                </a:lnTo>
                <a:lnTo>
                  <a:pt x="886401" y="10335"/>
                </a:lnTo>
                <a:lnTo>
                  <a:pt x="823540" y="4665"/>
                </a:lnTo>
                <a:lnTo>
                  <a:pt x="758607" y="1184"/>
                </a:lnTo>
                <a:lnTo>
                  <a:pt x="691896"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19" name="object 19"/>
          <p:cNvSpPr/>
          <p:nvPr/>
        </p:nvSpPr>
        <p:spPr>
          <a:xfrm>
            <a:off x="7266172" y="2263871"/>
            <a:ext cx="1692564" cy="463924"/>
          </a:xfrm>
          <a:custGeom>
            <a:avLst/>
            <a:gdLst/>
            <a:ahLst/>
            <a:cxnLst/>
            <a:rect l="l" t="t" r="r" b="b"/>
            <a:pathLst>
              <a:path w="1396365" h="525780">
                <a:moveTo>
                  <a:pt x="734568" y="0"/>
                </a:moveTo>
                <a:lnTo>
                  <a:pt x="662940" y="0"/>
                </a:lnTo>
                <a:lnTo>
                  <a:pt x="559308" y="4571"/>
                </a:lnTo>
                <a:lnTo>
                  <a:pt x="524256" y="7619"/>
                </a:lnTo>
                <a:lnTo>
                  <a:pt x="492252" y="12191"/>
                </a:lnTo>
                <a:lnTo>
                  <a:pt x="460248" y="15239"/>
                </a:lnTo>
                <a:lnTo>
                  <a:pt x="428244" y="19812"/>
                </a:lnTo>
                <a:lnTo>
                  <a:pt x="397764" y="25907"/>
                </a:lnTo>
                <a:lnTo>
                  <a:pt x="367284" y="30479"/>
                </a:lnTo>
                <a:lnTo>
                  <a:pt x="338328" y="38100"/>
                </a:lnTo>
                <a:lnTo>
                  <a:pt x="309372" y="44195"/>
                </a:lnTo>
                <a:lnTo>
                  <a:pt x="281940" y="51815"/>
                </a:lnTo>
                <a:lnTo>
                  <a:pt x="231648" y="67055"/>
                </a:lnTo>
                <a:lnTo>
                  <a:pt x="161544" y="94487"/>
                </a:lnTo>
                <a:lnTo>
                  <a:pt x="121920" y="114300"/>
                </a:lnTo>
                <a:lnTo>
                  <a:pt x="86868" y="135635"/>
                </a:lnTo>
                <a:lnTo>
                  <a:pt x="71628" y="147827"/>
                </a:lnTo>
                <a:lnTo>
                  <a:pt x="56388" y="158495"/>
                </a:lnTo>
                <a:lnTo>
                  <a:pt x="22860" y="196595"/>
                </a:lnTo>
                <a:lnTo>
                  <a:pt x="4572" y="236219"/>
                </a:lnTo>
                <a:lnTo>
                  <a:pt x="1524" y="248412"/>
                </a:lnTo>
                <a:lnTo>
                  <a:pt x="1524" y="249935"/>
                </a:lnTo>
                <a:lnTo>
                  <a:pt x="0" y="263651"/>
                </a:lnTo>
                <a:lnTo>
                  <a:pt x="9144" y="304800"/>
                </a:lnTo>
                <a:lnTo>
                  <a:pt x="44196" y="355091"/>
                </a:lnTo>
                <a:lnTo>
                  <a:pt x="86868" y="390143"/>
                </a:lnTo>
                <a:lnTo>
                  <a:pt x="121920" y="411479"/>
                </a:lnTo>
                <a:lnTo>
                  <a:pt x="184404" y="441959"/>
                </a:lnTo>
                <a:lnTo>
                  <a:pt x="231648" y="458723"/>
                </a:lnTo>
                <a:lnTo>
                  <a:pt x="256032" y="467867"/>
                </a:lnTo>
                <a:lnTo>
                  <a:pt x="283464" y="475488"/>
                </a:lnTo>
                <a:lnTo>
                  <a:pt x="309372" y="481583"/>
                </a:lnTo>
                <a:lnTo>
                  <a:pt x="338328" y="489203"/>
                </a:lnTo>
                <a:lnTo>
                  <a:pt x="397764" y="501395"/>
                </a:lnTo>
                <a:lnTo>
                  <a:pt x="492252" y="515112"/>
                </a:lnTo>
                <a:lnTo>
                  <a:pt x="559308" y="521207"/>
                </a:lnTo>
                <a:lnTo>
                  <a:pt x="662940" y="525779"/>
                </a:lnTo>
                <a:lnTo>
                  <a:pt x="734568" y="525779"/>
                </a:lnTo>
                <a:lnTo>
                  <a:pt x="838200" y="521207"/>
                </a:lnTo>
                <a:lnTo>
                  <a:pt x="905255" y="515112"/>
                </a:lnTo>
                <a:lnTo>
                  <a:pt x="627888" y="515112"/>
                </a:lnTo>
                <a:lnTo>
                  <a:pt x="592836" y="513588"/>
                </a:lnTo>
                <a:lnTo>
                  <a:pt x="493776" y="504443"/>
                </a:lnTo>
                <a:lnTo>
                  <a:pt x="399288" y="490727"/>
                </a:lnTo>
                <a:lnTo>
                  <a:pt x="339852" y="478535"/>
                </a:lnTo>
                <a:lnTo>
                  <a:pt x="284988" y="464819"/>
                </a:lnTo>
                <a:lnTo>
                  <a:pt x="234696" y="449579"/>
                </a:lnTo>
                <a:lnTo>
                  <a:pt x="187452" y="431291"/>
                </a:lnTo>
                <a:lnTo>
                  <a:pt x="146304" y="413003"/>
                </a:lnTo>
                <a:lnTo>
                  <a:pt x="108204" y="391667"/>
                </a:lnTo>
                <a:lnTo>
                  <a:pt x="64008" y="359663"/>
                </a:lnTo>
                <a:lnTo>
                  <a:pt x="32004" y="324612"/>
                </a:lnTo>
                <a:lnTo>
                  <a:pt x="12192" y="275843"/>
                </a:lnTo>
                <a:lnTo>
                  <a:pt x="10668" y="262127"/>
                </a:lnTo>
                <a:lnTo>
                  <a:pt x="12192" y="249935"/>
                </a:lnTo>
                <a:lnTo>
                  <a:pt x="12530" y="249935"/>
                </a:lnTo>
                <a:lnTo>
                  <a:pt x="15240" y="237743"/>
                </a:lnTo>
                <a:lnTo>
                  <a:pt x="32004" y="201167"/>
                </a:lnTo>
                <a:lnTo>
                  <a:pt x="64008" y="166115"/>
                </a:lnTo>
                <a:lnTo>
                  <a:pt x="126492" y="123443"/>
                </a:lnTo>
                <a:lnTo>
                  <a:pt x="166116" y="103631"/>
                </a:lnTo>
                <a:lnTo>
                  <a:pt x="210312" y="85343"/>
                </a:lnTo>
                <a:lnTo>
                  <a:pt x="234696" y="77723"/>
                </a:lnTo>
                <a:lnTo>
                  <a:pt x="259080" y="68579"/>
                </a:lnTo>
                <a:lnTo>
                  <a:pt x="284988" y="60959"/>
                </a:lnTo>
                <a:lnTo>
                  <a:pt x="312420" y="54863"/>
                </a:lnTo>
                <a:lnTo>
                  <a:pt x="341376" y="47243"/>
                </a:lnTo>
                <a:lnTo>
                  <a:pt x="399288" y="35051"/>
                </a:lnTo>
                <a:lnTo>
                  <a:pt x="493776" y="21335"/>
                </a:lnTo>
                <a:lnTo>
                  <a:pt x="559308" y="15239"/>
                </a:lnTo>
                <a:lnTo>
                  <a:pt x="662940" y="10667"/>
                </a:lnTo>
                <a:lnTo>
                  <a:pt x="894079" y="10667"/>
                </a:lnTo>
                <a:lnTo>
                  <a:pt x="871727" y="7619"/>
                </a:lnTo>
                <a:lnTo>
                  <a:pt x="838200" y="4571"/>
                </a:lnTo>
                <a:lnTo>
                  <a:pt x="734568" y="0"/>
                </a:lnTo>
                <a:close/>
              </a:path>
              <a:path w="1396365" h="525780">
                <a:moveTo>
                  <a:pt x="894079" y="10667"/>
                </a:moveTo>
                <a:lnTo>
                  <a:pt x="734568" y="10667"/>
                </a:lnTo>
                <a:lnTo>
                  <a:pt x="838200" y="15239"/>
                </a:lnTo>
                <a:lnTo>
                  <a:pt x="903732" y="21335"/>
                </a:lnTo>
                <a:lnTo>
                  <a:pt x="998220" y="35051"/>
                </a:lnTo>
                <a:lnTo>
                  <a:pt x="1056132" y="47243"/>
                </a:lnTo>
                <a:lnTo>
                  <a:pt x="1085088" y="54863"/>
                </a:lnTo>
                <a:lnTo>
                  <a:pt x="1110996" y="60959"/>
                </a:lnTo>
                <a:lnTo>
                  <a:pt x="1138427" y="68579"/>
                </a:lnTo>
                <a:lnTo>
                  <a:pt x="1162812" y="77723"/>
                </a:lnTo>
                <a:lnTo>
                  <a:pt x="1187196" y="85343"/>
                </a:lnTo>
                <a:lnTo>
                  <a:pt x="1231392" y="103631"/>
                </a:lnTo>
                <a:lnTo>
                  <a:pt x="1271016" y="123443"/>
                </a:lnTo>
                <a:lnTo>
                  <a:pt x="1304544" y="144779"/>
                </a:lnTo>
                <a:lnTo>
                  <a:pt x="1345692" y="178307"/>
                </a:lnTo>
                <a:lnTo>
                  <a:pt x="1373124" y="213359"/>
                </a:lnTo>
                <a:lnTo>
                  <a:pt x="1385316" y="251459"/>
                </a:lnTo>
                <a:lnTo>
                  <a:pt x="1385316" y="275843"/>
                </a:lnTo>
                <a:lnTo>
                  <a:pt x="1373124" y="312419"/>
                </a:lnTo>
                <a:lnTo>
                  <a:pt x="1345692" y="348995"/>
                </a:lnTo>
                <a:lnTo>
                  <a:pt x="1319784" y="370331"/>
                </a:lnTo>
                <a:lnTo>
                  <a:pt x="1304544" y="382523"/>
                </a:lnTo>
                <a:lnTo>
                  <a:pt x="1287779" y="391667"/>
                </a:lnTo>
                <a:lnTo>
                  <a:pt x="1271016" y="402335"/>
                </a:lnTo>
                <a:lnTo>
                  <a:pt x="1251203" y="413003"/>
                </a:lnTo>
                <a:lnTo>
                  <a:pt x="1231392" y="422147"/>
                </a:lnTo>
                <a:lnTo>
                  <a:pt x="1208532" y="431291"/>
                </a:lnTo>
                <a:lnTo>
                  <a:pt x="1187196" y="440435"/>
                </a:lnTo>
                <a:lnTo>
                  <a:pt x="1085088" y="472439"/>
                </a:lnTo>
                <a:lnTo>
                  <a:pt x="998220" y="490727"/>
                </a:lnTo>
                <a:lnTo>
                  <a:pt x="903732" y="504443"/>
                </a:lnTo>
                <a:lnTo>
                  <a:pt x="803148" y="513588"/>
                </a:lnTo>
                <a:lnTo>
                  <a:pt x="769620" y="515112"/>
                </a:lnTo>
                <a:lnTo>
                  <a:pt x="905255" y="515112"/>
                </a:lnTo>
                <a:lnTo>
                  <a:pt x="999744" y="501395"/>
                </a:lnTo>
                <a:lnTo>
                  <a:pt x="1030224" y="495300"/>
                </a:lnTo>
                <a:lnTo>
                  <a:pt x="1059179" y="489203"/>
                </a:lnTo>
                <a:lnTo>
                  <a:pt x="1086612" y="481583"/>
                </a:lnTo>
                <a:lnTo>
                  <a:pt x="1114044" y="475488"/>
                </a:lnTo>
                <a:lnTo>
                  <a:pt x="1141476" y="467867"/>
                </a:lnTo>
                <a:lnTo>
                  <a:pt x="1165860" y="458723"/>
                </a:lnTo>
                <a:lnTo>
                  <a:pt x="1190244" y="451103"/>
                </a:lnTo>
                <a:lnTo>
                  <a:pt x="1255776" y="422147"/>
                </a:lnTo>
                <a:lnTo>
                  <a:pt x="1293876" y="400812"/>
                </a:lnTo>
                <a:lnTo>
                  <a:pt x="1325879" y="379475"/>
                </a:lnTo>
                <a:lnTo>
                  <a:pt x="1363979" y="342900"/>
                </a:lnTo>
                <a:lnTo>
                  <a:pt x="1388364" y="303275"/>
                </a:lnTo>
                <a:lnTo>
                  <a:pt x="1395984" y="277367"/>
                </a:lnTo>
                <a:lnTo>
                  <a:pt x="1395984" y="248412"/>
                </a:lnTo>
                <a:lnTo>
                  <a:pt x="1382268" y="208787"/>
                </a:lnTo>
                <a:lnTo>
                  <a:pt x="1353312" y="170687"/>
                </a:lnTo>
                <a:lnTo>
                  <a:pt x="1310640" y="135635"/>
                </a:lnTo>
                <a:lnTo>
                  <a:pt x="1275588" y="114300"/>
                </a:lnTo>
                <a:lnTo>
                  <a:pt x="1235964" y="94487"/>
                </a:lnTo>
                <a:lnTo>
                  <a:pt x="1190244" y="76200"/>
                </a:lnTo>
                <a:lnTo>
                  <a:pt x="1114044" y="51815"/>
                </a:lnTo>
                <a:lnTo>
                  <a:pt x="1059179" y="38100"/>
                </a:lnTo>
                <a:lnTo>
                  <a:pt x="1030224" y="30479"/>
                </a:lnTo>
                <a:lnTo>
                  <a:pt x="999744" y="25907"/>
                </a:lnTo>
                <a:lnTo>
                  <a:pt x="969264" y="19812"/>
                </a:lnTo>
                <a:lnTo>
                  <a:pt x="937260" y="15239"/>
                </a:lnTo>
                <a:lnTo>
                  <a:pt x="905255" y="12191"/>
                </a:lnTo>
                <a:lnTo>
                  <a:pt x="894079" y="10667"/>
                </a:lnTo>
                <a:close/>
              </a:path>
              <a:path w="1396365" h="525780">
                <a:moveTo>
                  <a:pt x="12530" y="249935"/>
                </a:moveTo>
                <a:lnTo>
                  <a:pt x="12192" y="249935"/>
                </a:lnTo>
                <a:lnTo>
                  <a:pt x="12192" y="251459"/>
                </a:lnTo>
                <a:lnTo>
                  <a:pt x="12530" y="249935"/>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20" name="object 20"/>
          <p:cNvSpPr txBox="1"/>
          <p:nvPr/>
        </p:nvSpPr>
        <p:spPr>
          <a:xfrm>
            <a:off x="7266171" y="2350468"/>
            <a:ext cx="1686867" cy="240450"/>
          </a:xfrm>
          <a:prstGeom prst="rect">
            <a:avLst/>
          </a:prstGeom>
        </p:spPr>
        <p:txBody>
          <a:bodyPr vert="horz" wrap="square" lIns="0" tIns="12700" rIns="0" bIns="0" rtlCol="0">
            <a:spAutoFit/>
          </a:bodyPr>
          <a:lstStyle/>
          <a:p>
            <a:pPr marL="12700" marR="5080" lvl="0" indent="128905" algn="l" defTabSz="914400" rtl="0" eaLnBrk="1" fontAlgn="auto" latinLnBrk="0" hangingPunct="1">
              <a:lnSpc>
                <a:spcPct val="102099"/>
              </a:lnSpc>
              <a:spcBef>
                <a:spcPts val="100"/>
              </a:spcBef>
              <a:spcAft>
                <a:spcPts val="0"/>
              </a:spcAft>
              <a:buClrTx/>
              <a:buSzTx/>
              <a:buFontTx/>
              <a:buNone/>
              <a:tabLst/>
              <a:defRPr/>
            </a:pPr>
            <a:r>
              <a:rPr kumimoji="0" sz="1450" b="1" i="0" u="none" strike="noStrike" kern="1200" cap="none" spc="-80" normalizeH="0" baseline="0" noProof="0" dirty="0">
                <a:ln>
                  <a:noFill/>
                </a:ln>
                <a:solidFill>
                  <a:srgbClr val="595959">
                    <a:lumMod val="50000"/>
                  </a:srgbClr>
                </a:solidFill>
                <a:effectLst/>
                <a:uLnTx/>
                <a:uFillTx/>
                <a:latin typeface="Arial"/>
                <a:ea typeface="微软雅黑"/>
                <a:cs typeface="Arial"/>
              </a:rPr>
              <a:t>Robot-  </a:t>
            </a:r>
            <a:r>
              <a:rPr kumimoji="0" sz="1450" b="1" i="0" u="none" strike="noStrike" kern="1200" cap="none" spc="-35" normalizeH="0" baseline="0" noProof="0" dirty="0">
                <a:ln>
                  <a:noFill/>
                </a:ln>
                <a:solidFill>
                  <a:srgbClr val="595959">
                    <a:lumMod val="50000"/>
                  </a:srgbClr>
                </a:solidFill>
                <a:effectLst/>
                <a:uLnTx/>
                <a:uFillTx/>
                <a:latin typeface="Arial"/>
                <a:ea typeface="微软雅黑"/>
                <a:cs typeface="Arial"/>
              </a:rPr>
              <a:t>Máy </a:t>
            </a:r>
            <a:r>
              <a:rPr kumimoji="0" sz="1450" b="1" i="0" u="none" strike="noStrike" kern="1200" cap="none" spc="-70" normalizeH="0" baseline="0" noProof="0" dirty="0">
                <a:ln>
                  <a:noFill/>
                </a:ln>
                <a:solidFill>
                  <a:srgbClr val="595959">
                    <a:lumMod val="50000"/>
                  </a:srgbClr>
                </a:solidFill>
                <a:effectLst/>
                <a:uLnTx/>
                <a:uFillTx/>
                <a:latin typeface="Arial"/>
                <a:ea typeface="微软雅黑"/>
                <a:cs typeface="Arial"/>
              </a:rPr>
              <a:t>in</a:t>
            </a:r>
            <a:r>
              <a:rPr kumimoji="0" sz="1450" b="1" i="0" u="none" strike="noStrike" kern="1200" cap="none" spc="-175" normalizeH="0" baseline="0" noProof="0" dirty="0">
                <a:ln>
                  <a:noFill/>
                </a:ln>
                <a:solidFill>
                  <a:srgbClr val="595959">
                    <a:lumMod val="50000"/>
                  </a:srgbClr>
                </a:solidFill>
                <a:effectLst/>
                <a:uLnTx/>
                <a:uFillTx/>
                <a:latin typeface="Arial"/>
                <a:ea typeface="微软雅黑"/>
                <a:cs typeface="Arial"/>
              </a:rPr>
              <a:t> </a:t>
            </a:r>
            <a:r>
              <a:rPr kumimoji="0" sz="1450" b="1" i="0" u="none" strike="noStrike" kern="1200" cap="none" spc="-80" normalizeH="0" baseline="0" noProof="0" dirty="0">
                <a:ln>
                  <a:noFill/>
                </a:ln>
                <a:solidFill>
                  <a:srgbClr val="595959">
                    <a:lumMod val="50000"/>
                  </a:srgbClr>
                </a:solidFill>
                <a:effectLst/>
                <a:uLnTx/>
                <a:uFillTx/>
                <a:latin typeface="Arial"/>
                <a:ea typeface="微软雅黑"/>
                <a:cs typeface="Arial"/>
              </a:rPr>
              <a:t>3D</a:t>
            </a:r>
            <a:endParaRPr kumimoji="0" sz="14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21" name="object 21"/>
          <p:cNvSpPr/>
          <p:nvPr/>
        </p:nvSpPr>
        <p:spPr>
          <a:xfrm>
            <a:off x="9126375" y="2265214"/>
            <a:ext cx="1360055" cy="456079"/>
          </a:xfrm>
          <a:custGeom>
            <a:avLst/>
            <a:gdLst/>
            <a:ahLst/>
            <a:cxnLst/>
            <a:rect l="l" t="t" r="r" b="b"/>
            <a:pathLst>
              <a:path w="1122045" h="516889">
                <a:moveTo>
                  <a:pt x="560831" y="0"/>
                </a:moveTo>
                <a:lnTo>
                  <a:pt x="495494" y="1740"/>
                </a:lnTo>
                <a:lnTo>
                  <a:pt x="432353" y="6829"/>
                </a:lnTo>
                <a:lnTo>
                  <a:pt x="371832" y="15070"/>
                </a:lnTo>
                <a:lnTo>
                  <a:pt x="314352" y="26267"/>
                </a:lnTo>
                <a:lnTo>
                  <a:pt x="260339" y="40224"/>
                </a:lnTo>
                <a:lnTo>
                  <a:pt x="210214" y="56743"/>
                </a:lnTo>
                <a:lnTo>
                  <a:pt x="164401" y="75628"/>
                </a:lnTo>
                <a:lnTo>
                  <a:pt x="123324" y="96682"/>
                </a:lnTo>
                <a:lnTo>
                  <a:pt x="87405" y="119710"/>
                </a:lnTo>
                <a:lnTo>
                  <a:pt x="57067" y="144513"/>
                </a:lnTo>
                <a:lnTo>
                  <a:pt x="14831" y="198662"/>
                </a:lnTo>
                <a:lnTo>
                  <a:pt x="0" y="257556"/>
                </a:lnTo>
                <a:lnTo>
                  <a:pt x="3778" y="287801"/>
                </a:lnTo>
                <a:lnTo>
                  <a:pt x="32735" y="345000"/>
                </a:lnTo>
                <a:lnTo>
                  <a:pt x="87405" y="396521"/>
                </a:lnTo>
                <a:lnTo>
                  <a:pt x="123324" y="419668"/>
                </a:lnTo>
                <a:lnTo>
                  <a:pt x="164401" y="440817"/>
                </a:lnTo>
                <a:lnTo>
                  <a:pt x="210214" y="459772"/>
                </a:lnTo>
                <a:lnTo>
                  <a:pt x="260339" y="476342"/>
                </a:lnTo>
                <a:lnTo>
                  <a:pt x="314352" y="490332"/>
                </a:lnTo>
                <a:lnTo>
                  <a:pt x="371832" y="501550"/>
                </a:lnTo>
                <a:lnTo>
                  <a:pt x="432353" y="509802"/>
                </a:lnTo>
                <a:lnTo>
                  <a:pt x="495494" y="514895"/>
                </a:lnTo>
                <a:lnTo>
                  <a:pt x="560831" y="516636"/>
                </a:lnTo>
                <a:lnTo>
                  <a:pt x="626169" y="514895"/>
                </a:lnTo>
                <a:lnTo>
                  <a:pt x="689310" y="509802"/>
                </a:lnTo>
                <a:lnTo>
                  <a:pt x="749831" y="501550"/>
                </a:lnTo>
                <a:lnTo>
                  <a:pt x="807311" y="490332"/>
                </a:lnTo>
                <a:lnTo>
                  <a:pt x="861324" y="476342"/>
                </a:lnTo>
                <a:lnTo>
                  <a:pt x="911449" y="459772"/>
                </a:lnTo>
                <a:lnTo>
                  <a:pt x="957262" y="440817"/>
                </a:lnTo>
                <a:lnTo>
                  <a:pt x="998339" y="419668"/>
                </a:lnTo>
                <a:lnTo>
                  <a:pt x="1034258" y="396521"/>
                </a:lnTo>
                <a:lnTo>
                  <a:pt x="1064596" y="371567"/>
                </a:lnTo>
                <a:lnTo>
                  <a:pt x="1106832" y="317014"/>
                </a:lnTo>
                <a:lnTo>
                  <a:pt x="1121664" y="257556"/>
                </a:lnTo>
                <a:lnTo>
                  <a:pt x="1117885" y="227614"/>
                </a:lnTo>
                <a:lnTo>
                  <a:pt x="1088928" y="170896"/>
                </a:lnTo>
                <a:lnTo>
                  <a:pt x="1034258" y="119710"/>
                </a:lnTo>
                <a:lnTo>
                  <a:pt x="998339" y="96682"/>
                </a:lnTo>
                <a:lnTo>
                  <a:pt x="957262" y="75628"/>
                </a:lnTo>
                <a:lnTo>
                  <a:pt x="911449" y="56743"/>
                </a:lnTo>
                <a:lnTo>
                  <a:pt x="861324" y="40224"/>
                </a:lnTo>
                <a:lnTo>
                  <a:pt x="807311" y="26267"/>
                </a:lnTo>
                <a:lnTo>
                  <a:pt x="749831" y="15070"/>
                </a:lnTo>
                <a:lnTo>
                  <a:pt x="689310" y="6829"/>
                </a:lnTo>
                <a:lnTo>
                  <a:pt x="626169" y="1740"/>
                </a:lnTo>
                <a:lnTo>
                  <a:pt x="560831"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22" name="object 22"/>
          <p:cNvSpPr/>
          <p:nvPr/>
        </p:nvSpPr>
        <p:spPr>
          <a:xfrm>
            <a:off x="9120835" y="2261180"/>
            <a:ext cx="1370830" cy="463924"/>
          </a:xfrm>
          <a:custGeom>
            <a:avLst/>
            <a:gdLst/>
            <a:ahLst/>
            <a:cxnLst/>
            <a:rect l="l" t="t" r="r" b="b"/>
            <a:pathLst>
              <a:path w="1130934" h="525780">
                <a:moveTo>
                  <a:pt x="594359" y="0"/>
                </a:moveTo>
                <a:lnTo>
                  <a:pt x="536448" y="0"/>
                </a:lnTo>
                <a:lnTo>
                  <a:pt x="451103" y="4571"/>
                </a:lnTo>
                <a:lnTo>
                  <a:pt x="397764" y="10667"/>
                </a:lnTo>
                <a:lnTo>
                  <a:pt x="345948" y="19812"/>
                </a:lnTo>
                <a:lnTo>
                  <a:pt x="321564" y="25907"/>
                </a:lnTo>
                <a:lnTo>
                  <a:pt x="297179" y="30479"/>
                </a:lnTo>
                <a:lnTo>
                  <a:pt x="249936" y="44195"/>
                </a:lnTo>
                <a:lnTo>
                  <a:pt x="185927" y="67055"/>
                </a:lnTo>
                <a:lnTo>
                  <a:pt x="129540" y="94487"/>
                </a:lnTo>
                <a:lnTo>
                  <a:pt x="82296" y="124967"/>
                </a:lnTo>
                <a:lnTo>
                  <a:pt x="56388" y="147827"/>
                </a:lnTo>
                <a:lnTo>
                  <a:pt x="44196" y="158495"/>
                </a:lnTo>
                <a:lnTo>
                  <a:pt x="25907" y="182879"/>
                </a:lnTo>
                <a:lnTo>
                  <a:pt x="18288" y="196595"/>
                </a:lnTo>
                <a:lnTo>
                  <a:pt x="10668" y="208787"/>
                </a:lnTo>
                <a:lnTo>
                  <a:pt x="6096" y="222503"/>
                </a:lnTo>
                <a:lnTo>
                  <a:pt x="0" y="249936"/>
                </a:lnTo>
                <a:lnTo>
                  <a:pt x="0" y="277367"/>
                </a:lnTo>
                <a:lnTo>
                  <a:pt x="10668" y="316991"/>
                </a:lnTo>
                <a:lnTo>
                  <a:pt x="35051" y="355091"/>
                </a:lnTo>
                <a:lnTo>
                  <a:pt x="68579" y="390143"/>
                </a:lnTo>
                <a:lnTo>
                  <a:pt x="112775" y="422148"/>
                </a:lnTo>
                <a:lnTo>
                  <a:pt x="131064" y="431291"/>
                </a:lnTo>
                <a:lnTo>
                  <a:pt x="147827" y="440436"/>
                </a:lnTo>
                <a:lnTo>
                  <a:pt x="185927" y="458724"/>
                </a:lnTo>
                <a:lnTo>
                  <a:pt x="249936" y="481583"/>
                </a:lnTo>
                <a:lnTo>
                  <a:pt x="297179" y="495300"/>
                </a:lnTo>
                <a:lnTo>
                  <a:pt x="321564" y="499871"/>
                </a:lnTo>
                <a:lnTo>
                  <a:pt x="345948" y="505967"/>
                </a:lnTo>
                <a:lnTo>
                  <a:pt x="397764" y="515112"/>
                </a:lnTo>
                <a:lnTo>
                  <a:pt x="451103" y="521207"/>
                </a:lnTo>
                <a:lnTo>
                  <a:pt x="536448" y="525779"/>
                </a:lnTo>
                <a:lnTo>
                  <a:pt x="594359" y="525779"/>
                </a:lnTo>
                <a:lnTo>
                  <a:pt x="678179" y="521207"/>
                </a:lnTo>
                <a:lnTo>
                  <a:pt x="733044" y="515112"/>
                </a:lnTo>
                <a:lnTo>
                  <a:pt x="536448" y="515112"/>
                </a:lnTo>
                <a:lnTo>
                  <a:pt x="452627" y="510539"/>
                </a:lnTo>
                <a:lnTo>
                  <a:pt x="399288" y="504443"/>
                </a:lnTo>
                <a:lnTo>
                  <a:pt x="347472" y="495300"/>
                </a:lnTo>
                <a:lnTo>
                  <a:pt x="298703" y="484631"/>
                </a:lnTo>
                <a:lnTo>
                  <a:pt x="252983" y="472439"/>
                </a:lnTo>
                <a:lnTo>
                  <a:pt x="210312" y="457200"/>
                </a:lnTo>
                <a:lnTo>
                  <a:pt x="170688" y="440436"/>
                </a:lnTo>
                <a:lnTo>
                  <a:pt x="118872" y="413003"/>
                </a:lnTo>
                <a:lnTo>
                  <a:pt x="51816" y="359663"/>
                </a:lnTo>
                <a:lnTo>
                  <a:pt x="42672" y="347471"/>
                </a:lnTo>
                <a:lnTo>
                  <a:pt x="33527" y="336803"/>
                </a:lnTo>
                <a:lnTo>
                  <a:pt x="21336" y="312419"/>
                </a:lnTo>
                <a:lnTo>
                  <a:pt x="12192" y="288036"/>
                </a:lnTo>
                <a:lnTo>
                  <a:pt x="10668" y="275843"/>
                </a:lnTo>
                <a:lnTo>
                  <a:pt x="10668" y="249936"/>
                </a:lnTo>
                <a:lnTo>
                  <a:pt x="21336" y="213360"/>
                </a:lnTo>
                <a:lnTo>
                  <a:pt x="42672" y="176783"/>
                </a:lnTo>
                <a:lnTo>
                  <a:pt x="76200" y="143255"/>
                </a:lnTo>
                <a:lnTo>
                  <a:pt x="103631" y="123443"/>
                </a:lnTo>
                <a:lnTo>
                  <a:pt x="118872" y="112775"/>
                </a:lnTo>
                <a:lnTo>
                  <a:pt x="152400" y="94487"/>
                </a:lnTo>
                <a:lnTo>
                  <a:pt x="190500" y="76200"/>
                </a:lnTo>
                <a:lnTo>
                  <a:pt x="252983" y="53339"/>
                </a:lnTo>
                <a:lnTo>
                  <a:pt x="300227" y="41148"/>
                </a:lnTo>
                <a:lnTo>
                  <a:pt x="323088" y="35051"/>
                </a:lnTo>
                <a:lnTo>
                  <a:pt x="347472" y="30479"/>
                </a:lnTo>
                <a:lnTo>
                  <a:pt x="399288" y="21336"/>
                </a:lnTo>
                <a:lnTo>
                  <a:pt x="452627" y="15239"/>
                </a:lnTo>
                <a:lnTo>
                  <a:pt x="536448" y="10667"/>
                </a:lnTo>
                <a:lnTo>
                  <a:pt x="733044" y="10667"/>
                </a:lnTo>
                <a:lnTo>
                  <a:pt x="678179" y="4571"/>
                </a:lnTo>
                <a:lnTo>
                  <a:pt x="594359" y="0"/>
                </a:lnTo>
                <a:close/>
              </a:path>
              <a:path w="1130934" h="525780">
                <a:moveTo>
                  <a:pt x="733044" y="10667"/>
                </a:moveTo>
                <a:lnTo>
                  <a:pt x="594359" y="10667"/>
                </a:lnTo>
                <a:lnTo>
                  <a:pt x="678179" y="15239"/>
                </a:lnTo>
                <a:lnTo>
                  <a:pt x="731520" y="21336"/>
                </a:lnTo>
                <a:lnTo>
                  <a:pt x="757427" y="25907"/>
                </a:lnTo>
                <a:lnTo>
                  <a:pt x="781812" y="30479"/>
                </a:lnTo>
                <a:lnTo>
                  <a:pt x="807720" y="35051"/>
                </a:lnTo>
                <a:lnTo>
                  <a:pt x="830579" y="41148"/>
                </a:lnTo>
                <a:lnTo>
                  <a:pt x="854964" y="47243"/>
                </a:lnTo>
                <a:lnTo>
                  <a:pt x="876300" y="53339"/>
                </a:lnTo>
                <a:lnTo>
                  <a:pt x="920496" y="68579"/>
                </a:lnTo>
                <a:lnTo>
                  <a:pt x="960120" y="85343"/>
                </a:lnTo>
                <a:lnTo>
                  <a:pt x="1011936" y="112775"/>
                </a:lnTo>
                <a:lnTo>
                  <a:pt x="1040892" y="134112"/>
                </a:lnTo>
                <a:lnTo>
                  <a:pt x="1054607" y="143255"/>
                </a:lnTo>
                <a:lnTo>
                  <a:pt x="1088136" y="178307"/>
                </a:lnTo>
                <a:lnTo>
                  <a:pt x="1109472" y="213360"/>
                </a:lnTo>
                <a:lnTo>
                  <a:pt x="1120140" y="249936"/>
                </a:lnTo>
                <a:lnTo>
                  <a:pt x="1120140" y="275843"/>
                </a:lnTo>
                <a:lnTo>
                  <a:pt x="1109472" y="312419"/>
                </a:lnTo>
                <a:lnTo>
                  <a:pt x="1086612" y="348995"/>
                </a:lnTo>
                <a:lnTo>
                  <a:pt x="1054607" y="382524"/>
                </a:lnTo>
                <a:lnTo>
                  <a:pt x="1027176" y="402336"/>
                </a:lnTo>
                <a:lnTo>
                  <a:pt x="1011936" y="413003"/>
                </a:lnTo>
                <a:lnTo>
                  <a:pt x="995172" y="422148"/>
                </a:lnTo>
                <a:lnTo>
                  <a:pt x="940307" y="449579"/>
                </a:lnTo>
                <a:lnTo>
                  <a:pt x="918972" y="457200"/>
                </a:lnTo>
                <a:lnTo>
                  <a:pt x="899159" y="464819"/>
                </a:lnTo>
                <a:lnTo>
                  <a:pt x="854964" y="478536"/>
                </a:lnTo>
                <a:lnTo>
                  <a:pt x="806196" y="490727"/>
                </a:lnTo>
                <a:lnTo>
                  <a:pt x="757427" y="499871"/>
                </a:lnTo>
                <a:lnTo>
                  <a:pt x="678179" y="510539"/>
                </a:lnTo>
                <a:lnTo>
                  <a:pt x="594359" y="515112"/>
                </a:lnTo>
                <a:lnTo>
                  <a:pt x="733044" y="515112"/>
                </a:lnTo>
                <a:lnTo>
                  <a:pt x="784859" y="505967"/>
                </a:lnTo>
                <a:lnTo>
                  <a:pt x="809244" y="499871"/>
                </a:lnTo>
                <a:lnTo>
                  <a:pt x="833627" y="495300"/>
                </a:lnTo>
                <a:lnTo>
                  <a:pt x="856488" y="489203"/>
                </a:lnTo>
                <a:lnTo>
                  <a:pt x="880872" y="481583"/>
                </a:lnTo>
                <a:lnTo>
                  <a:pt x="944879" y="458724"/>
                </a:lnTo>
                <a:lnTo>
                  <a:pt x="963168" y="449579"/>
                </a:lnTo>
                <a:lnTo>
                  <a:pt x="982979" y="440436"/>
                </a:lnTo>
                <a:lnTo>
                  <a:pt x="1016507" y="422148"/>
                </a:lnTo>
                <a:lnTo>
                  <a:pt x="1060703" y="390143"/>
                </a:lnTo>
                <a:lnTo>
                  <a:pt x="1095755" y="355091"/>
                </a:lnTo>
                <a:lnTo>
                  <a:pt x="1118616" y="316991"/>
                </a:lnTo>
                <a:lnTo>
                  <a:pt x="1130807" y="262127"/>
                </a:lnTo>
                <a:lnTo>
                  <a:pt x="1127759" y="234695"/>
                </a:lnTo>
                <a:lnTo>
                  <a:pt x="1124712" y="220979"/>
                </a:lnTo>
                <a:lnTo>
                  <a:pt x="1118616" y="208787"/>
                </a:lnTo>
                <a:lnTo>
                  <a:pt x="1112520" y="195071"/>
                </a:lnTo>
                <a:lnTo>
                  <a:pt x="1085088" y="158495"/>
                </a:lnTo>
                <a:lnTo>
                  <a:pt x="1033272" y="114300"/>
                </a:lnTo>
                <a:lnTo>
                  <a:pt x="982979" y="85343"/>
                </a:lnTo>
                <a:lnTo>
                  <a:pt x="943355" y="67055"/>
                </a:lnTo>
                <a:lnTo>
                  <a:pt x="902207" y="51815"/>
                </a:lnTo>
                <a:lnTo>
                  <a:pt x="856488" y="36575"/>
                </a:lnTo>
                <a:lnTo>
                  <a:pt x="809244" y="25907"/>
                </a:lnTo>
                <a:lnTo>
                  <a:pt x="784859" y="19812"/>
                </a:lnTo>
                <a:lnTo>
                  <a:pt x="733044" y="10667"/>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23" name="object 23"/>
          <p:cNvSpPr txBox="1"/>
          <p:nvPr/>
        </p:nvSpPr>
        <p:spPr>
          <a:xfrm>
            <a:off x="9266845" y="2347846"/>
            <a:ext cx="1059565" cy="240450"/>
          </a:xfrm>
          <a:prstGeom prst="rect">
            <a:avLst/>
          </a:prstGeom>
        </p:spPr>
        <p:txBody>
          <a:bodyPr vert="horz" wrap="square" lIns="0" tIns="12700" rIns="0" bIns="0" rtlCol="0">
            <a:spAutoFit/>
          </a:bodyPr>
          <a:lstStyle/>
          <a:p>
            <a:pPr marL="202565" marR="5080" lvl="0" indent="-190500" algn="l" defTabSz="914400" rtl="0" eaLnBrk="1" fontAlgn="auto" latinLnBrk="0" hangingPunct="1">
              <a:lnSpc>
                <a:spcPct val="102099"/>
              </a:lnSpc>
              <a:spcBef>
                <a:spcPts val="100"/>
              </a:spcBef>
              <a:spcAft>
                <a:spcPts val="0"/>
              </a:spcAft>
              <a:buClrTx/>
              <a:buSzTx/>
              <a:buFontTx/>
              <a:buNone/>
              <a:tabLst/>
              <a:defRPr/>
            </a:pPr>
            <a:r>
              <a:rPr kumimoji="0" sz="1450" b="1" i="0" u="none" strike="noStrike" kern="1200" cap="none" spc="-135" normalizeH="0" baseline="0" noProof="0" dirty="0">
                <a:ln>
                  <a:noFill/>
                </a:ln>
                <a:solidFill>
                  <a:srgbClr val="595959">
                    <a:lumMod val="50000"/>
                  </a:srgbClr>
                </a:solidFill>
                <a:effectLst/>
                <a:uLnTx/>
                <a:uFillTx/>
                <a:latin typeface="Arial"/>
                <a:ea typeface="微软雅黑"/>
                <a:cs typeface="Arial"/>
              </a:rPr>
              <a:t>Thực </a:t>
            </a:r>
            <a:r>
              <a:rPr kumimoji="0" sz="1450" b="1" i="0" u="none" strike="noStrike" kern="1200" cap="none" spc="-15" normalizeH="0" baseline="0" noProof="0" dirty="0">
                <a:ln>
                  <a:noFill/>
                </a:ln>
                <a:solidFill>
                  <a:srgbClr val="595959">
                    <a:lumMod val="50000"/>
                  </a:srgbClr>
                </a:solidFill>
                <a:effectLst/>
                <a:uLnTx/>
                <a:uFillTx/>
                <a:latin typeface="Arial"/>
                <a:ea typeface="微软雅黑"/>
                <a:cs typeface="Arial"/>
              </a:rPr>
              <a:t>tế  </a:t>
            </a:r>
            <a:r>
              <a:rPr kumimoji="0" sz="1450" b="1" i="0" u="none" strike="noStrike" kern="1200" cap="none" spc="-120" normalizeH="0" baseline="0" noProof="0" dirty="0">
                <a:ln>
                  <a:noFill/>
                </a:ln>
                <a:solidFill>
                  <a:srgbClr val="595959">
                    <a:lumMod val="50000"/>
                  </a:srgbClr>
                </a:solidFill>
                <a:effectLst/>
                <a:uLnTx/>
                <a:uFillTx/>
                <a:latin typeface="Arial"/>
                <a:ea typeface="微软雅黑"/>
                <a:cs typeface="Arial"/>
              </a:rPr>
              <a:t>Ảo</a:t>
            </a:r>
            <a:endParaRPr kumimoji="0" sz="14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24" name="object 24"/>
          <p:cNvSpPr/>
          <p:nvPr/>
        </p:nvSpPr>
        <p:spPr>
          <a:xfrm>
            <a:off x="10626359" y="2265214"/>
            <a:ext cx="1524000" cy="456079"/>
          </a:xfrm>
          <a:custGeom>
            <a:avLst/>
            <a:gdLst/>
            <a:ahLst/>
            <a:cxnLst/>
            <a:rect l="l" t="t" r="r" b="b"/>
            <a:pathLst>
              <a:path w="1257300" h="516889">
                <a:moveTo>
                  <a:pt x="629412" y="0"/>
                </a:moveTo>
                <a:lnTo>
                  <a:pt x="565081" y="1335"/>
                </a:lnTo>
                <a:lnTo>
                  <a:pt x="502604" y="5253"/>
                </a:lnTo>
                <a:lnTo>
                  <a:pt x="442297" y="11623"/>
                </a:lnTo>
                <a:lnTo>
                  <a:pt x="384476" y="20312"/>
                </a:lnTo>
                <a:lnTo>
                  <a:pt x="329460" y="31188"/>
                </a:lnTo>
                <a:lnTo>
                  <a:pt x="277564" y="44121"/>
                </a:lnTo>
                <a:lnTo>
                  <a:pt x="229106" y="58978"/>
                </a:lnTo>
                <a:lnTo>
                  <a:pt x="184404" y="75628"/>
                </a:lnTo>
                <a:lnTo>
                  <a:pt x="143773" y="93939"/>
                </a:lnTo>
                <a:lnTo>
                  <a:pt x="107531" y="113779"/>
                </a:lnTo>
                <a:lnTo>
                  <a:pt x="49482" y="157519"/>
                </a:lnTo>
                <a:lnTo>
                  <a:pt x="12793" y="205796"/>
                </a:lnTo>
                <a:lnTo>
                  <a:pt x="0" y="257556"/>
                </a:lnTo>
                <a:lnTo>
                  <a:pt x="3251" y="284073"/>
                </a:lnTo>
                <a:lnTo>
                  <a:pt x="28309" y="334661"/>
                </a:lnTo>
                <a:lnTo>
                  <a:pt x="75995" y="381124"/>
                </a:lnTo>
                <a:lnTo>
                  <a:pt x="143773" y="422425"/>
                </a:lnTo>
                <a:lnTo>
                  <a:pt x="184404" y="440817"/>
                </a:lnTo>
                <a:lnTo>
                  <a:pt x="229106" y="457529"/>
                </a:lnTo>
                <a:lnTo>
                  <a:pt x="277564" y="472434"/>
                </a:lnTo>
                <a:lnTo>
                  <a:pt x="329460" y="485400"/>
                </a:lnTo>
                <a:lnTo>
                  <a:pt x="384476" y="496300"/>
                </a:lnTo>
                <a:lnTo>
                  <a:pt x="442297" y="505002"/>
                </a:lnTo>
                <a:lnTo>
                  <a:pt x="502604" y="511379"/>
                </a:lnTo>
                <a:lnTo>
                  <a:pt x="565081" y="515300"/>
                </a:lnTo>
                <a:lnTo>
                  <a:pt x="629412" y="516636"/>
                </a:lnTo>
                <a:lnTo>
                  <a:pt x="693725" y="515300"/>
                </a:lnTo>
                <a:lnTo>
                  <a:pt x="756154" y="511379"/>
                </a:lnTo>
                <a:lnTo>
                  <a:pt x="816386" y="505002"/>
                </a:lnTo>
                <a:lnTo>
                  <a:pt x="874109" y="496300"/>
                </a:lnTo>
                <a:lnTo>
                  <a:pt x="929010" y="485400"/>
                </a:lnTo>
                <a:lnTo>
                  <a:pt x="980777" y="472434"/>
                </a:lnTo>
                <a:lnTo>
                  <a:pt x="1029097" y="457529"/>
                </a:lnTo>
                <a:lnTo>
                  <a:pt x="1073658" y="440817"/>
                </a:lnTo>
                <a:lnTo>
                  <a:pt x="1114146" y="422425"/>
                </a:lnTo>
                <a:lnTo>
                  <a:pt x="1150250" y="402484"/>
                </a:lnTo>
                <a:lnTo>
                  <a:pt x="1208055" y="358473"/>
                </a:lnTo>
                <a:lnTo>
                  <a:pt x="1244572" y="309818"/>
                </a:lnTo>
                <a:lnTo>
                  <a:pt x="1257300" y="257556"/>
                </a:lnTo>
                <a:lnTo>
                  <a:pt x="1254065" y="231306"/>
                </a:lnTo>
                <a:lnTo>
                  <a:pt x="1229131" y="181156"/>
                </a:lnTo>
                <a:lnTo>
                  <a:pt x="1181658" y="135016"/>
                </a:lnTo>
                <a:lnTo>
                  <a:pt x="1114146" y="93939"/>
                </a:lnTo>
                <a:lnTo>
                  <a:pt x="1073658" y="75628"/>
                </a:lnTo>
                <a:lnTo>
                  <a:pt x="1029097" y="58978"/>
                </a:lnTo>
                <a:lnTo>
                  <a:pt x="980777" y="44121"/>
                </a:lnTo>
                <a:lnTo>
                  <a:pt x="929010" y="31188"/>
                </a:lnTo>
                <a:lnTo>
                  <a:pt x="874109" y="20312"/>
                </a:lnTo>
                <a:lnTo>
                  <a:pt x="816386" y="11623"/>
                </a:lnTo>
                <a:lnTo>
                  <a:pt x="756154" y="5253"/>
                </a:lnTo>
                <a:lnTo>
                  <a:pt x="693725" y="1335"/>
                </a:lnTo>
                <a:lnTo>
                  <a:pt x="629412" y="0"/>
                </a:lnTo>
                <a:close/>
              </a:path>
            </a:pathLst>
          </a:custGeom>
          <a:solidFill>
            <a:srgbClr val="77B14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25" name="object 25"/>
          <p:cNvSpPr/>
          <p:nvPr/>
        </p:nvSpPr>
        <p:spPr>
          <a:xfrm>
            <a:off x="10620820" y="2261180"/>
            <a:ext cx="1537085" cy="463924"/>
          </a:xfrm>
          <a:custGeom>
            <a:avLst/>
            <a:gdLst/>
            <a:ahLst/>
            <a:cxnLst/>
            <a:rect l="l" t="t" r="r" b="b"/>
            <a:pathLst>
              <a:path w="1268095" h="525780">
                <a:moveTo>
                  <a:pt x="665987" y="0"/>
                </a:moveTo>
                <a:lnTo>
                  <a:pt x="600455" y="0"/>
                </a:lnTo>
                <a:lnTo>
                  <a:pt x="505967" y="4571"/>
                </a:lnTo>
                <a:lnTo>
                  <a:pt x="445007" y="10667"/>
                </a:lnTo>
                <a:lnTo>
                  <a:pt x="387095" y="19812"/>
                </a:lnTo>
                <a:lnTo>
                  <a:pt x="359663" y="25907"/>
                </a:lnTo>
                <a:lnTo>
                  <a:pt x="332231" y="30479"/>
                </a:lnTo>
                <a:lnTo>
                  <a:pt x="280415" y="44195"/>
                </a:lnTo>
                <a:lnTo>
                  <a:pt x="231648" y="59436"/>
                </a:lnTo>
                <a:lnTo>
                  <a:pt x="166115" y="85343"/>
                </a:lnTo>
                <a:lnTo>
                  <a:pt x="126491" y="103631"/>
                </a:lnTo>
                <a:lnTo>
                  <a:pt x="92963" y="124967"/>
                </a:lnTo>
                <a:lnTo>
                  <a:pt x="50291" y="158495"/>
                </a:lnTo>
                <a:lnTo>
                  <a:pt x="19811" y="195071"/>
                </a:lnTo>
                <a:lnTo>
                  <a:pt x="0" y="249936"/>
                </a:lnTo>
                <a:lnTo>
                  <a:pt x="0" y="277367"/>
                </a:lnTo>
                <a:lnTo>
                  <a:pt x="12191" y="316991"/>
                </a:lnTo>
                <a:lnTo>
                  <a:pt x="50291" y="367283"/>
                </a:lnTo>
                <a:lnTo>
                  <a:pt x="92963" y="400812"/>
                </a:lnTo>
                <a:lnTo>
                  <a:pt x="126491" y="422148"/>
                </a:lnTo>
                <a:lnTo>
                  <a:pt x="166115" y="440436"/>
                </a:lnTo>
                <a:lnTo>
                  <a:pt x="208787" y="458724"/>
                </a:lnTo>
                <a:lnTo>
                  <a:pt x="280415" y="481583"/>
                </a:lnTo>
                <a:lnTo>
                  <a:pt x="332231" y="495300"/>
                </a:lnTo>
                <a:lnTo>
                  <a:pt x="359663" y="499871"/>
                </a:lnTo>
                <a:lnTo>
                  <a:pt x="388619" y="505967"/>
                </a:lnTo>
                <a:lnTo>
                  <a:pt x="416051" y="510539"/>
                </a:lnTo>
                <a:lnTo>
                  <a:pt x="446531" y="515112"/>
                </a:lnTo>
                <a:lnTo>
                  <a:pt x="505967" y="521207"/>
                </a:lnTo>
                <a:lnTo>
                  <a:pt x="600455" y="525779"/>
                </a:lnTo>
                <a:lnTo>
                  <a:pt x="665987" y="525779"/>
                </a:lnTo>
                <a:lnTo>
                  <a:pt x="760476" y="521207"/>
                </a:lnTo>
                <a:lnTo>
                  <a:pt x="821435" y="515112"/>
                </a:lnTo>
                <a:lnTo>
                  <a:pt x="600455" y="515112"/>
                </a:lnTo>
                <a:lnTo>
                  <a:pt x="507491" y="510539"/>
                </a:lnTo>
                <a:lnTo>
                  <a:pt x="446531" y="504443"/>
                </a:lnTo>
                <a:lnTo>
                  <a:pt x="361187" y="490727"/>
                </a:lnTo>
                <a:lnTo>
                  <a:pt x="335279" y="484631"/>
                </a:lnTo>
                <a:lnTo>
                  <a:pt x="307848" y="478536"/>
                </a:lnTo>
                <a:lnTo>
                  <a:pt x="234695" y="457200"/>
                </a:lnTo>
                <a:lnTo>
                  <a:pt x="190500" y="440436"/>
                </a:lnTo>
                <a:lnTo>
                  <a:pt x="150875" y="422148"/>
                </a:lnTo>
                <a:lnTo>
                  <a:pt x="114300" y="402336"/>
                </a:lnTo>
                <a:lnTo>
                  <a:pt x="70103" y="370331"/>
                </a:lnTo>
                <a:lnTo>
                  <a:pt x="36575" y="336803"/>
                </a:lnTo>
                <a:lnTo>
                  <a:pt x="12191" y="288036"/>
                </a:lnTo>
                <a:lnTo>
                  <a:pt x="9143" y="262127"/>
                </a:lnTo>
                <a:lnTo>
                  <a:pt x="10667" y="249936"/>
                </a:lnTo>
                <a:lnTo>
                  <a:pt x="28955" y="201167"/>
                </a:lnTo>
                <a:lnTo>
                  <a:pt x="57911" y="166115"/>
                </a:lnTo>
                <a:lnTo>
                  <a:pt x="70103" y="155448"/>
                </a:lnTo>
                <a:lnTo>
                  <a:pt x="83819" y="143255"/>
                </a:lnTo>
                <a:lnTo>
                  <a:pt x="99059" y="134112"/>
                </a:lnTo>
                <a:lnTo>
                  <a:pt x="114300" y="123443"/>
                </a:lnTo>
                <a:lnTo>
                  <a:pt x="132587" y="112775"/>
                </a:lnTo>
                <a:lnTo>
                  <a:pt x="190500" y="85343"/>
                </a:lnTo>
                <a:lnTo>
                  <a:pt x="234695" y="68579"/>
                </a:lnTo>
                <a:lnTo>
                  <a:pt x="283463" y="53339"/>
                </a:lnTo>
                <a:lnTo>
                  <a:pt x="361187" y="35051"/>
                </a:lnTo>
                <a:lnTo>
                  <a:pt x="446531" y="21336"/>
                </a:lnTo>
                <a:lnTo>
                  <a:pt x="507491" y="15239"/>
                </a:lnTo>
                <a:lnTo>
                  <a:pt x="601979" y="10667"/>
                </a:lnTo>
                <a:lnTo>
                  <a:pt x="821435" y="10667"/>
                </a:lnTo>
                <a:lnTo>
                  <a:pt x="760476" y="4571"/>
                </a:lnTo>
                <a:lnTo>
                  <a:pt x="665987" y="0"/>
                </a:lnTo>
                <a:close/>
              </a:path>
              <a:path w="1268095" h="525780">
                <a:moveTo>
                  <a:pt x="821435" y="10667"/>
                </a:moveTo>
                <a:lnTo>
                  <a:pt x="665987" y="10667"/>
                </a:lnTo>
                <a:lnTo>
                  <a:pt x="760476" y="15239"/>
                </a:lnTo>
                <a:lnTo>
                  <a:pt x="819911" y="21336"/>
                </a:lnTo>
                <a:lnTo>
                  <a:pt x="905255" y="35051"/>
                </a:lnTo>
                <a:lnTo>
                  <a:pt x="984503" y="53339"/>
                </a:lnTo>
                <a:lnTo>
                  <a:pt x="1054607" y="76200"/>
                </a:lnTo>
                <a:lnTo>
                  <a:pt x="1097279" y="94487"/>
                </a:lnTo>
                <a:lnTo>
                  <a:pt x="1135379" y="112775"/>
                </a:lnTo>
                <a:lnTo>
                  <a:pt x="1168907" y="134112"/>
                </a:lnTo>
                <a:lnTo>
                  <a:pt x="1196339" y="155448"/>
                </a:lnTo>
                <a:lnTo>
                  <a:pt x="1210055" y="166115"/>
                </a:lnTo>
                <a:lnTo>
                  <a:pt x="1239011" y="201167"/>
                </a:lnTo>
                <a:lnTo>
                  <a:pt x="1254252" y="237743"/>
                </a:lnTo>
                <a:lnTo>
                  <a:pt x="1257300" y="263651"/>
                </a:lnTo>
                <a:lnTo>
                  <a:pt x="1254252" y="288036"/>
                </a:lnTo>
                <a:lnTo>
                  <a:pt x="1229867" y="336803"/>
                </a:lnTo>
                <a:lnTo>
                  <a:pt x="1196339" y="370331"/>
                </a:lnTo>
                <a:lnTo>
                  <a:pt x="1135379" y="413003"/>
                </a:lnTo>
                <a:lnTo>
                  <a:pt x="1115567" y="422148"/>
                </a:lnTo>
                <a:lnTo>
                  <a:pt x="1097279" y="431291"/>
                </a:lnTo>
                <a:lnTo>
                  <a:pt x="1054607" y="449579"/>
                </a:lnTo>
                <a:lnTo>
                  <a:pt x="1008887" y="464819"/>
                </a:lnTo>
                <a:lnTo>
                  <a:pt x="958595" y="478536"/>
                </a:lnTo>
                <a:lnTo>
                  <a:pt x="905255" y="490727"/>
                </a:lnTo>
                <a:lnTo>
                  <a:pt x="819911" y="504443"/>
                </a:lnTo>
                <a:lnTo>
                  <a:pt x="760476" y="510539"/>
                </a:lnTo>
                <a:lnTo>
                  <a:pt x="665987" y="515112"/>
                </a:lnTo>
                <a:lnTo>
                  <a:pt x="821435" y="515112"/>
                </a:lnTo>
                <a:lnTo>
                  <a:pt x="879348" y="505967"/>
                </a:lnTo>
                <a:lnTo>
                  <a:pt x="906779" y="499871"/>
                </a:lnTo>
                <a:lnTo>
                  <a:pt x="934211" y="495300"/>
                </a:lnTo>
                <a:lnTo>
                  <a:pt x="961643" y="489203"/>
                </a:lnTo>
                <a:lnTo>
                  <a:pt x="986027" y="481583"/>
                </a:lnTo>
                <a:lnTo>
                  <a:pt x="1011935" y="473963"/>
                </a:lnTo>
                <a:lnTo>
                  <a:pt x="1057655" y="458724"/>
                </a:lnTo>
                <a:lnTo>
                  <a:pt x="1101852" y="440436"/>
                </a:lnTo>
                <a:lnTo>
                  <a:pt x="1139952" y="422148"/>
                </a:lnTo>
                <a:lnTo>
                  <a:pt x="1175003" y="400812"/>
                </a:lnTo>
                <a:lnTo>
                  <a:pt x="1203959" y="377951"/>
                </a:lnTo>
                <a:lnTo>
                  <a:pt x="1216152" y="367283"/>
                </a:lnTo>
                <a:lnTo>
                  <a:pt x="1228343" y="355091"/>
                </a:lnTo>
                <a:lnTo>
                  <a:pt x="1239011" y="342900"/>
                </a:lnTo>
                <a:lnTo>
                  <a:pt x="1246631" y="329183"/>
                </a:lnTo>
                <a:lnTo>
                  <a:pt x="1254252" y="316991"/>
                </a:lnTo>
                <a:lnTo>
                  <a:pt x="1260348" y="303275"/>
                </a:lnTo>
                <a:lnTo>
                  <a:pt x="1264919" y="289560"/>
                </a:lnTo>
                <a:lnTo>
                  <a:pt x="1267967" y="262127"/>
                </a:lnTo>
                <a:lnTo>
                  <a:pt x="1266443" y="248412"/>
                </a:lnTo>
                <a:lnTo>
                  <a:pt x="1254252" y="208787"/>
                </a:lnTo>
                <a:lnTo>
                  <a:pt x="1228343" y="170687"/>
                </a:lnTo>
                <a:lnTo>
                  <a:pt x="1190243" y="135636"/>
                </a:lnTo>
                <a:lnTo>
                  <a:pt x="1173479" y="124967"/>
                </a:lnTo>
                <a:lnTo>
                  <a:pt x="1158239" y="114300"/>
                </a:lnTo>
                <a:lnTo>
                  <a:pt x="1139952" y="103631"/>
                </a:lnTo>
                <a:lnTo>
                  <a:pt x="1121663" y="94487"/>
                </a:lnTo>
                <a:lnTo>
                  <a:pt x="1100327" y="85343"/>
                </a:lnTo>
                <a:lnTo>
                  <a:pt x="1080515" y="76200"/>
                </a:lnTo>
                <a:lnTo>
                  <a:pt x="1011935" y="51815"/>
                </a:lnTo>
                <a:lnTo>
                  <a:pt x="960119" y="36575"/>
                </a:lnTo>
                <a:lnTo>
                  <a:pt x="906779" y="25907"/>
                </a:lnTo>
                <a:lnTo>
                  <a:pt x="879348" y="19812"/>
                </a:lnTo>
                <a:lnTo>
                  <a:pt x="821435" y="10667"/>
                </a:lnTo>
                <a:close/>
              </a:path>
            </a:pathLst>
          </a:custGeom>
          <a:solidFill>
            <a:srgbClr val="56812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95959">
                  <a:lumMod val="50000"/>
                </a:srgbClr>
              </a:solidFill>
              <a:effectLst/>
              <a:uLnTx/>
              <a:uFillTx/>
              <a:latin typeface="Arial"/>
              <a:ea typeface="微软雅黑"/>
              <a:cs typeface="+mn-cs"/>
            </a:endParaRPr>
          </a:p>
        </p:txBody>
      </p:sp>
      <p:sp>
        <p:nvSpPr>
          <p:cNvPr id="26" name="object 26"/>
          <p:cNvSpPr txBox="1"/>
          <p:nvPr/>
        </p:nvSpPr>
        <p:spPr>
          <a:xfrm>
            <a:off x="10796032" y="2347846"/>
            <a:ext cx="1184654" cy="240450"/>
          </a:xfrm>
          <a:prstGeom prst="rect">
            <a:avLst/>
          </a:prstGeom>
        </p:spPr>
        <p:txBody>
          <a:bodyPr vert="horz" wrap="square" lIns="0" tIns="12700" rIns="0" bIns="0" rtlCol="0">
            <a:spAutoFit/>
          </a:bodyPr>
          <a:lstStyle/>
          <a:p>
            <a:pPr marL="213360" marR="5080" lvl="0" indent="-201295" algn="l" defTabSz="914400" rtl="0" eaLnBrk="1" fontAlgn="auto" latinLnBrk="0" hangingPunct="1">
              <a:lnSpc>
                <a:spcPct val="102099"/>
              </a:lnSpc>
              <a:spcBef>
                <a:spcPts val="100"/>
              </a:spcBef>
              <a:spcAft>
                <a:spcPts val="0"/>
              </a:spcAft>
              <a:buClrTx/>
              <a:buSzTx/>
              <a:buFontTx/>
              <a:buNone/>
              <a:tabLst/>
              <a:defRPr/>
            </a:pPr>
            <a:r>
              <a:rPr kumimoji="0" sz="1450" b="1" i="0" u="none" strike="noStrike" kern="1200" cap="none" spc="-65" normalizeH="0" baseline="0" noProof="0" dirty="0">
                <a:ln>
                  <a:noFill/>
                </a:ln>
                <a:solidFill>
                  <a:srgbClr val="595959">
                    <a:lumMod val="50000"/>
                  </a:srgbClr>
                </a:solidFill>
                <a:effectLst/>
                <a:uLnTx/>
                <a:uFillTx/>
                <a:latin typeface="Arial"/>
                <a:ea typeface="微软雅黑"/>
                <a:cs typeface="Arial"/>
              </a:rPr>
              <a:t>Vi</a:t>
            </a:r>
            <a:r>
              <a:rPr kumimoji="0" sz="1450" b="1" i="0" u="none" strike="noStrike" kern="1200" cap="none" spc="-155" normalizeH="0" baseline="0" noProof="0" dirty="0">
                <a:ln>
                  <a:noFill/>
                </a:ln>
                <a:solidFill>
                  <a:srgbClr val="595959">
                    <a:lumMod val="50000"/>
                  </a:srgbClr>
                </a:solidFill>
                <a:effectLst/>
                <a:uLnTx/>
                <a:uFillTx/>
                <a:latin typeface="Arial"/>
                <a:ea typeface="微软雅黑"/>
                <a:cs typeface="Arial"/>
              </a:rPr>
              <a:t> </a:t>
            </a:r>
            <a:r>
              <a:rPr kumimoji="0" sz="1450" b="1" i="0" u="none" strike="noStrike" kern="1200" cap="none" spc="-70" normalizeH="0" baseline="0" noProof="0" dirty="0">
                <a:ln>
                  <a:noFill/>
                </a:ln>
                <a:solidFill>
                  <a:srgbClr val="595959">
                    <a:lumMod val="50000"/>
                  </a:srgbClr>
                </a:solidFill>
                <a:effectLst/>
                <a:uLnTx/>
                <a:uFillTx/>
                <a:latin typeface="Arial"/>
                <a:ea typeface="微软雅黑"/>
                <a:cs typeface="Arial"/>
              </a:rPr>
              <a:t>mô-Vĩ  </a:t>
            </a:r>
            <a:r>
              <a:rPr kumimoji="0" sz="1450" b="1" i="0" u="none" strike="noStrike" kern="1200" cap="none" spc="0" normalizeH="0" baseline="0" noProof="0" dirty="0">
                <a:ln>
                  <a:noFill/>
                </a:ln>
                <a:solidFill>
                  <a:srgbClr val="595959">
                    <a:lumMod val="50000"/>
                  </a:srgbClr>
                </a:solidFill>
                <a:effectLst/>
                <a:uLnTx/>
                <a:uFillTx/>
                <a:latin typeface="Arial"/>
                <a:ea typeface="微软雅黑"/>
                <a:cs typeface="Arial"/>
              </a:rPr>
              <a:t>Mô</a:t>
            </a:r>
            <a:endParaRPr kumimoji="0" sz="1450" b="0" i="0" u="none" strike="noStrike" kern="1200" cap="none" spc="0" normalizeH="0" baseline="0" noProof="0">
              <a:ln>
                <a:noFill/>
              </a:ln>
              <a:solidFill>
                <a:srgbClr val="595959">
                  <a:lumMod val="50000"/>
                </a:srgbClr>
              </a:solidFill>
              <a:effectLst/>
              <a:uLnTx/>
              <a:uFillTx/>
              <a:latin typeface="Arial"/>
              <a:ea typeface="微软雅黑"/>
              <a:cs typeface="Arial"/>
            </a:endParaRPr>
          </a:p>
        </p:txBody>
      </p:sp>
      <p:sp>
        <p:nvSpPr>
          <p:cNvPr id="27" name="object 27"/>
          <p:cNvSpPr txBox="1"/>
          <p:nvPr/>
        </p:nvSpPr>
        <p:spPr>
          <a:xfrm>
            <a:off x="4020068" y="5754414"/>
            <a:ext cx="3342794" cy="470000"/>
          </a:xfrm>
          <a:prstGeom prst="rect">
            <a:avLst/>
          </a:prstGeom>
        </p:spPr>
        <p:txBody>
          <a:bodyPr vert="horz" wrap="square" lIns="0" tIns="15875" rIns="0" bIns="0" rtlCol="0">
            <a:spAutoFit/>
          </a:bodyPr>
          <a:lstStyle/>
          <a:p>
            <a:pPr marL="12700" marR="0" lvl="0" indent="0" algn="ctr" defTabSz="914400" rtl="0" eaLnBrk="1" fontAlgn="auto" latinLnBrk="0" hangingPunct="1">
              <a:lnSpc>
                <a:spcPct val="100000"/>
              </a:lnSpc>
              <a:spcBef>
                <a:spcPts val="125"/>
              </a:spcBef>
              <a:spcAft>
                <a:spcPts val="0"/>
              </a:spcAft>
              <a:buClrTx/>
              <a:buSzTx/>
              <a:buFontTx/>
              <a:buNone/>
              <a:tabLst/>
              <a:defRPr/>
            </a:pPr>
            <a:r>
              <a:rPr kumimoji="0" sz="2950" b="1" i="0" u="none" strike="noStrike" kern="1200" cap="none" spc="-170" normalizeH="0" baseline="0" noProof="0" dirty="0">
                <a:ln>
                  <a:noFill/>
                </a:ln>
                <a:solidFill>
                  <a:srgbClr val="0070C0"/>
                </a:solidFill>
                <a:effectLst/>
                <a:uLnTx/>
                <a:uFillTx/>
                <a:latin typeface="Arial"/>
                <a:ea typeface="微软雅黑"/>
                <a:cs typeface="Arial"/>
              </a:rPr>
              <a:t>Khả </a:t>
            </a:r>
            <a:r>
              <a:rPr kumimoji="0" sz="2950" b="1" i="0" u="none" strike="noStrike" kern="1200" cap="none" spc="-145" normalizeH="0" baseline="0" noProof="0" dirty="0">
                <a:ln>
                  <a:noFill/>
                </a:ln>
                <a:solidFill>
                  <a:srgbClr val="0070C0"/>
                </a:solidFill>
                <a:effectLst/>
                <a:uLnTx/>
                <a:uFillTx/>
                <a:latin typeface="Arial"/>
                <a:ea typeface="微软雅黑"/>
                <a:cs typeface="Arial"/>
              </a:rPr>
              <a:t>năng </a:t>
            </a:r>
            <a:r>
              <a:rPr kumimoji="0" sz="2950" b="1" i="0" u="none" strike="noStrike" kern="1200" cap="none" spc="-45" normalizeH="0" baseline="0" noProof="0" dirty="0">
                <a:ln>
                  <a:noFill/>
                </a:ln>
                <a:solidFill>
                  <a:srgbClr val="0070C0"/>
                </a:solidFill>
                <a:effectLst/>
                <a:uLnTx/>
                <a:uFillTx/>
                <a:latin typeface="Arial"/>
                <a:ea typeface="微软雅黑"/>
                <a:cs typeface="Arial"/>
              </a:rPr>
              <a:t>kết</a:t>
            </a:r>
            <a:r>
              <a:rPr kumimoji="0" sz="2950" b="1" i="0" u="none" strike="noStrike" kern="1200" cap="none" spc="-440" normalizeH="0" baseline="0" noProof="0" dirty="0">
                <a:ln>
                  <a:noFill/>
                </a:ln>
                <a:solidFill>
                  <a:srgbClr val="0070C0"/>
                </a:solidFill>
                <a:effectLst/>
                <a:uLnTx/>
                <a:uFillTx/>
                <a:latin typeface="Arial"/>
                <a:ea typeface="微软雅黑"/>
                <a:cs typeface="Arial"/>
              </a:rPr>
              <a:t> </a:t>
            </a:r>
            <a:r>
              <a:rPr kumimoji="0" sz="2950" b="1" i="0" u="none" strike="noStrike" kern="1200" cap="none" spc="-130" normalizeH="0" baseline="0" noProof="0" dirty="0">
                <a:ln>
                  <a:noFill/>
                </a:ln>
                <a:solidFill>
                  <a:srgbClr val="0070C0"/>
                </a:solidFill>
                <a:effectLst/>
                <a:uLnTx/>
                <a:uFillTx/>
                <a:latin typeface="Arial"/>
                <a:ea typeface="微软雅黑"/>
                <a:cs typeface="Arial"/>
              </a:rPr>
              <a:t>nối</a:t>
            </a:r>
            <a:endParaRPr kumimoji="0" sz="2950" b="0" i="0" u="none" strike="noStrike" kern="1200" cap="none" spc="0" normalizeH="0" baseline="0" noProof="0">
              <a:ln>
                <a:noFill/>
              </a:ln>
              <a:solidFill>
                <a:srgbClr val="0070C0"/>
              </a:solidFill>
              <a:effectLst/>
              <a:uLnTx/>
              <a:uFillTx/>
              <a:latin typeface="Arial"/>
              <a:ea typeface="微软雅黑"/>
              <a:cs typeface="Arial"/>
            </a:endParaRPr>
          </a:p>
        </p:txBody>
      </p:sp>
      <p:sp>
        <p:nvSpPr>
          <p:cNvPr id="28" name="object 28"/>
          <p:cNvSpPr/>
          <p:nvPr/>
        </p:nvSpPr>
        <p:spPr>
          <a:xfrm>
            <a:off x="5685599" y="4868368"/>
            <a:ext cx="2665187" cy="821926"/>
          </a:xfrm>
          <a:custGeom>
            <a:avLst/>
            <a:gdLst/>
            <a:ahLst/>
            <a:cxnLst/>
            <a:rect l="l" t="t" r="r" b="b"/>
            <a:pathLst>
              <a:path w="2169159" h="876300">
                <a:moveTo>
                  <a:pt x="2107270" y="22096"/>
                </a:moveTo>
                <a:lnTo>
                  <a:pt x="0" y="861059"/>
                </a:lnTo>
                <a:lnTo>
                  <a:pt x="4572" y="876300"/>
                </a:lnTo>
                <a:lnTo>
                  <a:pt x="2112778" y="36050"/>
                </a:lnTo>
                <a:lnTo>
                  <a:pt x="2107270" y="22096"/>
                </a:lnTo>
                <a:close/>
              </a:path>
              <a:path w="2169159" h="876300">
                <a:moveTo>
                  <a:pt x="2157535" y="18287"/>
                </a:moveTo>
                <a:lnTo>
                  <a:pt x="2116835" y="18287"/>
                </a:lnTo>
                <a:lnTo>
                  <a:pt x="2122931" y="32003"/>
                </a:lnTo>
                <a:lnTo>
                  <a:pt x="2112778" y="36050"/>
                </a:lnTo>
                <a:lnTo>
                  <a:pt x="2121407" y="57911"/>
                </a:lnTo>
                <a:lnTo>
                  <a:pt x="2157535" y="18287"/>
                </a:lnTo>
                <a:close/>
              </a:path>
              <a:path w="2169159" h="876300">
                <a:moveTo>
                  <a:pt x="2116835" y="18287"/>
                </a:moveTo>
                <a:lnTo>
                  <a:pt x="2107270" y="22096"/>
                </a:lnTo>
                <a:lnTo>
                  <a:pt x="2112778" y="36050"/>
                </a:lnTo>
                <a:lnTo>
                  <a:pt x="2122931" y="32003"/>
                </a:lnTo>
                <a:lnTo>
                  <a:pt x="2116835" y="18287"/>
                </a:lnTo>
                <a:close/>
              </a:path>
              <a:path w="2169159" h="876300">
                <a:moveTo>
                  <a:pt x="2098548" y="0"/>
                </a:moveTo>
                <a:lnTo>
                  <a:pt x="2107270" y="22096"/>
                </a:lnTo>
                <a:lnTo>
                  <a:pt x="2116835" y="18287"/>
                </a:lnTo>
                <a:lnTo>
                  <a:pt x="2157535" y="18287"/>
                </a:lnTo>
                <a:lnTo>
                  <a:pt x="2168652" y="6095"/>
                </a:lnTo>
                <a:lnTo>
                  <a:pt x="2098548" y="0"/>
                </a:lnTo>
                <a:close/>
              </a:path>
            </a:pathLst>
          </a:custGeom>
          <a:solidFill>
            <a:srgbClr val="CB3E3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29" name="object 29"/>
          <p:cNvSpPr/>
          <p:nvPr/>
        </p:nvSpPr>
        <p:spPr>
          <a:xfrm>
            <a:off x="3057814" y="4793988"/>
            <a:ext cx="2627785" cy="896306"/>
          </a:xfrm>
          <a:custGeom>
            <a:avLst/>
            <a:gdLst/>
            <a:ahLst/>
            <a:cxnLst/>
            <a:rect l="l" t="t" r="r" b="b"/>
            <a:pathLst>
              <a:path w="2589529" h="908685">
                <a:moveTo>
                  <a:pt x="62453" y="22950"/>
                </a:moveTo>
                <a:lnTo>
                  <a:pt x="57723" y="37140"/>
                </a:lnTo>
                <a:lnTo>
                  <a:pt x="2584704" y="908304"/>
                </a:lnTo>
                <a:lnTo>
                  <a:pt x="2589275" y="893063"/>
                </a:lnTo>
                <a:lnTo>
                  <a:pt x="62453" y="22950"/>
                </a:lnTo>
                <a:close/>
              </a:path>
              <a:path w="2589529" h="908685">
                <a:moveTo>
                  <a:pt x="70103" y="0"/>
                </a:moveTo>
                <a:lnTo>
                  <a:pt x="0" y="9143"/>
                </a:lnTo>
                <a:lnTo>
                  <a:pt x="50291" y="59436"/>
                </a:lnTo>
                <a:lnTo>
                  <a:pt x="57723" y="37140"/>
                </a:lnTo>
                <a:lnTo>
                  <a:pt x="47243" y="33527"/>
                </a:lnTo>
                <a:lnTo>
                  <a:pt x="53339" y="19812"/>
                </a:lnTo>
                <a:lnTo>
                  <a:pt x="63499" y="19812"/>
                </a:lnTo>
                <a:lnTo>
                  <a:pt x="70103" y="0"/>
                </a:lnTo>
                <a:close/>
              </a:path>
              <a:path w="2589529" h="908685">
                <a:moveTo>
                  <a:pt x="53339" y="19812"/>
                </a:moveTo>
                <a:lnTo>
                  <a:pt x="47243" y="33527"/>
                </a:lnTo>
                <a:lnTo>
                  <a:pt x="57723" y="37140"/>
                </a:lnTo>
                <a:lnTo>
                  <a:pt x="62453" y="22950"/>
                </a:lnTo>
                <a:lnTo>
                  <a:pt x="53339" y="19812"/>
                </a:lnTo>
                <a:close/>
              </a:path>
              <a:path w="2589529" h="908685">
                <a:moveTo>
                  <a:pt x="63499" y="19812"/>
                </a:moveTo>
                <a:lnTo>
                  <a:pt x="53339" y="19812"/>
                </a:lnTo>
                <a:lnTo>
                  <a:pt x="62453" y="22950"/>
                </a:lnTo>
                <a:lnTo>
                  <a:pt x="63499" y="19812"/>
                </a:lnTo>
                <a:close/>
              </a:path>
            </a:pathLst>
          </a:custGeom>
          <a:solidFill>
            <a:srgbClr val="CB3E3A"/>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0" name="object 30"/>
          <p:cNvSpPr/>
          <p:nvPr/>
        </p:nvSpPr>
        <p:spPr>
          <a:xfrm>
            <a:off x="2718186" y="2747964"/>
            <a:ext cx="927485" cy="885265"/>
          </a:xfrm>
          <a:custGeom>
            <a:avLst/>
            <a:gdLst/>
            <a:ahLst/>
            <a:cxnLst/>
            <a:rect l="l" t="t" r="r" b="b"/>
            <a:pathLst>
              <a:path w="765175" h="1003300">
                <a:moveTo>
                  <a:pt x="720417" y="46683"/>
                </a:moveTo>
                <a:lnTo>
                  <a:pt x="0" y="993648"/>
                </a:lnTo>
                <a:lnTo>
                  <a:pt x="12192" y="1002791"/>
                </a:lnTo>
                <a:lnTo>
                  <a:pt x="732565" y="55886"/>
                </a:lnTo>
                <a:lnTo>
                  <a:pt x="720417" y="46683"/>
                </a:lnTo>
                <a:close/>
              </a:path>
              <a:path w="765175" h="1003300">
                <a:moveTo>
                  <a:pt x="757593" y="38100"/>
                </a:moveTo>
                <a:lnTo>
                  <a:pt x="726948" y="38100"/>
                </a:lnTo>
                <a:lnTo>
                  <a:pt x="739139" y="47243"/>
                </a:lnTo>
                <a:lnTo>
                  <a:pt x="732565" y="55886"/>
                </a:lnTo>
                <a:lnTo>
                  <a:pt x="751332" y="70103"/>
                </a:lnTo>
                <a:lnTo>
                  <a:pt x="757593" y="38100"/>
                </a:lnTo>
                <a:close/>
              </a:path>
              <a:path w="765175" h="1003300">
                <a:moveTo>
                  <a:pt x="726948" y="38100"/>
                </a:moveTo>
                <a:lnTo>
                  <a:pt x="720417" y="46683"/>
                </a:lnTo>
                <a:lnTo>
                  <a:pt x="732565" y="55886"/>
                </a:lnTo>
                <a:lnTo>
                  <a:pt x="739139" y="47243"/>
                </a:lnTo>
                <a:lnTo>
                  <a:pt x="726948" y="38100"/>
                </a:lnTo>
                <a:close/>
              </a:path>
              <a:path w="765175" h="1003300">
                <a:moveTo>
                  <a:pt x="765048" y="0"/>
                </a:moveTo>
                <a:lnTo>
                  <a:pt x="701039" y="32003"/>
                </a:lnTo>
                <a:lnTo>
                  <a:pt x="720417" y="46683"/>
                </a:lnTo>
                <a:lnTo>
                  <a:pt x="726948" y="38100"/>
                </a:lnTo>
                <a:lnTo>
                  <a:pt x="757593" y="38100"/>
                </a:lnTo>
                <a:lnTo>
                  <a:pt x="765048" y="0"/>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1" name="object 31"/>
          <p:cNvSpPr/>
          <p:nvPr/>
        </p:nvSpPr>
        <p:spPr>
          <a:xfrm>
            <a:off x="2357967" y="2747966"/>
            <a:ext cx="377152" cy="882463"/>
          </a:xfrm>
          <a:custGeom>
            <a:avLst/>
            <a:gdLst/>
            <a:ahLst/>
            <a:cxnLst/>
            <a:rect l="l" t="t" r="r" b="b"/>
            <a:pathLst>
              <a:path w="311150" h="1000125">
                <a:moveTo>
                  <a:pt x="37952" y="58718"/>
                </a:moveTo>
                <a:lnTo>
                  <a:pt x="22712" y="63290"/>
                </a:lnTo>
                <a:lnTo>
                  <a:pt x="295656" y="999743"/>
                </a:lnTo>
                <a:lnTo>
                  <a:pt x="310895" y="995172"/>
                </a:lnTo>
                <a:lnTo>
                  <a:pt x="37952" y="58718"/>
                </a:lnTo>
                <a:close/>
              </a:path>
              <a:path w="311150" h="1000125">
                <a:moveTo>
                  <a:pt x="13716" y="0"/>
                </a:moveTo>
                <a:lnTo>
                  <a:pt x="0" y="70103"/>
                </a:lnTo>
                <a:lnTo>
                  <a:pt x="22712" y="63290"/>
                </a:lnTo>
                <a:lnTo>
                  <a:pt x="19812" y="53339"/>
                </a:lnTo>
                <a:lnTo>
                  <a:pt x="35051" y="48767"/>
                </a:lnTo>
                <a:lnTo>
                  <a:pt x="58180" y="48767"/>
                </a:lnTo>
                <a:lnTo>
                  <a:pt x="13716" y="0"/>
                </a:lnTo>
                <a:close/>
              </a:path>
              <a:path w="311150" h="1000125">
                <a:moveTo>
                  <a:pt x="35051" y="48767"/>
                </a:moveTo>
                <a:lnTo>
                  <a:pt x="19812" y="53339"/>
                </a:lnTo>
                <a:lnTo>
                  <a:pt x="22712" y="63290"/>
                </a:lnTo>
                <a:lnTo>
                  <a:pt x="37952" y="58718"/>
                </a:lnTo>
                <a:lnTo>
                  <a:pt x="35051" y="48767"/>
                </a:lnTo>
                <a:close/>
              </a:path>
              <a:path w="311150" h="1000125">
                <a:moveTo>
                  <a:pt x="58180" y="48767"/>
                </a:moveTo>
                <a:lnTo>
                  <a:pt x="35051" y="48767"/>
                </a:lnTo>
                <a:lnTo>
                  <a:pt x="37952" y="58718"/>
                </a:lnTo>
                <a:lnTo>
                  <a:pt x="60960" y="51815"/>
                </a:lnTo>
                <a:lnTo>
                  <a:pt x="58180" y="48767"/>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2" name="object 32"/>
          <p:cNvSpPr/>
          <p:nvPr/>
        </p:nvSpPr>
        <p:spPr>
          <a:xfrm>
            <a:off x="1210810" y="2726449"/>
            <a:ext cx="1520921" cy="905435"/>
          </a:xfrm>
          <a:custGeom>
            <a:avLst/>
            <a:gdLst/>
            <a:ahLst/>
            <a:cxnLst/>
            <a:rect l="l" t="t" r="r" b="b"/>
            <a:pathLst>
              <a:path w="1254760" h="1026160">
                <a:moveTo>
                  <a:pt x="53509" y="33787"/>
                </a:moveTo>
                <a:lnTo>
                  <a:pt x="43907" y="45605"/>
                </a:lnTo>
                <a:lnTo>
                  <a:pt x="1245108" y="1025651"/>
                </a:lnTo>
                <a:lnTo>
                  <a:pt x="1254252" y="1013460"/>
                </a:lnTo>
                <a:lnTo>
                  <a:pt x="53509" y="33787"/>
                </a:lnTo>
                <a:close/>
              </a:path>
              <a:path w="1254760" h="1026160">
                <a:moveTo>
                  <a:pt x="0" y="0"/>
                </a:moveTo>
                <a:lnTo>
                  <a:pt x="28956" y="64008"/>
                </a:lnTo>
                <a:lnTo>
                  <a:pt x="43907" y="45605"/>
                </a:lnTo>
                <a:lnTo>
                  <a:pt x="36575" y="39624"/>
                </a:lnTo>
                <a:lnTo>
                  <a:pt x="45719" y="27432"/>
                </a:lnTo>
                <a:lnTo>
                  <a:pt x="58673" y="27432"/>
                </a:lnTo>
                <a:lnTo>
                  <a:pt x="68579" y="15239"/>
                </a:lnTo>
                <a:lnTo>
                  <a:pt x="0" y="0"/>
                </a:lnTo>
                <a:close/>
              </a:path>
              <a:path w="1254760" h="1026160">
                <a:moveTo>
                  <a:pt x="45719" y="27432"/>
                </a:moveTo>
                <a:lnTo>
                  <a:pt x="36575" y="39624"/>
                </a:lnTo>
                <a:lnTo>
                  <a:pt x="43907" y="45605"/>
                </a:lnTo>
                <a:lnTo>
                  <a:pt x="53509" y="33787"/>
                </a:lnTo>
                <a:lnTo>
                  <a:pt x="45719" y="27432"/>
                </a:lnTo>
                <a:close/>
              </a:path>
              <a:path w="1254760" h="1026160">
                <a:moveTo>
                  <a:pt x="58673" y="27432"/>
                </a:moveTo>
                <a:lnTo>
                  <a:pt x="45719" y="27432"/>
                </a:lnTo>
                <a:lnTo>
                  <a:pt x="53509" y="33787"/>
                </a:lnTo>
                <a:lnTo>
                  <a:pt x="58673" y="27432"/>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3" name="object 33"/>
          <p:cNvSpPr/>
          <p:nvPr/>
        </p:nvSpPr>
        <p:spPr>
          <a:xfrm>
            <a:off x="8803103" y="2769479"/>
            <a:ext cx="927485" cy="885265"/>
          </a:xfrm>
          <a:custGeom>
            <a:avLst/>
            <a:gdLst/>
            <a:ahLst/>
            <a:cxnLst/>
            <a:rect l="l" t="t" r="r" b="b"/>
            <a:pathLst>
              <a:path w="765175" h="1003300">
                <a:moveTo>
                  <a:pt x="720974" y="45951"/>
                </a:moveTo>
                <a:lnTo>
                  <a:pt x="0" y="993648"/>
                </a:lnTo>
                <a:lnTo>
                  <a:pt x="13716" y="1002792"/>
                </a:lnTo>
                <a:lnTo>
                  <a:pt x="733130" y="55160"/>
                </a:lnTo>
                <a:lnTo>
                  <a:pt x="720974" y="45951"/>
                </a:lnTo>
                <a:close/>
              </a:path>
              <a:path w="765175" h="1003300">
                <a:moveTo>
                  <a:pt x="758421" y="38100"/>
                </a:moveTo>
                <a:lnTo>
                  <a:pt x="726948" y="38100"/>
                </a:lnTo>
                <a:lnTo>
                  <a:pt x="739140" y="47244"/>
                </a:lnTo>
                <a:lnTo>
                  <a:pt x="733130" y="55160"/>
                </a:lnTo>
                <a:lnTo>
                  <a:pt x="752855" y="70104"/>
                </a:lnTo>
                <a:lnTo>
                  <a:pt x="758421" y="38100"/>
                </a:lnTo>
                <a:close/>
              </a:path>
              <a:path w="765175" h="1003300">
                <a:moveTo>
                  <a:pt x="726948" y="38100"/>
                </a:moveTo>
                <a:lnTo>
                  <a:pt x="720974" y="45951"/>
                </a:lnTo>
                <a:lnTo>
                  <a:pt x="733130" y="55160"/>
                </a:lnTo>
                <a:lnTo>
                  <a:pt x="739140" y="47244"/>
                </a:lnTo>
                <a:lnTo>
                  <a:pt x="726948" y="38100"/>
                </a:lnTo>
                <a:close/>
              </a:path>
              <a:path w="765175" h="1003300">
                <a:moveTo>
                  <a:pt x="765048" y="0"/>
                </a:moveTo>
                <a:lnTo>
                  <a:pt x="702564" y="32004"/>
                </a:lnTo>
                <a:lnTo>
                  <a:pt x="720974" y="45951"/>
                </a:lnTo>
                <a:lnTo>
                  <a:pt x="726948" y="38100"/>
                </a:lnTo>
                <a:lnTo>
                  <a:pt x="758421" y="38100"/>
                </a:lnTo>
                <a:lnTo>
                  <a:pt x="765048" y="0"/>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4" name="object 34"/>
          <p:cNvSpPr/>
          <p:nvPr/>
        </p:nvSpPr>
        <p:spPr>
          <a:xfrm>
            <a:off x="8215670" y="2784273"/>
            <a:ext cx="604212" cy="869016"/>
          </a:xfrm>
          <a:custGeom>
            <a:avLst/>
            <a:gdLst/>
            <a:ahLst/>
            <a:cxnLst/>
            <a:rect l="l" t="t" r="r" b="b"/>
            <a:pathLst>
              <a:path w="498475" h="984885">
                <a:moveTo>
                  <a:pt x="35172" y="52042"/>
                </a:moveTo>
                <a:lnTo>
                  <a:pt x="21227" y="59203"/>
                </a:lnTo>
                <a:lnTo>
                  <a:pt x="484631" y="984503"/>
                </a:lnTo>
                <a:lnTo>
                  <a:pt x="498348" y="976883"/>
                </a:lnTo>
                <a:lnTo>
                  <a:pt x="35172" y="52042"/>
                </a:lnTo>
                <a:close/>
              </a:path>
              <a:path w="498475" h="984885">
                <a:moveTo>
                  <a:pt x="0" y="0"/>
                </a:moveTo>
                <a:lnTo>
                  <a:pt x="0" y="70103"/>
                </a:lnTo>
                <a:lnTo>
                  <a:pt x="21227" y="59203"/>
                </a:lnTo>
                <a:lnTo>
                  <a:pt x="16763" y="50291"/>
                </a:lnTo>
                <a:lnTo>
                  <a:pt x="30479" y="42671"/>
                </a:lnTo>
                <a:lnTo>
                  <a:pt x="53420" y="42671"/>
                </a:lnTo>
                <a:lnTo>
                  <a:pt x="56387" y="41147"/>
                </a:lnTo>
                <a:lnTo>
                  <a:pt x="0" y="0"/>
                </a:lnTo>
                <a:close/>
              </a:path>
              <a:path w="498475" h="984885">
                <a:moveTo>
                  <a:pt x="30479" y="42671"/>
                </a:moveTo>
                <a:lnTo>
                  <a:pt x="16763" y="50291"/>
                </a:lnTo>
                <a:lnTo>
                  <a:pt x="21227" y="59203"/>
                </a:lnTo>
                <a:lnTo>
                  <a:pt x="35172" y="52042"/>
                </a:lnTo>
                <a:lnTo>
                  <a:pt x="30479" y="42671"/>
                </a:lnTo>
                <a:close/>
              </a:path>
              <a:path w="498475" h="984885">
                <a:moveTo>
                  <a:pt x="53420" y="42671"/>
                </a:moveTo>
                <a:lnTo>
                  <a:pt x="30479" y="42671"/>
                </a:lnTo>
                <a:lnTo>
                  <a:pt x="35172" y="52042"/>
                </a:lnTo>
                <a:lnTo>
                  <a:pt x="53420" y="42671"/>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5" name="object 35"/>
          <p:cNvSpPr/>
          <p:nvPr/>
        </p:nvSpPr>
        <p:spPr>
          <a:xfrm>
            <a:off x="6440442" y="2757378"/>
            <a:ext cx="2376055" cy="897031"/>
          </a:xfrm>
          <a:custGeom>
            <a:avLst/>
            <a:gdLst/>
            <a:ahLst/>
            <a:cxnLst/>
            <a:rect l="l" t="t" r="r" b="b"/>
            <a:pathLst>
              <a:path w="1960245" h="1016635">
                <a:moveTo>
                  <a:pt x="59150" y="22854"/>
                </a:moveTo>
                <a:lnTo>
                  <a:pt x="51986" y="36806"/>
                </a:lnTo>
                <a:lnTo>
                  <a:pt x="1952244" y="1016508"/>
                </a:lnTo>
                <a:lnTo>
                  <a:pt x="1959864" y="1002792"/>
                </a:lnTo>
                <a:lnTo>
                  <a:pt x="59150" y="22854"/>
                </a:lnTo>
                <a:close/>
              </a:path>
              <a:path w="1960245" h="1016635">
                <a:moveTo>
                  <a:pt x="0" y="0"/>
                </a:moveTo>
                <a:lnTo>
                  <a:pt x="41148" y="57912"/>
                </a:lnTo>
                <a:lnTo>
                  <a:pt x="51986" y="36806"/>
                </a:lnTo>
                <a:lnTo>
                  <a:pt x="42672" y="32004"/>
                </a:lnTo>
                <a:lnTo>
                  <a:pt x="50292" y="18287"/>
                </a:lnTo>
                <a:lnTo>
                  <a:pt x="61495" y="18287"/>
                </a:lnTo>
                <a:lnTo>
                  <a:pt x="70104" y="1524"/>
                </a:lnTo>
                <a:lnTo>
                  <a:pt x="0" y="0"/>
                </a:lnTo>
                <a:close/>
              </a:path>
              <a:path w="1960245" h="1016635">
                <a:moveTo>
                  <a:pt x="50292" y="18287"/>
                </a:moveTo>
                <a:lnTo>
                  <a:pt x="42672" y="32004"/>
                </a:lnTo>
                <a:lnTo>
                  <a:pt x="51986" y="36806"/>
                </a:lnTo>
                <a:lnTo>
                  <a:pt x="59150" y="22854"/>
                </a:lnTo>
                <a:lnTo>
                  <a:pt x="50292" y="18287"/>
                </a:lnTo>
                <a:close/>
              </a:path>
              <a:path w="1960245" h="1016635">
                <a:moveTo>
                  <a:pt x="61495" y="18287"/>
                </a:moveTo>
                <a:lnTo>
                  <a:pt x="50292" y="18287"/>
                </a:lnTo>
                <a:lnTo>
                  <a:pt x="59150" y="22854"/>
                </a:lnTo>
                <a:lnTo>
                  <a:pt x="61495" y="18287"/>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6" name="object 36"/>
          <p:cNvSpPr/>
          <p:nvPr/>
        </p:nvSpPr>
        <p:spPr>
          <a:xfrm>
            <a:off x="8819728" y="2781583"/>
            <a:ext cx="2580794" cy="867335"/>
          </a:xfrm>
          <a:custGeom>
            <a:avLst/>
            <a:gdLst/>
            <a:ahLst/>
            <a:cxnLst/>
            <a:rect l="l" t="t" r="r" b="b"/>
            <a:pathLst>
              <a:path w="2129154" h="982979">
                <a:moveTo>
                  <a:pt x="2068468" y="20773"/>
                </a:moveTo>
                <a:lnTo>
                  <a:pt x="0" y="969263"/>
                </a:lnTo>
                <a:lnTo>
                  <a:pt x="6095" y="982979"/>
                </a:lnTo>
                <a:lnTo>
                  <a:pt x="2075574" y="36239"/>
                </a:lnTo>
                <a:lnTo>
                  <a:pt x="2068468" y="20773"/>
                </a:lnTo>
                <a:close/>
              </a:path>
              <a:path w="2129154" h="982979">
                <a:moveTo>
                  <a:pt x="2116751" y="16763"/>
                </a:moveTo>
                <a:lnTo>
                  <a:pt x="2077211" y="16763"/>
                </a:lnTo>
                <a:lnTo>
                  <a:pt x="2084831" y="32003"/>
                </a:lnTo>
                <a:lnTo>
                  <a:pt x="2075574" y="36239"/>
                </a:lnTo>
                <a:lnTo>
                  <a:pt x="2084831" y="56387"/>
                </a:lnTo>
                <a:lnTo>
                  <a:pt x="2116751" y="16763"/>
                </a:lnTo>
                <a:close/>
              </a:path>
              <a:path w="2129154" h="982979">
                <a:moveTo>
                  <a:pt x="2077211" y="16763"/>
                </a:moveTo>
                <a:lnTo>
                  <a:pt x="2068468" y="20773"/>
                </a:lnTo>
                <a:lnTo>
                  <a:pt x="2075574" y="36239"/>
                </a:lnTo>
                <a:lnTo>
                  <a:pt x="2084831" y="32003"/>
                </a:lnTo>
                <a:lnTo>
                  <a:pt x="2077211" y="16763"/>
                </a:lnTo>
                <a:close/>
              </a:path>
              <a:path w="2129154" h="982979">
                <a:moveTo>
                  <a:pt x="2058924" y="0"/>
                </a:moveTo>
                <a:lnTo>
                  <a:pt x="2068468" y="20773"/>
                </a:lnTo>
                <a:lnTo>
                  <a:pt x="2077211" y="16763"/>
                </a:lnTo>
                <a:lnTo>
                  <a:pt x="2116751" y="16763"/>
                </a:lnTo>
                <a:lnTo>
                  <a:pt x="2129028" y="1524"/>
                </a:lnTo>
                <a:lnTo>
                  <a:pt x="2058924" y="0"/>
                </a:lnTo>
                <a:close/>
              </a:path>
            </a:pathLst>
          </a:custGeom>
          <a:solidFill>
            <a:srgbClr val="E3C01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DF213B">
                  <a:lumMod val="60000"/>
                  <a:lumOff val="40000"/>
                </a:srgbClr>
              </a:solidFill>
              <a:effectLst/>
              <a:uLnTx/>
              <a:uFillTx/>
              <a:latin typeface="Arial"/>
              <a:ea typeface="微软雅黑"/>
              <a:cs typeface="+mn-cs"/>
            </a:endParaRPr>
          </a:p>
        </p:txBody>
      </p:sp>
      <p:sp>
        <p:nvSpPr>
          <p:cNvPr id="37" name="object 37"/>
          <p:cNvSpPr txBox="1"/>
          <p:nvPr/>
        </p:nvSpPr>
        <p:spPr>
          <a:xfrm>
            <a:off x="10759950" y="5861174"/>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DF213B">
                    <a:lumMod val="60000"/>
                    <a:lumOff val="40000"/>
                  </a:srgbClr>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41</a:t>
            </a:fld>
            <a:endParaRPr kumimoji="0" sz="900" b="0" i="0" u="none" strike="noStrike" kern="1200" cap="none" spc="0" normalizeH="0" baseline="0" noProof="0">
              <a:ln>
                <a:noFill/>
              </a:ln>
              <a:solidFill>
                <a:srgbClr val="DF213B">
                  <a:lumMod val="60000"/>
                  <a:lumOff val="40000"/>
                </a:srgbClr>
              </a:solidFill>
              <a:effectLst/>
              <a:uLnTx/>
              <a:uFillTx/>
              <a:latin typeface="Arial"/>
              <a:ea typeface="微软雅黑"/>
              <a:cs typeface="Arial"/>
            </a:endParaRPr>
          </a:p>
        </p:txBody>
      </p:sp>
    </p:spTree>
    <p:extLst>
      <p:ext uri="{BB962C8B-B14F-4D97-AF65-F5344CB8AC3E}">
        <p14:creationId xmlns:p14="http://schemas.microsoft.com/office/powerpoint/2010/main" val="2922567429"/>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6" y="5725757"/>
            <a:ext cx="12190153" cy="20036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object 4"/>
          <p:cNvSpPr/>
          <p:nvPr/>
        </p:nvSpPr>
        <p:spPr>
          <a:xfrm>
            <a:off x="4658822" y="2046642"/>
            <a:ext cx="2050472" cy="1493968"/>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 name="object 5"/>
          <p:cNvSpPr/>
          <p:nvPr/>
        </p:nvSpPr>
        <p:spPr>
          <a:xfrm>
            <a:off x="6924675" y="2046642"/>
            <a:ext cx="2686686" cy="493507"/>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7" name="object 7"/>
          <p:cNvSpPr txBox="1">
            <a:spLocks noGrp="1"/>
          </p:cNvSpPr>
          <p:nvPr>
            <p:ph type="title" idx="4294967295"/>
          </p:nvPr>
        </p:nvSpPr>
        <p:spPr>
          <a:xfrm>
            <a:off x="1701541" y="171662"/>
            <a:ext cx="5002213" cy="565150"/>
          </a:xfrm>
          <a:prstGeom prst="rect">
            <a:avLst/>
          </a:prstGeom>
        </p:spPr>
        <p:txBody>
          <a:bodyPr vert="horz" wrap="square" lIns="0" tIns="11430" rIns="0" bIns="0" rtlCol="0">
            <a:spAutoFit/>
          </a:bodyPr>
          <a:lstStyle/>
          <a:p>
            <a:pPr fontAlgn="base">
              <a:lnSpc>
                <a:spcPct val="100000"/>
              </a:lnSpc>
              <a:spcBef>
                <a:spcPts val="90"/>
              </a:spcBef>
            </a:pPr>
            <a:r>
              <a:rPr lang="en-US" sz="3600" b="1" spc="-220">
                <a:solidFill>
                  <a:schemeClr val="accent1"/>
                </a:solidFill>
                <a:latin typeface="Arial"/>
                <a:ea typeface="+mn-ea"/>
                <a:cs typeface="Arial"/>
              </a:rPr>
              <a:t>ĐẶC TRƯNG</a:t>
            </a:r>
            <a:r>
              <a:rPr sz="3600" b="1" spc="-220">
                <a:solidFill>
                  <a:schemeClr val="accent1"/>
                </a:solidFill>
                <a:latin typeface="Arial"/>
                <a:ea typeface="+mn-ea"/>
                <a:cs typeface="Arial"/>
              </a:rPr>
              <a:t>: </a:t>
            </a:r>
            <a:r>
              <a:rPr sz="3600" b="1" spc="-220" dirty="0">
                <a:solidFill>
                  <a:schemeClr val="accent1"/>
                </a:solidFill>
                <a:latin typeface="Arial"/>
                <a:ea typeface="+mn-ea"/>
                <a:cs typeface="Arial"/>
              </a:rPr>
              <a:t>KẾT NỐI</a:t>
            </a:r>
          </a:p>
        </p:txBody>
      </p:sp>
      <p:sp>
        <p:nvSpPr>
          <p:cNvPr id="8" name="object 8"/>
          <p:cNvSpPr txBox="1"/>
          <p:nvPr/>
        </p:nvSpPr>
        <p:spPr>
          <a:xfrm>
            <a:off x="544377" y="2062345"/>
            <a:ext cx="4058611" cy="1608902"/>
          </a:xfrm>
          <a:prstGeom prst="rect">
            <a:avLst/>
          </a:prstGeom>
        </p:spPr>
        <p:txBody>
          <a:bodyPr vert="horz" wrap="square" lIns="0" tIns="15240" rIns="0" bIns="0" rtlCol="0">
            <a:spAutoFit/>
          </a:bodyPr>
          <a:lstStyle/>
          <a:p>
            <a:pPr marL="365760" marR="0" lvl="0" indent="-353060" algn="l" defTabSz="914400" rtl="0" eaLnBrk="1" fontAlgn="auto" latinLnBrk="0" hangingPunct="1">
              <a:lnSpc>
                <a:spcPct val="150000"/>
              </a:lnSpc>
              <a:spcBef>
                <a:spcPts val="0"/>
              </a:spcBef>
              <a:spcAft>
                <a:spcPts val="0"/>
              </a:spcAft>
              <a:buClr>
                <a:srgbClr val="28324A"/>
              </a:buClr>
              <a:buSzTx/>
              <a:buFont typeface="Wingdings"/>
              <a:buChar char=""/>
              <a:tabLst>
                <a:tab pos="366395" algn="l"/>
              </a:tabLst>
              <a:defRPr/>
            </a:pPr>
            <a:r>
              <a:rPr kumimoji="0" sz="2400" b="1" i="0" u="none" strike="noStrike" kern="1200" cap="none" spc="-285" normalizeH="0" baseline="0" noProof="0" dirty="0">
                <a:ln>
                  <a:noFill/>
                </a:ln>
                <a:solidFill>
                  <a:srgbClr val="002060"/>
                </a:solidFill>
                <a:effectLst/>
                <a:uLnTx/>
                <a:uFillTx/>
                <a:latin typeface="Arial"/>
                <a:ea typeface="微软雅黑"/>
                <a:cs typeface="Arial"/>
              </a:rPr>
              <a:t>KHOA </a:t>
            </a:r>
            <a:r>
              <a:rPr kumimoji="0" sz="2400" b="1" i="0" u="none" strike="noStrike" kern="1200" cap="none" spc="-305" normalizeH="0" baseline="0" noProof="0" dirty="0">
                <a:ln>
                  <a:noFill/>
                </a:ln>
                <a:solidFill>
                  <a:srgbClr val="002060"/>
                </a:solidFill>
                <a:effectLst/>
                <a:uLnTx/>
                <a:uFillTx/>
                <a:latin typeface="Arial"/>
                <a:ea typeface="微软雅黑"/>
                <a:cs typeface="Arial"/>
              </a:rPr>
              <a:t>HỌC </a:t>
            </a:r>
            <a:r>
              <a:rPr kumimoji="0" sz="2400" b="1" i="0" u="none" strike="noStrike" kern="1200" cap="none" spc="-245" normalizeH="0" baseline="0" noProof="0" dirty="0">
                <a:ln>
                  <a:noFill/>
                </a:ln>
                <a:solidFill>
                  <a:srgbClr val="002060"/>
                </a:solidFill>
                <a:effectLst/>
                <a:uLnTx/>
                <a:uFillTx/>
                <a:latin typeface="Arial"/>
                <a:ea typeface="微软雅黑"/>
                <a:cs typeface="Arial"/>
              </a:rPr>
              <a:t>VẬT</a:t>
            </a:r>
            <a:r>
              <a:rPr kumimoji="0" sz="2400" b="1" i="0" u="none" strike="noStrike" kern="1200" cap="none" spc="-185" normalizeH="0" baseline="0" noProof="0" dirty="0">
                <a:ln>
                  <a:noFill/>
                </a:ln>
                <a:solidFill>
                  <a:srgbClr val="002060"/>
                </a:solidFill>
                <a:effectLst/>
                <a:uLnTx/>
                <a:uFillTx/>
                <a:latin typeface="Arial"/>
                <a:ea typeface="微软雅黑"/>
                <a:cs typeface="Arial"/>
              </a:rPr>
              <a:t> </a:t>
            </a:r>
            <a:r>
              <a:rPr kumimoji="0" sz="2400" b="1" i="0" u="none" strike="noStrike" kern="1200" cap="none" spc="-405" normalizeH="0" baseline="0" noProof="0" dirty="0">
                <a:ln>
                  <a:noFill/>
                </a:ln>
                <a:solidFill>
                  <a:srgbClr val="002060"/>
                </a:solidFill>
                <a:effectLst/>
                <a:uLnTx/>
                <a:uFillTx/>
                <a:latin typeface="Arial"/>
                <a:ea typeface="微软雅黑"/>
                <a:cs typeface="Arial"/>
              </a:rPr>
              <a:t>LÝ</a:t>
            </a:r>
            <a:endParaRPr kumimoji="0" sz="2400" b="0" i="0" u="none" strike="noStrike" kern="1200" cap="none" spc="0" normalizeH="0" baseline="0" noProof="0">
              <a:ln>
                <a:noFill/>
              </a:ln>
              <a:solidFill>
                <a:prstClr val="black"/>
              </a:solidFill>
              <a:effectLst/>
              <a:uLnTx/>
              <a:uFillTx/>
              <a:latin typeface="Arial"/>
              <a:ea typeface="微软雅黑"/>
              <a:cs typeface="Arial"/>
            </a:endParaRPr>
          </a:p>
          <a:p>
            <a:pPr marL="365760" marR="0" lvl="0" indent="-353060" algn="l" defTabSz="914400" rtl="0" eaLnBrk="1" fontAlgn="auto" latinLnBrk="0" hangingPunct="1">
              <a:lnSpc>
                <a:spcPct val="150000"/>
              </a:lnSpc>
              <a:spcBef>
                <a:spcPts val="0"/>
              </a:spcBef>
              <a:spcAft>
                <a:spcPts val="0"/>
              </a:spcAft>
              <a:buClr>
                <a:srgbClr val="28324A"/>
              </a:buClr>
              <a:buSzTx/>
              <a:buFont typeface="Wingdings"/>
              <a:buChar char=""/>
              <a:tabLst>
                <a:tab pos="366395" algn="l"/>
              </a:tabLst>
              <a:defRPr/>
            </a:pPr>
            <a:r>
              <a:rPr kumimoji="0" sz="2400" b="1" i="0" u="none" strike="noStrike" kern="1200" cap="none" spc="-300" normalizeH="0" baseline="0" noProof="0" dirty="0">
                <a:ln>
                  <a:noFill/>
                </a:ln>
                <a:solidFill>
                  <a:srgbClr val="002060"/>
                </a:solidFill>
                <a:effectLst/>
                <a:uLnTx/>
                <a:uFillTx/>
                <a:latin typeface="Arial"/>
                <a:ea typeface="微软雅黑"/>
                <a:cs typeface="Arial"/>
              </a:rPr>
              <a:t>CÔNG </a:t>
            </a:r>
            <a:r>
              <a:rPr kumimoji="0" sz="2400" b="1" i="0" u="none" strike="noStrike" kern="1200" cap="none" spc="-280" normalizeH="0" baseline="0" noProof="0" dirty="0">
                <a:ln>
                  <a:noFill/>
                </a:ln>
                <a:solidFill>
                  <a:srgbClr val="002060"/>
                </a:solidFill>
                <a:effectLst/>
                <a:uLnTx/>
                <a:uFillTx/>
                <a:latin typeface="Arial"/>
                <a:ea typeface="微软雅黑"/>
                <a:cs typeface="Arial"/>
              </a:rPr>
              <a:t>NGHỆ </a:t>
            </a:r>
            <a:r>
              <a:rPr kumimoji="0" sz="2400" b="1" i="0" u="none" strike="noStrike" kern="1200" cap="none" spc="-210" normalizeH="0" baseline="0" noProof="0" dirty="0">
                <a:ln>
                  <a:noFill/>
                </a:ln>
                <a:solidFill>
                  <a:srgbClr val="002060"/>
                </a:solidFill>
                <a:effectLst/>
                <a:uLnTx/>
                <a:uFillTx/>
                <a:latin typeface="Arial"/>
                <a:ea typeface="微软雅黑"/>
                <a:cs typeface="Arial"/>
              </a:rPr>
              <a:t>SINH</a:t>
            </a:r>
            <a:r>
              <a:rPr kumimoji="0" sz="2400" b="1" i="0" u="none" strike="noStrike" kern="1200" cap="none" spc="-240" normalizeH="0" baseline="0" noProof="0" dirty="0">
                <a:ln>
                  <a:noFill/>
                </a:ln>
                <a:solidFill>
                  <a:srgbClr val="002060"/>
                </a:solidFill>
                <a:effectLst/>
                <a:uLnTx/>
                <a:uFillTx/>
                <a:latin typeface="Arial"/>
                <a:ea typeface="微软雅黑"/>
                <a:cs typeface="Arial"/>
              </a:rPr>
              <a:t> </a:t>
            </a:r>
            <a:r>
              <a:rPr kumimoji="0" sz="2400" b="1" i="0" u="none" strike="noStrike" kern="1200" cap="none" spc="-305" normalizeH="0" baseline="0" noProof="0" dirty="0">
                <a:ln>
                  <a:noFill/>
                </a:ln>
                <a:solidFill>
                  <a:srgbClr val="002060"/>
                </a:solidFill>
                <a:effectLst/>
                <a:uLnTx/>
                <a:uFillTx/>
                <a:latin typeface="Arial"/>
                <a:ea typeface="微软雅黑"/>
                <a:cs typeface="Arial"/>
              </a:rPr>
              <a:t>HỌC</a:t>
            </a:r>
            <a:endParaRPr kumimoji="0" sz="2400" b="0" i="0" u="none" strike="noStrike" kern="1200" cap="none" spc="0" normalizeH="0" baseline="0" noProof="0">
              <a:ln>
                <a:noFill/>
              </a:ln>
              <a:solidFill>
                <a:prstClr val="black"/>
              </a:solidFill>
              <a:effectLst/>
              <a:uLnTx/>
              <a:uFillTx/>
              <a:latin typeface="Arial"/>
              <a:ea typeface="微软雅黑"/>
              <a:cs typeface="Arial"/>
            </a:endParaRPr>
          </a:p>
          <a:p>
            <a:pPr marL="365760" marR="0" lvl="0" indent="-353060" algn="l" defTabSz="914400" rtl="0" eaLnBrk="1" fontAlgn="auto" latinLnBrk="0" hangingPunct="1">
              <a:lnSpc>
                <a:spcPct val="150000"/>
              </a:lnSpc>
              <a:spcBef>
                <a:spcPts val="0"/>
              </a:spcBef>
              <a:spcAft>
                <a:spcPts val="0"/>
              </a:spcAft>
              <a:buClr>
                <a:srgbClr val="28324A"/>
              </a:buClr>
              <a:buSzTx/>
              <a:buFont typeface="Wingdings"/>
              <a:buChar char=""/>
              <a:tabLst>
                <a:tab pos="366395" algn="l"/>
              </a:tabLst>
              <a:defRPr/>
            </a:pPr>
            <a:r>
              <a:rPr kumimoji="0" sz="2400" b="1" i="0" u="none" strike="noStrike" kern="1200" cap="none" spc="-300" normalizeH="0" baseline="0" noProof="0" dirty="0">
                <a:ln>
                  <a:noFill/>
                </a:ln>
                <a:solidFill>
                  <a:srgbClr val="002060"/>
                </a:solidFill>
                <a:effectLst/>
                <a:uLnTx/>
                <a:uFillTx/>
                <a:latin typeface="Arial"/>
                <a:ea typeface="微软雅黑"/>
                <a:cs typeface="Arial"/>
              </a:rPr>
              <a:t>CÔNG </a:t>
            </a:r>
            <a:r>
              <a:rPr kumimoji="0" sz="2400" b="1" i="0" u="none" strike="noStrike" kern="1200" cap="none" spc="-280" normalizeH="0" baseline="0" noProof="0" dirty="0">
                <a:ln>
                  <a:noFill/>
                </a:ln>
                <a:solidFill>
                  <a:srgbClr val="002060"/>
                </a:solidFill>
                <a:effectLst/>
                <a:uLnTx/>
                <a:uFillTx/>
                <a:latin typeface="Arial"/>
                <a:ea typeface="微软雅黑"/>
                <a:cs typeface="Arial"/>
              </a:rPr>
              <a:t>NGHỆ</a:t>
            </a:r>
            <a:r>
              <a:rPr kumimoji="0" sz="2400" b="1" i="0" u="none" strike="noStrike" kern="1200" cap="none" spc="-335" normalizeH="0" baseline="0" noProof="0" dirty="0">
                <a:ln>
                  <a:noFill/>
                </a:ln>
                <a:solidFill>
                  <a:srgbClr val="002060"/>
                </a:solidFill>
                <a:effectLst/>
                <a:uLnTx/>
                <a:uFillTx/>
                <a:latin typeface="Arial"/>
                <a:ea typeface="微软雅黑"/>
                <a:cs typeface="Arial"/>
              </a:rPr>
              <a:t> </a:t>
            </a:r>
            <a:r>
              <a:rPr kumimoji="0" sz="2400" b="1" i="0" u="none" strike="noStrike" kern="1200" cap="none" spc="-350" normalizeH="0" baseline="0" noProof="0" dirty="0">
                <a:ln>
                  <a:noFill/>
                </a:ln>
                <a:solidFill>
                  <a:srgbClr val="002060"/>
                </a:solidFill>
                <a:effectLst/>
                <a:uLnTx/>
                <a:uFillTx/>
                <a:latin typeface="Arial"/>
                <a:ea typeface="微软雅黑"/>
                <a:cs typeface="Arial"/>
              </a:rPr>
              <a:t>SỐ</a:t>
            </a:r>
            <a:endParaRPr kumimoji="0" sz="2400" b="0" i="0" u="none" strike="noStrike" kern="1200" cap="none" spc="0" normalizeH="0" baseline="0" noProof="0">
              <a:ln>
                <a:noFill/>
              </a:ln>
              <a:solidFill>
                <a:prstClr val="black"/>
              </a:solidFill>
              <a:effectLst/>
              <a:uLnTx/>
              <a:uFillTx/>
              <a:latin typeface="Arial"/>
              <a:ea typeface="微软雅黑"/>
              <a:cs typeface="Arial"/>
            </a:endParaRPr>
          </a:p>
        </p:txBody>
      </p:sp>
      <p:sp>
        <p:nvSpPr>
          <p:cNvPr id="9" name="object 9"/>
          <p:cNvSpPr txBox="1"/>
          <p:nvPr/>
        </p:nvSpPr>
        <p:spPr>
          <a:xfrm>
            <a:off x="544377" y="1359341"/>
            <a:ext cx="8602903" cy="419346"/>
          </a:xfrm>
          <a:prstGeom prst="rect">
            <a:avLst/>
          </a:prstGeom>
        </p:spPr>
        <p:txBody>
          <a:bodyPr vert="horz" wrap="square" lIns="0" tIns="11430" rIns="0" bIns="0" rtlCol="0">
            <a:spAutoFit/>
          </a:bodyPr>
          <a:lstStyle/>
          <a:p>
            <a:pPr marL="12700" marR="0" lvl="0" indent="0" algn="l" defTabSz="914400" rtl="0" eaLnBrk="1" fontAlgn="auto" latinLnBrk="0" hangingPunct="1">
              <a:lnSpc>
                <a:spcPct val="100000"/>
              </a:lnSpc>
              <a:spcBef>
                <a:spcPts val="90"/>
              </a:spcBef>
              <a:spcAft>
                <a:spcPts val="0"/>
              </a:spcAft>
              <a:buClrTx/>
              <a:buSzTx/>
              <a:buFontTx/>
              <a:buNone/>
              <a:tabLst/>
              <a:defRPr/>
            </a:pPr>
            <a:r>
              <a:rPr kumimoji="0" sz="2550" b="1" i="0" u="none" strike="noStrike" kern="1200" cap="none" spc="-90" normalizeH="0" baseline="0" noProof="0" dirty="0">
                <a:ln>
                  <a:noFill/>
                </a:ln>
                <a:solidFill>
                  <a:srgbClr val="0054B8"/>
                </a:solidFill>
                <a:effectLst/>
                <a:uLnTx/>
                <a:uFillTx/>
                <a:latin typeface="Arial"/>
                <a:ea typeface="微软雅黑"/>
                <a:cs typeface="Arial"/>
              </a:rPr>
              <a:t>Kết </a:t>
            </a:r>
            <a:r>
              <a:rPr kumimoji="0" sz="2550" b="1" i="0" u="none" strike="noStrike" kern="1200" cap="none" spc="-120" normalizeH="0" baseline="0" noProof="0" dirty="0">
                <a:ln>
                  <a:noFill/>
                </a:ln>
                <a:solidFill>
                  <a:srgbClr val="0054B8"/>
                </a:solidFill>
                <a:effectLst/>
                <a:uLnTx/>
                <a:uFillTx/>
                <a:latin typeface="Arial"/>
                <a:ea typeface="微软雅黑"/>
                <a:cs typeface="Arial"/>
              </a:rPr>
              <a:t>nối </a:t>
            </a:r>
            <a:r>
              <a:rPr kumimoji="0" sz="2650" b="1" i="0" u="none" strike="noStrike" kern="1200" cap="none" spc="-185" normalizeH="0" baseline="0" noProof="0" dirty="0">
                <a:ln>
                  <a:noFill/>
                </a:ln>
                <a:solidFill>
                  <a:srgbClr val="FFC000"/>
                </a:solidFill>
                <a:effectLst/>
                <a:uLnTx/>
                <a:uFillTx/>
                <a:latin typeface="Arial"/>
                <a:ea typeface="微软雅黑"/>
                <a:cs typeface="Arial"/>
              </a:rPr>
              <a:t>Sâu </a:t>
            </a:r>
            <a:r>
              <a:rPr kumimoji="0" sz="2550" b="1" i="0" u="none" strike="noStrike" kern="1200" cap="none" spc="-114" normalizeH="0" baseline="0" noProof="0" dirty="0">
                <a:ln>
                  <a:noFill/>
                </a:ln>
                <a:solidFill>
                  <a:srgbClr val="0054B8"/>
                </a:solidFill>
                <a:effectLst/>
                <a:uLnTx/>
                <a:uFillTx/>
                <a:latin typeface="Arial"/>
                <a:ea typeface="微软雅黑"/>
                <a:cs typeface="Arial"/>
              </a:rPr>
              <a:t>giữa </a:t>
            </a:r>
            <a:r>
              <a:rPr kumimoji="0" sz="2550" b="1" i="0" u="none" strike="noStrike" kern="1200" cap="none" spc="-229" normalizeH="0" baseline="0" noProof="0" dirty="0">
                <a:ln>
                  <a:noFill/>
                </a:ln>
                <a:solidFill>
                  <a:srgbClr val="0054B8"/>
                </a:solidFill>
                <a:effectLst/>
                <a:uLnTx/>
                <a:uFillTx/>
                <a:latin typeface="Arial"/>
                <a:ea typeface="微软雅黑"/>
                <a:cs typeface="Arial"/>
              </a:rPr>
              <a:t>các </a:t>
            </a:r>
            <a:r>
              <a:rPr kumimoji="0" sz="2550" b="1" i="0" u="none" strike="noStrike" kern="1200" cap="none" spc="-135" normalizeH="0" baseline="0" noProof="0" dirty="0">
                <a:ln>
                  <a:noFill/>
                </a:ln>
                <a:solidFill>
                  <a:srgbClr val="0054B8"/>
                </a:solidFill>
                <a:effectLst/>
                <a:uLnTx/>
                <a:uFillTx/>
                <a:latin typeface="Arial"/>
                <a:ea typeface="微软雅黑"/>
                <a:cs typeface="Arial"/>
              </a:rPr>
              <a:t>Lĩnh </a:t>
            </a:r>
            <a:r>
              <a:rPr kumimoji="0" sz="2550" b="1" i="0" u="none" strike="noStrike" kern="1200" cap="none" spc="-195" normalizeH="0" baseline="0" noProof="0" dirty="0">
                <a:ln>
                  <a:noFill/>
                </a:ln>
                <a:solidFill>
                  <a:srgbClr val="0054B8"/>
                </a:solidFill>
                <a:effectLst/>
                <a:uLnTx/>
                <a:uFillTx/>
                <a:latin typeface="Arial"/>
                <a:ea typeface="微软雅黑"/>
                <a:cs typeface="Arial"/>
              </a:rPr>
              <a:t>vực </a:t>
            </a:r>
            <a:r>
              <a:rPr kumimoji="0" sz="2550" b="1" i="0" u="none" strike="noStrike" kern="1200" cap="none" spc="-125" normalizeH="0" baseline="0" noProof="0" dirty="0">
                <a:ln>
                  <a:noFill/>
                </a:ln>
                <a:solidFill>
                  <a:srgbClr val="0054B8"/>
                </a:solidFill>
                <a:effectLst/>
                <a:uLnTx/>
                <a:uFillTx/>
                <a:latin typeface="Arial"/>
                <a:ea typeface="微软雅黑"/>
                <a:cs typeface="Arial"/>
              </a:rPr>
              <a:t>khoa </a:t>
            </a:r>
            <a:r>
              <a:rPr kumimoji="0" sz="2550" b="1" i="0" u="none" strike="noStrike" kern="1200" cap="none" spc="-190" normalizeH="0" baseline="0" noProof="0" dirty="0">
                <a:ln>
                  <a:noFill/>
                </a:ln>
                <a:solidFill>
                  <a:srgbClr val="0054B8"/>
                </a:solidFill>
                <a:effectLst/>
                <a:uLnTx/>
                <a:uFillTx/>
                <a:latin typeface="Arial"/>
                <a:ea typeface="微软雅黑"/>
                <a:cs typeface="Arial"/>
              </a:rPr>
              <a:t>học </a:t>
            </a:r>
            <a:r>
              <a:rPr kumimoji="0" sz="2550" b="1" i="0" u="none" strike="noStrike" kern="1200" cap="none" spc="-185" normalizeH="0" baseline="0" noProof="0" dirty="0">
                <a:ln>
                  <a:noFill/>
                </a:ln>
                <a:solidFill>
                  <a:srgbClr val="0054B8"/>
                </a:solidFill>
                <a:effectLst/>
                <a:uLnTx/>
                <a:uFillTx/>
                <a:latin typeface="Arial"/>
                <a:ea typeface="微软雅黑"/>
                <a:cs typeface="Arial"/>
              </a:rPr>
              <a:t>công</a:t>
            </a:r>
            <a:r>
              <a:rPr kumimoji="0" sz="2550" b="1" i="0" u="none" strike="noStrike" kern="1200" cap="none" spc="-484" normalizeH="0" baseline="0" noProof="0" dirty="0">
                <a:ln>
                  <a:noFill/>
                </a:ln>
                <a:solidFill>
                  <a:srgbClr val="0054B8"/>
                </a:solidFill>
                <a:effectLst/>
                <a:uLnTx/>
                <a:uFillTx/>
                <a:latin typeface="Arial"/>
                <a:ea typeface="微软雅黑"/>
                <a:cs typeface="Arial"/>
              </a:rPr>
              <a:t> </a:t>
            </a:r>
            <a:r>
              <a:rPr kumimoji="0" sz="2550" b="1" i="0" u="none" strike="noStrike" kern="1200" cap="none" spc="-130" normalizeH="0" baseline="0" noProof="0" dirty="0">
                <a:ln>
                  <a:noFill/>
                </a:ln>
                <a:solidFill>
                  <a:srgbClr val="0054B8"/>
                </a:solidFill>
                <a:effectLst/>
                <a:uLnTx/>
                <a:uFillTx/>
                <a:latin typeface="Arial"/>
                <a:ea typeface="微软雅黑"/>
                <a:cs typeface="Arial"/>
              </a:rPr>
              <a:t>nghệ:</a:t>
            </a:r>
            <a:endParaRPr kumimoji="0" sz="2550" b="0" i="0" u="none" strike="noStrike" kern="1200" cap="none" spc="0" normalizeH="0" baseline="0" noProof="0">
              <a:ln>
                <a:noFill/>
              </a:ln>
              <a:solidFill>
                <a:prstClr val="black"/>
              </a:solidFill>
              <a:effectLst/>
              <a:uLnTx/>
              <a:uFillTx/>
              <a:latin typeface="Arial"/>
              <a:ea typeface="微软雅黑"/>
              <a:cs typeface="Arial"/>
            </a:endParaRPr>
          </a:p>
        </p:txBody>
      </p:sp>
      <p:sp>
        <p:nvSpPr>
          <p:cNvPr id="10" name="object 10"/>
          <p:cNvSpPr/>
          <p:nvPr/>
        </p:nvSpPr>
        <p:spPr>
          <a:xfrm>
            <a:off x="467360" y="3715423"/>
            <a:ext cx="4117571" cy="1873175"/>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1" name="object 11"/>
          <p:cNvSpPr/>
          <p:nvPr/>
        </p:nvSpPr>
        <p:spPr>
          <a:xfrm>
            <a:off x="4789980" y="3708698"/>
            <a:ext cx="3827548" cy="1879898"/>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 name="object 12"/>
          <p:cNvSpPr/>
          <p:nvPr/>
        </p:nvSpPr>
        <p:spPr>
          <a:xfrm>
            <a:off x="8822573" y="3740972"/>
            <a:ext cx="3282604" cy="1847625"/>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 name="object 13"/>
          <p:cNvSpPr txBox="1"/>
          <p:nvPr/>
        </p:nvSpPr>
        <p:spPr>
          <a:xfrm>
            <a:off x="6597980" y="2558414"/>
            <a:ext cx="3597564" cy="1146468"/>
          </a:xfrm>
          <a:prstGeom prst="rect">
            <a:avLst/>
          </a:prstGeom>
        </p:spPr>
        <p:txBody>
          <a:bodyPr vert="horz" wrap="square" lIns="0" tIns="15240" rIns="0" bIns="0" rtlCol="0">
            <a:spAutoFit/>
          </a:bodyPr>
          <a:lstStyle/>
          <a:p>
            <a:pPr marL="365760" marR="0" lvl="0" indent="-353060" algn="l" defTabSz="914400" rtl="0" eaLnBrk="1" fontAlgn="auto" latinLnBrk="0" hangingPunct="1">
              <a:lnSpc>
                <a:spcPct val="100000"/>
              </a:lnSpc>
              <a:spcBef>
                <a:spcPts val="120"/>
              </a:spcBef>
              <a:spcAft>
                <a:spcPts val="0"/>
              </a:spcAft>
              <a:buClr>
                <a:srgbClr val="28324A"/>
              </a:buClr>
              <a:buSzTx/>
              <a:buFont typeface="Wingdings"/>
              <a:buChar char=""/>
              <a:tabLst>
                <a:tab pos="366395" algn="l"/>
              </a:tabLst>
              <a:defRPr/>
            </a:pPr>
            <a:r>
              <a:rPr kumimoji="0" sz="2450" b="1" i="0" u="none" strike="noStrike" kern="1200" cap="none" spc="-265" normalizeH="0" baseline="0" noProof="0" dirty="0">
                <a:ln>
                  <a:noFill/>
                </a:ln>
                <a:solidFill>
                  <a:srgbClr val="002060"/>
                </a:solidFill>
                <a:effectLst/>
                <a:uLnTx/>
                <a:uFillTx/>
                <a:latin typeface="Arial"/>
                <a:ea typeface="微软雅黑"/>
                <a:cs typeface="Arial"/>
              </a:rPr>
              <a:t>Big</a:t>
            </a:r>
            <a:r>
              <a:rPr kumimoji="0" sz="2450" b="1" i="0" u="none" strike="noStrike" kern="1200" cap="none" spc="-105" normalizeH="0" baseline="0" noProof="0" dirty="0">
                <a:ln>
                  <a:noFill/>
                </a:ln>
                <a:solidFill>
                  <a:srgbClr val="002060"/>
                </a:solidFill>
                <a:effectLst/>
                <a:uLnTx/>
                <a:uFillTx/>
                <a:latin typeface="Arial"/>
                <a:ea typeface="微软雅黑"/>
                <a:cs typeface="Arial"/>
              </a:rPr>
              <a:t> </a:t>
            </a:r>
            <a:r>
              <a:rPr kumimoji="0" sz="2450" b="1" i="0" u="none" strike="noStrike" kern="1200" cap="none" spc="-120" normalizeH="0" baseline="0" noProof="0" dirty="0">
                <a:ln>
                  <a:noFill/>
                </a:ln>
                <a:solidFill>
                  <a:srgbClr val="002060"/>
                </a:solidFill>
                <a:effectLst/>
                <a:uLnTx/>
                <a:uFillTx/>
                <a:latin typeface="Arial"/>
                <a:ea typeface="微软雅黑"/>
                <a:cs typeface="Arial"/>
              </a:rPr>
              <a:t>Data</a:t>
            </a:r>
            <a:endParaRPr kumimoji="0" sz="2450" b="0" i="0" u="none" strike="noStrike" kern="1200" cap="none" spc="0" normalizeH="0" baseline="0" noProof="0">
              <a:ln>
                <a:noFill/>
              </a:ln>
              <a:solidFill>
                <a:prstClr val="black"/>
              </a:solidFill>
              <a:effectLst/>
              <a:uLnTx/>
              <a:uFillTx/>
              <a:latin typeface="Arial"/>
              <a:ea typeface="微软雅黑"/>
              <a:cs typeface="Arial"/>
            </a:endParaRPr>
          </a:p>
          <a:p>
            <a:pPr marL="295910" marR="0" lvl="0" indent="-283210" algn="l" defTabSz="914400" rtl="0" eaLnBrk="1" fontAlgn="auto" latinLnBrk="0" hangingPunct="1">
              <a:lnSpc>
                <a:spcPct val="100000"/>
              </a:lnSpc>
              <a:spcBef>
                <a:spcPts val="35"/>
              </a:spcBef>
              <a:spcAft>
                <a:spcPts val="0"/>
              </a:spcAft>
              <a:buClr>
                <a:srgbClr val="28324A"/>
              </a:buClr>
              <a:buSzTx/>
              <a:buFont typeface="Wingdings"/>
              <a:buChar char=""/>
              <a:tabLst>
                <a:tab pos="296545" algn="l"/>
              </a:tabLst>
              <a:defRPr/>
            </a:pPr>
            <a:r>
              <a:rPr kumimoji="0" sz="2450" b="1" i="0" u="none" strike="noStrike" kern="1200" cap="none" spc="-150" normalizeH="0" baseline="0" noProof="0" dirty="0">
                <a:ln>
                  <a:noFill/>
                </a:ln>
                <a:solidFill>
                  <a:srgbClr val="002060"/>
                </a:solidFill>
                <a:effectLst/>
                <a:uLnTx/>
                <a:uFillTx/>
                <a:latin typeface="Arial"/>
                <a:ea typeface="微软雅黑"/>
                <a:cs typeface="Arial"/>
              </a:rPr>
              <a:t>Robot, </a:t>
            </a:r>
            <a:r>
              <a:rPr kumimoji="0" sz="2450" b="1" i="0" u="none" strike="noStrike" kern="1200" cap="none" spc="-170" normalizeH="0" baseline="0" noProof="0" dirty="0">
                <a:ln>
                  <a:noFill/>
                </a:ln>
                <a:solidFill>
                  <a:srgbClr val="002060"/>
                </a:solidFill>
                <a:effectLst/>
                <a:uLnTx/>
                <a:uFillTx/>
                <a:latin typeface="Arial"/>
                <a:ea typeface="微软雅黑"/>
                <a:cs typeface="Arial"/>
              </a:rPr>
              <a:t>máy </a:t>
            </a:r>
            <a:r>
              <a:rPr kumimoji="0" sz="2450" b="1" i="0" u="none" strike="noStrike" kern="1200" cap="none" spc="-100" normalizeH="0" baseline="0" noProof="0" dirty="0">
                <a:ln>
                  <a:noFill/>
                </a:ln>
                <a:solidFill>
                  <a:srgbClr val="002060"/>
                </a:solidFill>
                <a:effectLst/>
                <a:uLnTx/>
                <a:uFillTx/>
                <a:latin typeface="Arial"/>
                <a:ea typeface="微软雅黑"/>
                <a:cs typeface="Arial"/>
              </a:rPr>
              <a:t>In</a:t>
            </a:r>
            <a:r>
              <a:rPr kumimoji="0" sz="2450" b="1" i="0" u="none" strike="noStrike" kern="1200" cap="none" spc="-85" normalizeH="0" baseline="0" noProof="0" dirty="0">
                <a:ln>
                  <a:noFill/>
                </a:ln>
                <a:solidFill>
                  <a:srgbClr val="002060"/>
                </a:solidFill>
                <a:effectLst/>
                <a:uLnTx/>
                <a:uFillTx/>
                <a:latin typeface="Arial"/>
                <a:ea typeface="微软雅黑"/>
                <a:cs typeface="Arial"/>
              </a:rPr>
              <a:t> </a:t>
            </a:r>
            <a:r>
              <a:rPr kumimoji="0" sz="2450" b="1" i="0" u="none" strike="noStrike" kern="1200" cap="none" spc="-165" normalizeH="0" baseline="0" noProof="0" dirty="0">
                <a:ln>
                  <a:noFill/>
                </a:ln>
                <a:solidFill>
                  <a:srgbClr val="002060"/>
                </a:solidFill>
                <a:effectLst/>
                <a:uLnTx/>
                <a:uFillTx/>
                <a:latin typeface="Arial"/>
                <a:ea typeface="微软雅黑"/>
                <a:cs typeface="Arial"/>
              </a:rPr>
              <a:t>3D</a:t>
            </a:r>
            <a:endParaRPr kumimoji="0" sz="2450" b="0" i="0" u="none" strike="noStrike" kern="1200" cap="none" spc="0" normalizeH="0" baseline="0" noProof="0">
              <a:ln>
                <a:noFill/>
              </a:ln>
              <a:solidFill>
                <a:prstClr val="black"/>
              </a:solidFill>
              <a:effectLst/>
              <a:uLnTx/>
              <a:uFillTx/>
              <a:latin typeface="Arial"/>
              <a:ea typeface="微软雅黑"/>
              <a:cs typeface="Arial"/>
            </a:endParaRPr>
          </a:p>
          <a:p>
            <a:pPr marL="295910" marR="0" lvl="0" indent="-283210" algn="l" defTabSz="914400" rtl="0" eaLnBrk="1" fontAlgn="auto" latinLnBrk="0" hangingPunct="1">
              <a:lnSpc>
                <a:spcPct val="100000"/>
              </a:lnSpc>
              <a:spcBef>
                <a:spcPts val="25"/>
              </a:spcBef>
              <a:spcAft>
                <a:spcPts val="0"/>
              </a:spcAft>
              <a:buClr>
                <a:srgbClr val="28324A"/>
              </a:buClr>
              <a:buSzTx/>
              <a:buFont typeface="Wingdings"/>
              <a:buChar char=""/>
              <a:tabLst>
                <a:tab pos="296545" algn="l"/>
              </a:tabLst>
              <a:defRPr/>
            </a:pPr>
            <a:r>
              <a:rPr kumimoji="0" sz="2450" b="1" i="0" u="none" strike="noStrike" kern="1200" cap="none" spc="-145" normalizeH="0" baseline="0" noProof="0" dirty="0">
                <a:ln>
                  <a:noFill/>
                </a:ln>
                <a:solidFill>
                  <a:srgbClr val="002060"/>
                </a:solidFill>
                <a:effectLst/>
                <a:uLnTx/>
                <a:uFillTx/>
                <a:latin typeface="Arial"/>
                <a:ea typeface="微软雅黑"/>
                <a:cs typeface="Arial"/>
              </a:rPr>
              <a:t>Trí </a:t>
            </a:r>
            <a:r>
              <a:rPr kumimoji="0" sz="2450" b="1" i="0" u="none" strike="noStrike" kern="1200" cap="none" spc="-85" normalizeH="0" baseline="0" noProof="0" dirty="0">
                <a:ln>
                  <a:noFill/>
                </a:ln>
                <a:solidFill>
                  <a:srgbClr val="002060"/>
                </a:solidFill>
                <a:effectLst/>
                <a:uLnTx/>
                <a:uFillTx/>
                <a:latin typeface="Arial"/>
                <a:ea typeface="微软雅黑"/>
                <a:cs typeface="Arial"/>
              </a:rPr>
              <a:t>tuệ </a:t>
            </a:r>
            <a:r>
              <a:rPr kumimoji="0" sz="2450" b="1" i="0" u="none" strike="noStrike" kern="1200" cap="none" spc="-165" normalizeH="0" baseline="0" noProof="0" dirty="0">
                <a:ln>
                  <a:noFill/>
                </a:ln>
                <a:solidFill>
                  <a:srgbClr val="002060"/>
                </a:solidFill>
                <a:effectLst/>
                <a:uLnTx/>
                <a:uFillTx/>
                <a:latin typeface="Arial"/>
                <a:ea typeface="微软雅黑"/>
                <a:cs typeface="Arial"/>
              </a:rPr>
              <a:t>nhân </a:t>
            </a:r>
            <a:r>
              <a:rPr kumimoji="0" sz="2450" b="1" i="0" u="none" strike="noStrike" kern="1200" cap="none" spc="-90" normalizeH="0" baseline="0" noProof="0" dirty="0">
                <a:ln>
                  <a:noFill/>
                </a:ln>
                <a:solidFill>
                  <a:srgbClr val="002060"/>
                </a:solidFill>
                <a:effectLst/>
                <a:uLnTx/>
                <a:uFillTx/>
                <a:latin typeface="Arial"/>
                <a:ea typeface="微软雅黑"/>
                <a:cs typeface="Arial"/>
              </a:rPr>
              <a:t>tạo </a:t>
            </a:r>
            <a:r>
              <a:rPr kumimoji="0" sz="2450" b="1" i="0" u="none" strike="noStrike" kern="1200" cap="none" spc="-135" normalizeH="0" baseline="0" noProof="0" dirty="0">
                <a:ln>
                  <a:noFill/>
                </a:ln>
                <a:solidFill>
                  <a:srgbClr val="002060"/>
                </a:solidFill>
                <a:effectLst/>
                <a:uLnTx/>
                <a:uFillTx/>
                <a:latin typeface="Arial"/>
                <a:ea typeface="微软雅黑"/>
                <a:cs typeface="Arial"/>
              </a:rPr>
              <a:t>–</a:t>
            </a:r>
            <a:r>
              <a:rPr kumimoji="0" sz="2450" b="1" i="0" u="none" strike="noStrike" kern="1200" cap="none" spc="-204" normalizeH="0" baseline="0" noProof="0" dirty="0">
                <a:ln>
                  <a:noFill/>
                </a:ln>
                <a:solidFill>
                  <a:srgbClr val="002060"/>
                </a:solidFill>
                <a:effectLst/>
                <a:uLnTx/>
                <a:uFillTx/>
                <a:latin typeface="Arial"/>
                <a:ea typeface="微软雅黑"/>
                <a:cs typeface="Arial"/>
              </a:rPr>
              <a:t> </a:t>
            </a:r>
            <a:r>
              <a:rPr kumimoji="0" sz="2450" b="1" i="0" u="none" strike="noStrike" kern="1200" cap="none" spc="-150" normalizeH="0" baseline="0" noProof="0" dirty="0">
                <a:ln>
                  <a:noFill/>
                </a:ln>
                <a:solidFill>
                  <a:srgbClr val="002060"/>
                </a:solidFill>
                <a:effectLst/>
                <a:uLnTx/>
                <a:uFillTx/>
                <a:latin typeface="Arial"/>
                <a:ea typeface="微软雅黑"/>
                <a:cs typeface="Arial"/>
              </a:rPr>
              <a:t>AI</a:t>
            </a:r>
            <a:endParaRPr kumimoji="0" sz="2450" b="0" i="0" u="none" strike="noStrike" kern="1200" cap="none" spc="0" normalizeH="0" baseline="0" noProof="0">
              <a:ln>
                <a:noFill/>
              </a:ln>
              <a:solidFill>
                <a:prstClr val="black"/>
              </a:solidFill>
              <a:effectLst/>
              <a:uLnTx/>
              <a:uFillTx/>
              <a:latin typeface="Arial"/>
              <a:ea typeface="微软雅黑"/>
              <a:cs typeface="Arial"/>
            </a:endParaRPr>
          </a:p>
        </p:txBody>
      </p:sp>
      <p:sp>
        <p:nvSpPr>
          <p:cNvPr id="14" name="object 14"/>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42</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Tree>
    <p:extLst>
      <p:ext uri="{BB962C8B-B14F-4D97-AF65-F5344CB8AC3E}">
        <p14:creationId xmlns:p14="http://schemas.microsoft.com/office/powerpoint/2010/main" val="205951827"/>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6" y="5725757"/>
            <a:ext cx="12190153" cy="20036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object 4"/>
          <p:cNvSpPr/>
          <p:nvPr/>
        </p:nvSpPr>
        <p:spPr>
          <a:xfrm>
            <a:off x="3173614" y="4276166"/>
            <a:ext cx="2564015" cy="1394459"/>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6"/>
          <p:cNvSpPr txBox="1"/>
          <p:nvPr/>
        </p:nvSpPr>
        <p:spPr>
          <a:xfrm>
            <a:off x="546267" y="1915322"/>
            <a:ext cx="6088303" cy="1492716"/>
          </a:xfrm>
          <a:prstGeom prst="rect">
            <a:avLst/>
          </a:prstGeom>
        </p:spPr>
        <p:txBody>
          <a:bodyPr vert="horz" wrap="square" lIns="0" tIns="15240" rIns="0" bIns="0" rtlCol="0">
            <a:spAutoFit/>
          </a:bodyPr>
          <a:lstStyle/>
          <a:p>
            <a:pPr marL="435609" marR="0" lvl="0" indent="-422909" algn="l" defTabSz="914400" rtl="0" eaLnBrk="1" fontAlgn="auto" latinLnBrk="0" hangingPunct="1">
              <a:lnSpc>
                <a:spcPct val="100000"/>
              </a:lnSpc>
              <a:spcBef>
                <a:spcPts val="120"/>
              </a:spcBef>
              <a:spcAft>
                <a:spcPts val="0"/>
              </a:spcAft>
              <a:buClr>
                <a:srgbClr val="28324A"/>
              </a:buClr>
              <a:buSzTx/>
              <a:buFontTx/>
              <a:buAutoNum type="arabicPeriod"/>
              <a:tabLst>
                <a:tab pos="435609" algn="l"/>
                <a:tab pos="436245" algn="l"/>
              </a:tabLst>
              <a:defRPr/>
            </a:pPr>
            <a:r>
              <a:rPr kumimoji="0" sz="2400" b="0" i="0" u="none" strike="noStrike" kern="1200" cap="none" spc="-165" normalizeH="0" baseline="0" noProof="0" dirty="0">
                <a:ln>
                  <a:noFill/>
                </a:ln>
                <a:solidFill>
                  <a:srgbClr val="002060"/>
                </a:solidFill>
                <a:effectLst/>
                <a:uLnTx/>
                <a:uFillTx/>
                <a:latin typeface="Arial"/>
                <a:ea typeface="Tahoma" pitchFamily="34" charset="0"/>
                <a:cs typeface="Tahoma" pitchFamily="34" charset="0"/>
              </a:rPr>
              <a:t>Kết </a:t>
            </a:r>
            <a:r>
              <a:rPr kumimoji="0" sz="2400" b="0" i="0" u="none" strike="noStrike" kern="1200" cap="none" spc="-140" normalizeH="0" baseline="0" noProof="0" dirty="0">
                <a:ln>
                  <a:noFill/>
                </a:ln>
                <a:solidFill>
                  <a:srgbClr val="002060"/>
                </a:solidFill>
                <a:effectLst/>
                <a:uLnTx/>
                <a:uFillTx/>
                <a:latin typeface="Arial"/>
                <a:ea typeface="Tahoma" pitchFamily="34" charset="0"/>
                <a:cs typeface="Tahoma" pitchFamily="34" charset="0"/>
              </a:rPr>
              <a:t>nối </a:t>
            </a:r>
            <a:r>
              <a:rPr kumimoji="0" sz="2400" b="0" i="0" u="none" strike="noStrike" kern="1200" cap="none" spc="-175" normalizeH="0" baseline="0" noProof="0" dirty="0">
                <a:ln>
                  <a:noFill/>
                </a:ln>
                <a:solidFill>
                  <a:srgbClr val="002060"/>
                </a:solidFill>
                <a:effectLst/>
                <a:uLnTx/>
                <a:uFillTx/>
                <a:latin typeface="Arial"/>
                <a:ea typeface="Tahoma" pitchFamily="34" charset="0"/>
                <a:cs typeface="Tahoma" pitchFamily="34" charset="0"/>
              </a:rPr>
              <a:t>vạn </a:t>
            </a:r>
            <a:r>
              <a:rPr kumimoji="0" sz="2400" b="0" i="0" u="none" strike="noStrike" kern="1200" cap="none" spc="-105" normalizeH="0" baseline="0" noProof="0" dirty="0">
                <a:ln>
                  <a:noFill/>
                </a:ln>
                <a:solidFill>
                  <a:srgbClr val="002060"/>
                </a:solidFill>
                <a:effectLst/>
                <a:uLnTx/>
                <a:uFillTx/>
                <a:latin typeface="Arial"/>
                <a:ea typeface="Tahoma" pitchFamily="34" charset="0"/>
                <a:cs typeface="Tahoma" pitchFamily="34" charset="0"/>
              </a:rPr>
              <a:t>vật </a:t>
            </a:r>
            <a:r>
              <a:rPr kumimoji="0" sz="2400" b="0" i="0" u="none" strike="noStrike" kern="1200" cap="none" spc="-135"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75" normalizeH="0" baseline="0" noProof="0" dirty="0">
                <a:ln>
                  <a:noFill/>
                </a:ln>
                <a:solidFill>
                  <a:srgbClr val="002060"/>
                </a:solidFill>
                <a:effectLst/>
                <a:uLnTx/>
                <a:uFillTx/>
                <a:latin typeface="Arial"/>
                <a:ea typeface="Tahoma" pitchFamily="34" charset="0"/>
                <a:cs typeface="Tahoma" pitchFamily="34" charset="0"/>
              </a:rPr>
              <a:t>Internet </a:t>
            </a:r>
            <a:r>
              <a:rPr kumimoji="0" sz="2400" b="0" i="0" u="none" strike="noStrike" kern="1200" cap="none" spc="-105" normalizeH="0" baseline="0" noProof="0" dirty="0">
                <a:ln>
                  <a:noFill/>
                </a:ln>
                <a:solidFill>
                  <a:srgbClr val="002060"/>
                </a:solidFill>
                <a:effectLst/>
                <a:uLnTx/>
                <a:uFillTx/>
                <a:latin typeface="Arial"/>
                <a:ea typeface="Tahoma" pitchFamily="34" charset="0"/>
                <a:cs typeface="Tahoma" pitchFamily="34" charset="0"/>
              </a:rPr>
              <a:t>of</a:t>
            </a:r>
            <a:r>
              <a:rPr kumimoji="0" sz="2400" b="0" i="0" u="none" strike="noStrike" kern="1200" cap="none" spc="-90"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235" normalizeH="0" baseline="0" noProof="0" dirty="0">
                <a:ln>
                  <a:noFill/>
                </a:ln>
                <a:solidFill>
                  <a:srgbClr val="002060"/>
                </a:solidFill>
                <a:effectLst/>
                <a:uLnTx/>
                <a:uFillTx/>
                <a:latin typeface="Arial"/>
                <a:ea typeface="Tahoma" pitchFamily="34" charset="0"/>
                <a:cs typeface="Tahoma" pitchFamily="34" charset="0"/>
              </a:rPr>
              <a:t>Things</a:t>
            </a:r>
            <a:endParaRPr kumimoji="0" sz="2400" b="0" i="0" u="none" strike="noStrike" kern="1200" cap="none" spc="0" normalizeH="0" baseline="0" noProof="0" dirty="0">
              <a:ln>
                <a:noFill/>
              </a:ln>
              <a:solidFill>
                <a:prstClr val="black"/>
              </a:solidFill>
              <a:effectLst/>
              <a:uLnTx/>
              <a:uFillTx/>
              <a:latin typeface="Arial"/>
              <a:ea typeface="Tahoma" pitchFamily="34" charset="0"/>
              <a:cs typeface="Tahoma" pitchFamily="34" charset="0"/>
            </a:endParaRPr>
          </a:p>
          <a:p>
            <a:pPr marL="435609" marR="0" lvl="0" indent="-422909" algn="l" defTabSz="914400" rtl="0" eaLnBrk="1" fontAlgn="auto" latinLnBrk="0" hangingPunct="1">
              <a:lnSpc>
                <a:spcPct val="100000"/>
              </a:lnSpc>
              <a:spcBef>
                <a:spcPts val="35"/>
              </a:spcBef>
              <a:spcAft>
                <a:spcPts val="0"/>
              </a:spcAft>
              <a:buClr>
                <a:srgbClr val="28324A"/>
              </a:buClr>
              <a:buSzTx/>
              <a:buFontTx/>
              <a:buAutoNum type="arabicPeriod"/>
              <a:tabLst>
                <a:tab pos="435609" algn="l"/>
                <a:tab pos="436245" algn="l"/>
              </a:tabLst>
              <a:defRPr/>
            </a:pPr>
            <a:r>
              <a:rPr kumimoji="0" sz="2400" b="0" i="0" u="none" strike="noStrike" kern="1200" cap="none" spc="-195" normalizeH="0" baseline="0" noProof="0" dirty="0">
                <a:ln>
                  <a:noFill/>
                </a:ln>
                <a:solidFill>
                  <a:srgbClr val="002060"/>
                </a:solidFill>
                <a:effectLst/>
                <a:uLnTx/>
                <a:uFillTx/>
                <a:latin typeface="Arial"/>
                <a:ea typeface="Tahoma" pitchFamily="34" charset="0"/>
                <a:cs typeface="Tahoma" pitchFamily="34" charset="0"/>
              </a:rPr>
              <a:t>Thế </a:t>
            </a:r>
            <a:r>
              <a:rPr kumimoji="0" sz="2400" b="0" i="0" u="none" strike="noStrike" kern="1200" cap="none" spc="-165" normalizeH="0" baseline="0" noProof="0" dirty="0">
                <a:ln>
                  <a:noFill/>
                </a:ln>
                <a:solidFill>
                  <a:srgbClr val="002060"/>
                </a:solidFill>
                <a:effectLst/>
                <a:uLnTx/>
                <a:uFillTx/>
                <a:latin typeface="Arial"/>
                <a:ea typeface="Tahoma" pitchFamily="34" charset="0"/>
                <a:cs typeface="Tahoma" pitchFamily="34" charset="0"/>
              </a:rPr>
              <a:t>giới</a:t>
            </a:r>
            <a:r>
              <a:rPr kumimoji="0" sz="2400" b="0" i="0" u="none" strike="noStrike" kern="1200" cap="none" spc="-50"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170" normalizeH="0" baseline="0" noProof="0" dirty="0">
                <a:ln>
                  <a:noFill/>
                </a:ln>
                <a:solidFill>
                  <a:srgbClr val="002060"/>
                </a:solidFill>
                <a:effectLst/>
                <a:uLnTx/>
                <a:uFillTx/>
                <a:latin typeface="Arial"/>
                <a:ea typeface="Tahoma" pitchFamily="34" charset="0"/>
                <a:cs typeface="Tahoma" pitchFamily="34" charset="0"/>
              </a:rPr>
              <a:t>Robot</a:t>
            </a:r>
            <a:endParaRPr kumimoji="0" sz="2400" b="0" i="0" u="none" strike="noStrike" kern="1200" cap="none" spc="0" normalizeH="0" baseline="0" noProof="0" dirty="0">
              <a:ln>
                <a:noFill/>
              </a:ln>
              <a:solidFill>
                <a:prstClr val="black"/>
              </a:solidFill>
              <a:effectLst/>
              <a:uLnTx/>
              <a:uFillTx/>
              <a:latin typeface="Arial"/>
              <a:ea typeface="Tahoma" pitchFamily="34" charset="0"/>
              <a:cs typeface="Tahoma" pitchFamily="34" charset="0"/>
            </a:endParaRPr>
          </a:p>
          <a:p>
            <a:pPr marL="435609" marR="0" lvl="0" indent="-422909" algn="l" defTabSz="914400" rtl="0" eaLnBrk="1" fontAlgn="auto" latinLnBrk="0" hangingPunct="1">
              <a:lnSpc>
                <a:spcPct val="100000"/>
              </a:lnSpc>
              <a:spcBef>
                <a:spcPts val="25"/>
              </a:spcBef>
              <a:spcAft>
                <a:spcPts val="0"/>
              </a:spcAft>
              <a:buClr>
                <a:srgbClr val="28324A"/>
              </a:buClr>
              <a:buSzTx/>
              <a:buFontTx/>
              <a:buAutoNum type="arabicPeriod"/>
              <a:tabLst>
                <a:tab pos="435609" algn="l"/>
                <a:tab pos="436245" algn="l"/>
              </a:tabLst>
              <a:defRPr/>
            </a:pPr>
            <a:r>
              <a:rPr kumimoji="0" sz="2400" b="0" i="0" u="none" strike="noStrike" kern="1200" cap="none" spc="-240" normalizeH="0" baseline="0" noProof="0" dirty="0">
                <a:ln>
                  <a:noFill/>
                </a:ln>
                <a:solidFill>
                  <a:srgbClr val="002060"/>
                </a:solidFill>
                <a:effectLst/>
                <a:uLnTx/>
                <a:uFillTx/>
                <a:latin typeface="Arial"/>
                <a:ea typeface="Tahoma" pitchFamily="34" charset="0"/>
                <a:cs typeface="Tahoma" pitchFamily="34" charset="0"/>
              </a:rPr>
              <a:t>Thực </a:t>
            </a:r>
            <a:r>
              <a:rPr kumimoji="0" sz="2400" b="0" i="0" u="none" strike="noStrike" kern="1200" cap="none" spc="-40" normalizeH="0" baseline="0" noProof="0" dirty="0">
                <a:ln>
                  <a:noFill/>
                </a:ln>
                <a:solidFill>
                  <a:srgbClr val="002060"/>
                </a:solidFill>
                <a:effectLst/>
                <a:uLnTx/>
                <a:uFillTx/>
                <a:latin typeface="Arial"/>
                <a:ea typeface="Tahoma" pitchFamily="34" charset="0"/>
                <a:cs typeface="Tahoma" pitchFamily="34" charset="0"/>
              </a:rPr>
              <a:t>tế </a:t>
            </a:r>
            <a:r>
              <a:rPr kumimoji="0" sz="2400" b="0" i="0" u="none" strike="noStrike" kern="1200" cap="none" spc="-155" normalizeH="0" baseline="0" noProof="0" dirty="0">
                <a:ln>
                  <a:noFill/>
                </a:ln>
                <a:solidFill>
                  <a:srgbClr val="002060"/>
                </a:solidFill>
                <a:effectLst/>
                <a:uLnTx/>
                <a:uFillTx/>
                <a:latin typeface="Arial"/>
                <a:ea typeface="Tahoma" pitchFamily="34" charset="0"/>
                <a:cs typeface="Tahoma" pitchFamily="34" charset="0"/>
              </a:rPr>
              <a:t>ảo </a:t>
            </a:r>
            <a:r>
              <a:rPr kumimoji="0" sz="2400" b="0" i="0" u="none" strike="noStrike" kern="1200" cap="none" spc="-60"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100" normalizeH="0" baseline="0" noProof="0" dirty="0">
                <a:ln>
                  <a:noFill/>
                </a:ln>
                <a:solidFill>
                  <a:srgbClr val="002060"/>
                </a:solidFill>
                <a:effectLst/>
                <a:uLnTx/>
                <a:uFillTx/>
                <a:latin typeface="Arial"/>
                <a:ea typeface="Tahoma" pitchFamily="34" charset="0"/>
                <a:cs typeface="Tahoma" pitchFamily="34" charset="0"/>
              </a:rPr>
              <a:t>Virtual</a:t>
            </a:r>
            <a:r>
              <a:rPr kumimoji="0" sz="2400" b="0" i="0" u="none" strike="noStrike" kern="1200" cap="none" spc="-155"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135" normalizeH="0" baseline="0" noProof="0" dirty="0">
                <a:ln>
                  <a:noFill/>
                </a:ln>
                <a:solidFill>
                  <a:srgbClr val="002060"/>
                </a:solidFill>
                <a:effectLst/>
                <a:uLnTx/>
                <a:uFillTx/>
                <a:latin typeface="Arial"/>
                <a:ea typeface="Tahoma" pitchFamily="34" charset="0"/>
                <a:cs typeface="Tahoma" pitchFamily="34" charset="0"/>
              </a:rPr>
              <a:t>Reality</a:t>
            </a:r>
            <a:endParaRPr kumimoji="0" sz="2400" b="0" i="0" u="none" strike="noStrike" kern="1200" cap="none" spc="0" normalizeH="0" baseline="0" noProof="0" dirty="0">
              <a:ln>
                <a:noFill/>
              </a:ln>
              <a:solidFill>
                <a:prstClr val="black"/>
              </a:solidFill>
              <a:effectLst/>
              <a:uLnTx/>
              <a:uFillTx/>
              <a:latin typeface="Arial"/>
              <a:ea typeface="Tahoma" pitchFamily="34" charset="0"/>
              <a:cs typeface="Tahoma" pitchFamily="34" charset="0"/>
            </a:endParaRPr>
          </a:p>
          <a:p>
            <a:pPr marL="435609" marR="0" lvl="0" indent="-422909" algn="l" defTabSz="914400" rtl="0" eaLnBrk="1" fontAlgn="auto" latinLnBrk="0" hangingPunct="1">
              <a:lnSpc>
                <a:spcPct val="100000"/>
              </a:lnSpc>
              <a:spcBef>
                <a:spcPts val="35"/>
              </a:spcBef>
              <a:spcAft>
                <a:spcPts val="0"/>
              </a:spcAft>
              <a:buClr>
                <a:srgbClr val="28324A"/>
              </a:buClr>
              <a:buSzTx/>
              <a:buFontTx/>
              <a:buAutoNum type="arabicPeriod"/>
              <a:tabLst>
                <a:tab pos="435609" algn="l"/>
                <a:tab pos="436245" algn="l"/>
              </a:tabLst>
              <a:defRPr/>
            </a:pPr>
            <a:r>
              <a:rPr kumimoji="0" sz="2400" b="0" i="0" u="none" strike="noStrike" kern="1200" cap="none" spc="-195" normalizeH="0" baseline="0" noProof="0" dirty="0">
                <a:ln>
                  <a:noFill/>
                </a:ln>
                <a:solidFill>
                  <a:srgbClr val="002060"/>
                </a:solidFill>
                <a:effectLst/>
                <a:uLnTx/>
                <a:uFillTx/>
                <a:latin typeface="Arial"/>
                <a:ea typeface="Tahoma" pitchFamily="34" charset="0"/>
                <a:cs typeface="Tahoma" pitchFamily="34" charset="0"/>
              </a:rPr>
              <a:t>Thế </a:t>
            </a:r>
            <a:r>
              <a:rPr kumimoji="0" sz="2400" b="0" i="0" u="none" strike="noStrike" kern="1200" cap="none" spc="-165" normalizeH="0" baseline="0" noProof="0" dirty="0">
                <a:ln>
                  <a:noFill/>
                </a:ln>
                <a:solidFill>
                  <a:srgbClr val="002060"/>
                </a:solidFill>
                <a:effectLst/>
                <a:uLnTx/>
                <a:uFillTx/>
                <a:latin typeface="Arial"/>
                <a:ea typeface="Tahoma" pitchFamily="34" charset="0"/>
                <a:cs typeface="Tahoma" pitchFamily="34" charset="0"/>
              </a:rPr>
              <a:t>giới </a:t>
            </a:r>
            <a:r>
              <a:rPr kumimoji="0" sz="2400" b="0" i="0" u="none" strike="noStrike" kern="1200" cap="none" spc="-130" normalizeH="0" baseline="0" noProof="0" dirty="0">
                <a:ln>
                  <a:noFill/>
                </a:ln>
                <a:solidFill>
                  <a:srgbClr val="002060"/>
                </a:solidFill>
                <a:effectLst/>
                <a:uLnTx/>
                <a:uFillTx/>
                <a:latin typeface="Arial"/>
                <a:ea typeface="Tahoma" pitchFamily="34" charset="0"/>
                <a:cs typeface="Tahoma" pitchFamily="34" charset="0"/>
              </a:rPr>
              <a:t>Vi </a:t>
            </a:r>
            <a:r>
              <a:rPr kumimoji="0" sz="2400" b="0" i="0" u="none" strike="noStrike" kern="1200" cap="none" spc="-170" normalizeH="0" baseline="0" noProof="0" dirty="0">
                <a:ln>
                  <a:noFill/>
                </a:ln>
                <a:solidFill>
                  <a:srgbClr val="002060"/>
                </a:solidFill>
                <a:effectLst/>
                <a:uLnTx/>
                <a:uFillTx/>
                <a:latin typeface="Arial"/>
                <a:ea typeface="Tahoma" pitchFamily="34" charset="0"/>
                <a:cs typeface="Tahoma" pitchFamily="34" charset="0"/>
              </a:rPr>
              <a:t>mô </a:t>
            </a:r>
            <a:r>
              <a:rPr kumimoji="0" sz="2400" b="0" i="0" u="none" strike="noStrike" kern="1200" cap="none" spc="-175" normalizeH="0" baseline="0" noProof="0" dirty="0">
                <a:ln>
                  <a:noFill/>
                </a:ln>
                <a:solidFill>
                  <a:srgbClr val="002060"/>
                </a:solidFill>
                <a:effectLst/>
                <a:uLnTx/>
                <a:uFillTx/>
                <a:latin typeface="Arial"/>
                <a:ea typeface="Tahoma" pitchFamily="34" charset="0"/>
                <a:cs typeface="Tahoma" pitchFamily="34" charset="0"/>
              </a:rPr>
              <a:t>và </a:t>
            </a:r>
            <a:r>
              <a:rPr kumimoji="0" sz="2400" b="0" i="0" u="none" strike="noStrike" kern="1200" cap="none" spc="-130" normalizeH="0" baseline="0" noProof="0" dirty="0">
                <a:ln>
                  <a:noFill/>
                </a:ln>
                <a:solidFill>
                  <a:srgbClr val="002060"/>
                </a:solidFill>
                <a:effectLst/>
                <a:uLnTx/>
                <a:uFillTx/>
                <a:latin typeface="Arial"/>
                <a:ea typeface="Tahoma" pitchFamily="34" charset="0"/>
                <a:cs typeface="Tahoma" pitchFamily="34" charset="0"/>
              </a:rPr>
              <a:t>Vĩ</a:t>
            </a:r>
            <a:r>
              <a:rPr kumimoji="0" sz="2400" b="0" i="0" u="none" strike="noStrike" kern="1200" cap="none" spc="85" normalizeH="0" baseline="0" noProof="0" dirty="0">
                <a:ln>
                  <a:noFill/>
                </a:ln>
                <a:solidFill>
                  <a:srgbClr val="002060"/>
                </a:solidFill>
                <a:effectLst/>
                <a:uLnTx/>
                <a:uFillTx/>
                <a:latin typeface="Arial"/>
                <a:ea typeface="Tahoma" pitchFamily="34" charset="0"/>
                <a:cs typeface="Tahoma" pitchFamily="34" charset="0"/>
              </a:rPr>
              <a:t> </a:t>
            </a:r>
            <a:r>
              <a:rPr kumimoji="0" sz="2400" b="0" i="0" u="none" strike="noStrike" kern="1200" cap="none" spc="-170" normalizeH="0" baseline="0" noProof="0" dirty="0">
                <a:ln>
                  <a:noFill/>
                </a:ln>
                <a:solidFill>
                  <a:srgbClr val="002060"/>
                </a:solidFill>
                <a:effectLst/>
                <a:uLnTx/>
                <a:uFillTx/>
                <a:latin typeface="Arial"/>
                <a:ea typeface="Tahoma" pitchFamily="34" charset="0"/>
                <a:cs typeface="Tahoma" pitchFamily="34" charset="0"/>
              </a:rPr>
              <a:t>mô</a:t>
            </a:r>
            <a:endParaRPr kumimoji="0" sz="2400" b="0" i="0" u="none" strike="noStrike" kern="1200" cap="none" spc="0" normalizeH="0" baseline="0" noProof="0" dirty="0">
              <a:ln>
                <a:noFill/>
              </a:ln>
              <a:solidFill>
                <a:prstClr val="black"/>
              </a:solidFill>
              <a:effectLst/>
              <a:uLnTx/>
              <a:uFillTx/>
              <a:latin typeface="Arial"/>
              <a:ea typeface="Tahoma" pitchFamily="34" charset="0"/>
              <a:cs typeface="Tahoma" pitchFamily="34" charset="0"/>
            </a:endParaRPr>
          </a:p>
        </p:txBody>
      </p:sp>
      <p:sp>
        <p:nvSpPr>
          <p:cNvPr id="7" name="object 7"/>
          <p:cNvSpPr/>
          <p:nvPr/>
        </p:nvSpPr>
        <p:spPr>
          <a:xfrm>
            <a:off x="5920509" y="4286922"/>
            <a:ext cx="2841105" cy="1383702"/>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8"/>
          <p:cNvSpPr/>
          <p:nvPr/>
        </p:nvSpPr>
        <p:spPr>
          <a:xfrm>
            <a:off x="110835" y="4268097"/>
            <a:ext cx="2889135" cy="1402528"/>
          </a:xfrm>
          <a:prstGeom prst="rect">
            <a:avLst/>
          </a:prstGeom>
          <a:blipFill>
            <a:blip r:embed="rId5"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p:nvPr/>
        </p:nvSpPr>
        <p:spPr>
          <a:xfrm>
            <a:off x="9025774" y="4268096"/>
            <a:ext cx="2903913" cy="1395805"/>
          </a:xfrm>
          <a:prstGeom prst="rect">
            <a:avLst/>
          </a:prstGeom>
          <a:blipFill>
            <a:blip r:embed="rId6"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0" name="object 10"/>
          <p:cNvSpPr txBox="1">
            <a:spLocks noGrp="1"/>
          </p:cNvSpPr>
          <p:nvPr>
            <p:ph type="title" idx="4294967295"/>
          </p:nvPr>
        </p:nvSpPr>
        <p:spPr>
          <a:xfrm>
            <a:off x="1555402" y="101684"/>
            <a:ext cx="7558088" cy="1249363"/>
          </a:xfrm>
          <a:prstGeom prst="rect">
            <a:avLst/>
          </a:prstGeom>
        </p:spPr>
        <p:txBody>
          <a:bodyPr vert="horz" wrap="square" lIns="0" tIns="76835" rIns="0" bIns="0" rtlCol="0">
            <a:spAutoFit/>
          </a:bodyPr>
          <a:lstStyle/>
          <a:p>
            <a:pPr marL="55244" algn="ctr">
              <a:lnSpc>
                <a:spcPct val="100000"/>
              </a:lnSpc>
              <a:spcBef>
                <a:spcPts val="605"/>
              </a:spcBef>
            </a:pPr>
            <a:r>
              <a:rPr sz="3600" spc="-150" dirty="0"/>
              <a:t>Đặc </a:t>
            </a:r>
            <a:r>
              <a:rPr sz="3600" spc="-100" dirty="0"/>
              <a:t>trưng: </a:t>
            </a:r>
            <a:r>
              <a:rPr sz="3600" spc="-210" dirty="0">
                <a:solidFill>
                  <a:schemeClr val="accent1"/>
                </a:solidFill>
              </a:rPr>
              <a:t>KẾT</a:t>
            </a:r>
            <a:r>
              <a:rPr sz="3600" spc="-320" dirty="0">
                <a:solidFill>
                  <a:schemeClr val="accent1"/>
                </a:solidFill>
              </a:rPr>
              <a:t> </a:t>
            </a:r>
            <a:r>
              <a:rPr sz="3600" spc="-40" dirty="0">
                <a:solidFill>
                  <a:schemeClr val="accent1"/>
                </a:solidFill>
              </a:rPr>
              <a:t>NỐI</a:t>
            </a:r>
            <a:endParaRPr sz="3600" dirty="0">
              <a:solidFill>
                <a:schemeClr val="accent1"/>
              </a:solidFill>
            </a:endParaRPr>
          </a:p>
          <a:p>
            <a:pPr marL="12700">
              <a:lnSpc>
                <a:spcPct val="100000"/>
              </a:lnSpc>
              <a:spcBef>
                <a:spcPts val="500"/>
              </a:spcBef>
            </a:pPr>
            <a:r>
              <a:rPr sz="3600" spc="-90" dirty="0"/>
              <a:t>Kết </a:t>
            </a:r>
            <a:r>
              <a:rPr sz="3600" spc="-120" dirty="0"/>
              <a:t>nối </a:t>
            </a:r>
            <a:r>
              <a:rPr sz="3600" spc="-200" dirty="0">
                <a:solidFill>
                  <a:schemeClr val="accent1"/>
                </a:solidFill>
              </a:rPr>
              <a:t>Rộng</a:t>
            </a:r>
            <a:r>
              <a:rPr sz="3600" spc="-200" dirty="0">
                <a:solidFill>
                  <a:srgbClr val="FFC000"/>
                </a:solidFill>
              </a:rPr>
              <a:t> </a:t>
            </a:r>
            <a:r>
              <a:rPr sz="3600" spc="-114" dirty="0"/>
              <a:t>giữa </a:t>
            </a:r>
            <a:r>
              <a:rPr sz="3600" spc="-229" dirty="0"/>
              <a:t>các </a:t>
            </a:r>
            <a:r>
              <a:rPr sz="3600" spc="-120" dirty="0"/>
              <a:t>đối</a:t>
            </a:r>
            <a:r>
              <a:rPr sz="3600" spc="-415" dirty="0"/>
              <a:t> </a:t>
            </a:r>
            <a:r>
              <a:rPr sz="3600" spc="-105" dirty="0"/>
              <a:t>tượng:</a:t>
            </a:r>
            <a:endParaRPr sz="3600" dirty="0"/>
          </a:p>
        </p:txBody>
      </p:sp>
      <p:sp>
        <p:nvSpPr>
          <p:cNvPr id="11" name="object 11"/>
          <p:cNvSpPr/>
          <p:nvPr/>
        </p:nvSpPr>
        <p:spPr>
          <a:xfrm>
            <a:off x="6196891" y="2239564"/>
            <a:ext cx="1474124" cy="1073075"/>
          </a:xfrm>
          <a:prstGeom prst="rect">
            <a:avLst/>
          </a:prstGeom>
          <a:blipFill>
            <a:blip r:embed="rId7"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2" name="object 12"/>
          <p:cNvSpPr/>
          <p:nvPr/>
        </p:nvSpPr>
        <p:spPr>
          <a:xfrm>
            <a:off x="7793642" y="1383254"/>
            <a:ext cx="3561542" cy="1571064"/>
          </a:xfrm>
          <a:prstGeom prst="rect">
            <a:avLst/>
          </a:prstGeom>
          <a:blipFill>
            <a:blip r:embed="rId8"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13" name="object 13"/>
          <p:cNvSpPr txBox="1"/>
          <p:nvPr/>
        </p:nvSpPr>
        <p:spPr>
          <a:xfrm>
            <a:off x="8413849" y="1465869"/>
            <a:ext cx="2279842" cy="1391278"/>
          </a:xfrm>
          <a:prstGeom prst="rect">
            <a:avLst/>
          </a:prstGeom>
        </p:spPr>
        <p:txBody>
          <a:bodyPr vert="horz" wrap="square" lIns="0" tIns="12065" rIns="0" bIns="0" rtlCol="0">
            <a:spAutoFit/>
          </a:bodyPr>
          <a:lstStyle/>
          <a:p>
            <a:pPr marL="309245" marR="5080" lvl="0" indent="-208915" algn="l" defTabSz="914400" rtl="0" eaLnBrk="1" fontAlgn="auto" latinLnBrk="0" hangingPunct="1">
              <a:lnSpc>
                <a:spcPct val="101499"/>
              </a:lnSpc>
              <a:spcBef>
                <a:spcPts val="95"/>
              </a:spcBef>
              <a:spcAft>
                <a:spcPts val="0"/>
              </a:spcAft>
              <a:buClrTx/>
              <a:buSzTx/>
              <a:buFontTx/>
              <a:buNone/>
              <a:tabLst/>
              <a:defRPr/>
            </a:pPr>
            <a:r>
              <a:rPr kumimoji="0" sz="1950" b="0" i="0" u="none" strike="noStrike" kern="1200" cap="none" spc="-80" normalizeH="0" baseline="0" noProof="0" dirty="0">
                <a:ln>
                  <a:noFill/>
                </a:ln>
                <a:solidFill>
                  <a:srgbClr val="FFFFFF"/>
                </a:solidFill>
                <a:effectLst/>
                <a:uLnTx/>
                <a:uFillTx/>
                <a:latin typeface="Arial"/>
                <a:ea typeface="微软雅黑"/>
                <a:cs typeface="Arial"/>
              </a:rPr>
              <a:t>Tốc </a:t>
            </a:r>
            <a:r>
              <a:rPr kumimoji="0" sz="1950" b="0" i="0" u="none" strike="noStrike" kern="1200" cap="none" spc="-30" normalizeH="0" baseline="0" noProof="0" dirty="0">
                <a:ln>
                  <a:noFill/>
                </a:ln>
                <a:solidFill>
                  <a:srgbClr val="FFFFFF"/>
                </a:solidFill>
                <a:effectLst/>
                <a:uLnTx/>
                <a:uFillTx/>
                <a:latin typeface="Arial"/>
                <a:ea typeface="微软雅黑"/>
                <a:cs typeface="Arial"/>
              </a:rPr>
              <a:t>độ </a:t>
            </a:r>
            <a:r>
              <a:rPr kumimoji="0" sz="1950" b="0" i="0" u="none" strike="noStrike" kern="1200" cap="none" spc="-10" normalizeH="0" baseline="0" noProof="0" dirty="0">
                <a:ln>
                  <a:noFill/>
                </a:ln>
                <a:solidFill>
                  <a:srgbClr val="FFFFFF"/>
                </a:solidFill>
                <a:effectLst/>
                <a:uLnTx/>
                <a:uFillTx/>
                <a:latin typeface="Arial"/>
                <a:ea typeface="微软雅黑"/>
                <a:cs typeface="Arial"/>
              </a:rPr>
              <a:t>phát</a:t>
            </a:r>
            <a:r>
              <a:rPr kumimoji="0" sz="1950" b="0" i="0" u="none" strike="noStrike" kern="1200" cap="none" spc="-425" normalizeH="0" baseline="0" noProof="0" dirty="0">
                <a:ln>
                  <a:noFill/>
                </a:ln>
                <a:solidFill>
                  <a:srgbClr val="FFFFFF"/>
                </a:solidFill>
                <a:effectLst/>
                <a:uLnTx/>
                <a:uFillTx/>
                <a:latin typeface="Arial"/>
                <a:ea typeface="微软雅黑"/>
                <a:cs typeface="Arial"/>
              </a:rPr>
              <a:t> </a:t>
            </a:r>
            <a:r>
              <a:rPr kumimoji="0" sz="1950" b="0" i="0" u="none" strike="noStrike" kern="1200" cap="none" spc="5" normalizeH="0" baseline="0" noProof="0" dirty="0">
                <a:ln>
                  <a:noFill/>
                </a:ln>
                <a:solidFill>
                  <a:srgbClr val="FFFFFF"/>
                </a:solidFill>
                <a:effectLst/>
                <a:uLnTx/>
                <a:uFillTx/>
                <a:latin typeface="Arial"/>
                <a:ea typeface="微软雅黑"/>
                <a:cs typeface="Arial"/>
              </a:rPr>
              <a:t>triển  </a:t>
            </a:r>
            <a:r>
              <a:rPr kumimoji="0" sz="1950" b="0" i="0" u="none" strike="noStrike" kern="1200" cap="none" spc="-60" normalizeH="0" baseline="0" noProof="0" dirty="0">
                <a:ln>
                  <a:noFill/>
                </a:ln>
                <a:solidFill>
                  <a:srgbClr val="FFFFFF"/>
                </a:solidFill>
                <a:effectLst/>
                <a:uLnTx/>
                <a:uFillTx/>
                <a:latin typeface="Arial"/>
                <a:ea typeface="微软雅黑"/>
                <a:cs typeface="Arial"/>
              </a:rPr>
              <a:t>nhanh</a:t>
            </a:r>
            <a:r>
              <a:rPr kumimoji="0" sz="1950" b="0" i="0" u="none" strike="noStrike" kern="1200" cap="none" spc="-180" normalizeH="0" baseline="0" noProof="0" dirty="0">
                <a:ln>
                  <a:noFill/>
                </a:ln>
                <a:solidFill>
                  <a:srgbClr val="FFFFFF"/>
                </a:solidFill>
                <a:effectLst/>
                <a:uLnTx/>
                <a:uFillTx/>
                <a:latin typeface="Arial"/>
                <a:ea typeface="微软雅黑"/>
                <a:cs typeface="Arial"/>
              </a:rPr>
              <a:t> </a:t>
            </a:r>
            <a:r>
              <a:rPr kumimoji="0" sz="1950" b="0" i="0" u="none" strike="noStrike" kern="1200" cap="none" spc="-55" normalizeH="0" baseline="0" noProof="0" dirty="0">
                <a:ln>
                  <a:noFill/>
                </a:ln>
                <a:solidFill>
                  <a:srgbClr val="FFFFFF"/>
                </a:solidFill>
                <a:effectLst/>
                <a:uLnTx/>
                <a:uFillTx/>
                <a:latin typeface="Arial"/>
                <a:ea typeface="微软雅黑"/>
                <a:cs typeface="Arial"/>
              </a:rPr>
              <a:t>chóng</a:t>
            </a:r>
            <a:endParaRPr kumimoji="0" sz="1950" b="0" i="0" u="none" strike="noStrike" kern="1200" cap="none" spc="0" normalizeH="0" baseline="0" noProof="0">
              <a:ln>
                <a:noFill/>
              </a:ln>
              <a:solidFill>
                <a:prstClr val="black"/>
              </a:solidFill>
              <a:effectLst/>
              <a:uLnTx/>
              <a:uFillTx/>
              <a:latin typeface="Arial"/>
              <a:ea typeface="微软雅黑"/>
              <a:cs typeface="Arial"/>
            </a:endParaRPr>
          </a:p>
          <a:p>
            <a:pPr marL="129539" marR="277495" lvl="0" indent="-117475" algn="l" defTabSz="914400" rtl="0" eaLnBrk="1" fontAlgn="auto" latinLnBrk="0" hangingPunct="1">
              <a:lnSpc>
                <a:spcPct val="101499"/>
              </a:lnSpc>
              <a:spcBef>
                <a:spcPts val="1270"/>
              </a:spcBef>
              <a:spcAft>
                <a:spcPts val="0"/>
              </a:spcAft>
              <a:buClrTx/>
              <a:buSzTx/>
              <a:buFontTx/>
              <a:buNone/>
              <a:tabLst/>
              <a:defRPr/>
            </a:pPr>
            <a:r>
              <a:rPr kumimoji="0" sz="1950" b="0" i="0" u="none" strike="noStrike" kern="1200" cap="none" spc="-40" normalizeH="0" baseline="0" noProof="0" dirty="0">
                <a:ln>
                  <a:noFill/>
                </a:ln>
                <a:solidFill>
                  <a:srgbClr val="FFFFFF"/>
                </a:solidFill>
                <a:effectLst/>
                <a:uLnTx/>
                <a:uFillTx/>
                <a:latin typeface="Arial"/>
                <a:ea typeface="微软雅黑"/>
                <a:cs typeface="Arial"/>
              </a:rPr>
              <a:t>Kinh</a:t>
            </a:r>
            <a:r>
              <a:rPr kumimoji="0" sz="1950" b="0" i="0" u="none" strike="noStrike" kern="1200" cap="none" spc="-185" normalizeH="0" baseline="0" noProof="0" dirty="0">
                <a:ln>
                  <a:noFill/>
                </a:ln>
                <a:solidFill>
                  <a:srgbClr val="FFFFFF"/>
                </a:solidFill>
                <a:effectLst/>
                <a:uLnTx/>
                <a:uFillTx/>
                <a:latin typeface="Arial"/>
                <a:ea typeface="微软雅黑"/>
                <a:cs typeface="Arial"/>
              </a:rPr>
              <a:t> </a:t>
            </a:r>
            <a:r>
              <a:rPr kumimoji="0" sz="1950" b="0" i="0" u="none" strike="noStrike" kern="1200" cap="none" spc="20" normalizeH="0" baseline="0" noProof="0" dirty="0">
                <a:ln>
                  <a:noFill/>
                </a:ln>
                <a:solidFill>
                  <a:srgbClr val="FFFFFF"/>
                </a:solidFill>
                <a:effectLst/>
                <a:uLnTx/>
                <a:uFillTx/>
                <a:latin typeface="Arial"/>
                <a:ea typeface="微软雅黑"/>
                <a:cs typeface="Arial"/>
              </a:rPr>
              <a:t>tế</a:t>
            </a:r>
            <a:r>
              <a:rPr kumimoji="0" sz="1950" b="0" i="0" u="none" strike="noStrike" kern="1200" cap="none" spc="-165" normalizeH="0" baseline="0" noProof="0" dirty="0">
                <a:ln>
                  <a:noFill/>
                </a:ln>
                <a:solidFill>
                  <a:srgbClr val="FFFFFF"/>
                </a:solidFill>
                <a:effectLst/>
                <a:uLnTx/>
                <a:uFillTx/>
                <a:latin typeface="Arial"/>
                <a:ea typeface="微软雅黑"/>
                <a:cs typeface="Arial"/>
              </a:rPr>
              <a:t> </a:t>
            </a:r>
            <a:r>
              <a:rPr kumimoji="0" sz="1950" b="0" i="0" u="none" strike="noStrike" kern="1200" cap="none" spc="-10" normalizeH="0" baseline="0" noProof="0" dirty="0">
                <a:ln>
                  <a:noFill/>
                </a:ln>
                <a:solidFill>
                  <a:srgbClr val="FFFFFF"/>
                </a:solidFill>
                <a:effectLst/>
                <a:uLnTx/>
                <a:uFillTx/>
                <a:latin typeface="Arial"/>
                <a:ea typeface="微软雅黑"/>
                <a:cs typeface="Arial"/>
              </a:rPr>
              <a:t>đổi</a:t>
            </a:r>
            <a:r>
              <a:rPr kumimoji="0" sz="1950" b="0" i="0" u="none" strike="noStrike" kern="1200" cap="none" spc="-170" normalizeH="0" baseline="0" noProof="0" dirty="0">
                <a:ln>
                  <a:noFill/>
                </a:ln>
                <a:solidFill>
                  <a:srgbClr val="FFFFFF"/>
                </a:solidFill>
                <a:effectLst/>
                <a:uLnTx/>
                <a:uFillTx/>
                <a:latin typeface="Arial"/>
                <a:ea typeface="微软雅黑"/>
                <a:cs typeface="Arial"/>
              </a:rPr>
              <a:t> </a:t>
            </a:r>
            <a:r>
              <a:rPr kumimoji="0" sz="1950" b="0" i="0" u="none" strike="noStrike" kern="1200" cap="none" spc="-25" normalizeH="0" baseline="0" noProof="0" dirty="0">
                <a:ln>
                  <a:noFill/>
                </a:ln>
                <a:solidFill>
                  <a:srgbClr val="FFFFFF"/>
                </a:solidFill>
                <a:effectLst/>
                <a:uLnTx/>
                <a:uFillTx/>
                <a:latin typeface="Arial"/>
                <a:ea typeface="微软雅黑"/>
                <a:cs typeface="Arial"/>
              </a:rPr>
              <a:t>mới  </a:t>
            </a:r>
            <a:r>
              <a:rPr kumimoji="0" sz="1950" b="0" i="0" u="none" strike="noStrike" kern="1200" cap="none" spc="-60" normalizeH="0" baseline="0" noProof="0" dirty="0">
                <a:ln>
                  <a:noFill/>
                </a:ln>
                <a:solidFill>
                  <a:srgbClr val="FFFFFF"/>
                </a:solidFill>
                <a:effectLst/>
                <a:uLnTx/>
                <a:uFillTx/>
                <a:latin typeface="Arial"/>
                <a:ea typeface="微软雅黑"/>
                <a:cs typeface="Arial"/>
              </a:rPr>
              <a:t>nhanh</a:t>
            </a:r>
            <a:r>
              <a:rPr kumimoji="0" sz="1950" b="0" i="0" u="none" strike="noStrike" kern="1200" cap="none" spc="-185" normalizeH="0" baseline="0" noProof="0" dirty="0">
                <a:ln>
                  <a:noFill/>
                </a:ln>
                <a:solidFill>
                  <a:srgbClr val="FFFFFF"/>
                </a:solidFill>
                <a:effectLst/>
                <a:uLnTx/>
                <a:uFillTx/>
                <a:latin typeface="Arial"/>
                <a:ea typeface="微软雅黑"/>
                <a:cs typeface="Arial"/>
              </a:rPr>
              <a:t> </a:t>
            </a:r>
            <a:r>
              <a:rPr kumimoji="0" sz="1950" b="0" i="0" u="none" strike="noStrike" kern="1200" cap="none" spc="-55" normalizeH="0" baseline="0" noProof="0" dirty="0">
                <a:ln>
                  <a:noFill/>
                </a:ln>
                <a:solidFill>
                  <a:srgbClr val="FFFFFF"/>
                </a:solidFill>
                <a:effectLst/>
                <a:uLnTx/>
                <a:uFillTx/>
                <a:latin typeface="Arial"/>
                <a:ea typeface="微软雅黑"/>
                <a:cs typeface="Arial"/>
              </a:rPr>
              <a:t>chóng</a:t>
            </a:r>
            <a:endParaRPr kumimoji="0" sz="1950" b="0" i="0" u="none" strike="noStrike" kern="1200" cap="none" spc="0" normalizeH="0" baseline="0" noProof="0">
              <a:ln>
                <a:noFill/>
              </a:ln>
              <a:solidFill>
                <a:prstClr val="black"/>
              </a:solidFill>
              <a:effectLst/>
              <a:uLnTx/>
              <a:uFillTx/>
              <a:latin typeface="Arial"/>
              <a:ea typeface="微软雅黑"/>
              <a:cs typeface="Arial"/>
            </a:endParaRPr>
          </a:p>
        </p:txBody>
      </p:sp>
      <p:sp>
        <p:nvSpPr>
          <p:cNvPr id="18" name="object 18"/>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43</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
        <p:nvSpPr>
          <p:cNvPr id="14" name="object 14"/>
          <p:cNvSpPr txBox="1"/>
          <p:nvPr/>
        </p:nvSpPr>
        <p:spPr>
          <a:xfrm>
            <a:off x="546267" y="3857581"/>
            <a:ext cx="1052945" cy="2404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450" b="1" i="1" u="none" strike="noStrike" kern="1200" cap="none" spc="-110" normalizeH="0" baseline="0" noProof="0" dirty="0">
                <a:ln>
                  <a:noFill/>
                </a:ln>
                <a:solidFill>
                  <a:srgbClr val="404040"/>
                </a:solidFill>
                <a:effectLst/>
                <a:uLnTx/>
                <a:uFillTx/>
                <a:latin typeface="Arial"/>
                <a:ea typeface="微软雅黑"/>
                <a:cs typeface="Arial"/>
              </a:rPr>
              <a:t>MÁY </a:t>
            </a:r>
            <a:r>
              <a:rPr kumimoji="0" sz="1450" b="1" i="1" u="none" strike="noStrike" kern="1200" cap="none" spc="-15" normalizeH="0" baseline="0" noProof="0" dirty="0">
                <a:ln>
                  <a:noFill/>
                </a:ln>
                <a:solidFill>
                  <a:srgbClr val="404040"/>
                </a:solidFill>
                <a:effectLst/>
                <a:uLnTx/>
                <a:uFillTx/>
                <a:latin typeface="Arial"/>
                <a:ea typeface="微软雅黑"/>
                <a:cs typeface="Arial"/>
              </a:rPr>
              <a:t>IN</a:t>
            </a:r>
            <a:r>
              <a:rPr kumimoji="0" sz="1450" b="1" i="1" u="none" strike="noStrike" kern="1200" cap="none" spc="-165" normalizeH="0" baseline="0" noProof="0" dirty="0">
                <a:ln>
                  <a:noFill/>
                </a:ln>
                <a:solidFill>
                  <a:srgbClr val="404040"/>
                </a:solidFill>
                <a:effectLst/>
                <a:uLnTx/>
                <a:uFillTx/>
                <a:latin typeface="Arial"/>
                <a:ea typeface="微软雅黑"/>
                <a:cs typeface="Arial"/>
              </a:rPr>
              <a:t> </a:t>
            </a:r>
            <a:r>
              <a:rPr kumimoji="0" sz="1450" b="1" i="1" u="none" strike="noStrike" kern="1200" cap="none" spc="-85" normalizeH="0" baseline="0" noProof="0" dirty="0">
                <a:ln>
                  <a:noFill/>
                </a:ln>
                <a:solidFill>
                  <a:srgbClr val="404040"/>
                </a:solidFill>
                <a:effectLst/>
                <a:uLnTx/>
                <a:uFillTx/>
                <a:latin typeface="Arial"/>
                <a:ea typeface="微软雅黑"/>
                <a:cs typeface="Arial"/>
              </a:rPr>
              <a:t>3D</a:t>
            </a:r>
            <a:endParaRPr kumimoji="0" sz="1450" b="0" i="0" u="none" strike="noStrike" kern="1200" cap="none" spc="0" normalizeH="0" baseline="0" noProof="0">
              <a:ln>
                <a:noFill/>
              </a:ln>
              <a:solidFill>
                <a:prstClr val="black"/>
              </a:solidFill>
              <a:effectLst/>
              <a:uLnTx/>
              <a:uFillTx/>
              <a:latin typeface="Arial"/>
              <a:ea typeface="微软雅黑"/>
              <a:cs typeface="Arial"/>
            </a:endParaRPr>
          </a:p>
        </p:txBody>
      </p:sp>
      <p:sp>
        <p:nvSpPr>
          <p:cNvPr id="15" name="object 15"/>
          <p:cNvSpPr txBox="1"/>
          <p:nvPr/>
        </p:nvSpPr>
        <p:spPr>
          <a:xfrm>
            <a:off x="3653258" y="3857581"/>
            <a:ext cx="1477818" cy="2404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450" b="1" i="1" u="none" strike="noStrike" kern="1200" cap="none" spc="-75" normalizeH="0" baseline="0" noProof="0" dirty="0">
                <a:ln>
                  <a:noFill/>
                </a:ln>
                <a:solidFill>
                  <a:srgbClr val="404040"/>
                </a:solidFill>
                <a:effectLst/>
                <a:uLnTx/>
                <a:uFillTx/>
                <a:latin typeface="Arial"/>
                <a:ea typeface="微软雅黑"/>
                <a:cs typeface="Arial"/>
              </a:rPr>
              <a:t>Kết </a:t>
            </a:r>
            <a:r>
              <a:rPr kumimoji="0" sz="1450" b="1" i="1" u="none" strike="noStrike" kern="1200" cap="none" spc="-85" normalizeH="0" baseline="0" noProof="0" dirty="0">
                <a:ln>
                  <a:noFill/>
                </a:ln>
                <a:solidFill>
                  <a:srgbClr val="404040"/>
                </a:solidFill>
                <a:effectLst/>
                <a:uLnTx/>
                <a:uFillTx/>
                <a:latin typeface="Arial"/>
                <a:ea typeface="微软雅黑"/>
                <a:cs typeface="Arial"/>
              </a:rPr>
              <a:t>nối </a:t>
            </a:r>
            <a:r>
              <a:rPr kumimoji="0" sz="1450" b="1" i="1" u="none" strike="noStrike" kern="1200" cap="none" spc="-60" normalizeH="0" baseline="0" noProof="0" dirty="0">
                <a:ln>
                  <a:noFill/>
                </a:ln>
                <a:solidFill>
                  <a:srgbClr val="404040"/>
                </a:solidFill>
                <a:effectLst/>
                <a:uLnTx/>
                <a:uFillTx/>
                <a:latin typeface="Arial"/>
                <a:ea typeface="微软雅黑"/>
                <a:cs typeface="Arial"/>
              </a:rPr>
              <a:t>vạn</a:t>
            </a:r>
            <a:r>
              <a:rPr kumimoji="0" sz="1450" b="1" i="1" u="none" strike="noStrike" kern="1200" cap="none" spc="-195" normalizeH="0" baseline="0" noProof="0" dirty="0">
                <a:ln>
                  <a:noFill/>
                </a:ln>
                <a:solidFill>
                  <a:srgbClr val="404040"/>
                </a:solidFill>
                <a:effectLst/>
                <a:uLnTx/>
                <a:uFillTx/>
                <a:latin typeface="Arial"/>
                <a:ea typeface="微软雅黑"/>
                <a:cs typeface="Arial"/>
              </a:rPr>
              <a:t> </a:t>
            </a:r>
            <a:r>
              <a:rPr kumimoji="0" sz="1450" b="1" i="1" u="none" strike="noStrike" kern="1200" cap="none" spc="-10" normalizeH="0" baseline="0" noProof="0" dirty="0">
                <a:ln>
                  <a:noFill/>
                </a:ln>
                <a:solidFill>
                  <a:srgbClr val="404040"/>
                </a:solidFill>
                <a:effectLst/>
                <a:uLnTx/>
                <a:uFillTx/>
                <a:latin typeface="Arial"/>
                <a:ea typeface="微软雅黑"/>
                <a:cs typeface="Arial"/>
              </a:rPr>
              <a:t>vật</a:t>
            </a:r>
            <a:endParaRPr kumimoji="0" sz="1450" b="0" i="0" u="none" strike="noStrike" kern="1200" cap="none" spc="0" normalizeH="0" baseline="0" noProof="0">
              <a:ln>
                <a:noFill/>
              </a:ln>
              <a:solidFill>
                <a:prstClr val="black"/>
              </a:solidFill>
              <a:effectLst/>
              <a:uLnTx/>
              <a:uFillTx/>
              <a:latin typeface="Arial"/>
              <a:ea typeface="微软雅黑"/>
              <a:cs typeface="Arial"/>
            </a:endParaRPr>
          </a:p>
        </p:txBody>
      </p:sp>
      <p:sp>
        <p:nvSpPr>
          <p:cNvPr id="16" name="object 16"/>
          <p:cNvSpPr txBox="1"/>
          <p:nvPr/>
        </p:nvSpPr>
        <p:spPr>
          <a:xfrm>
            <a:off x="6400169" y="3857581"/>
            <a:ext cx="1067568" cy="2404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450" b="1" i="1" u="none" strike="noStrike" kern="1200" cap="none" spc="-90" normalizeH="0" baseline="0" noProof="0" dirty="0">
                <a:ln>
                  <a:noFill/>
                </a:ln>
                <a:solidFill>
                  <a:srgbClr val="404040"/>
                </a:solidFill>
                <a:effectLst/>
                <a:uLnTx/>
                <a:uFillTx/>
                <a:latin typeface="Arial"/>
                <a:ea typeface="微软雅黑"/>
                <a:cs typeface="Arial"/>
              </a:rPr>
              <a:t>Thực </a:t>
            </a:r>
            <a:r>
              <a:rPr kumimoji="0" sz="1450" b="1" i="1" u="none" strike="noStrike" kern="1200" cap="none" spc="-10" normalizeH="0" baseline="0" noProof="0" dirty="0">
                <a:ln>
                  <a:noFill/>
                </a:ln>
                <a:solidFill>
                  <a:srgbClr val="404040"/>
                </a:solidFill>
                <a:effectLst/>
                <a:uLnTx/>
                <a:uFillTx/>
                <a:latin typeface="Arial"/>
                <a:ea typeface="微软雅黑"/>
                <a:cs typeface="Arial"/>
              </a:rPr>
              <a:t>tế</a:t>
            </a:r>
            <a:r>
              <a:rPr kumimoji="0" sz="1450" b="1" i="1" u="none" strike="noStrike" kern="1200" cap="none" spc="-165" normalizeH="0" baseline="0" noProof="0" dirty="0">
                <a:ln>
                  <a:noFill/>
                </a:ln>
                <a:solidFill>
                  <a:srgbClr val="404040"/>
                </a:solidFill>
                <a:effectLst/>
                <a:uLnTx/>
                <a:uFillTx/>
                <a:latin typeface="Arial"/>
                <a:ea typeface="微软雅黑"/>
                <a:cs typeface="Arial"/>
              </a:rPr>
              <a:t> </a:t>
            </a:r>
            <a:r>
              <a:rPr kumimoji="0" sz="1450" b="1" i="1" u="none" strike="noStrike" kern="1200" cap="none" spc="-70" normalizeH="0" baseline="0" noProof="0" dirty="0">
                <a:ln>
                  <a:noFill/>
                </a:ln>
                <a:solidFill>
                  <a:srgbClr val="404040"/>
                </a:solidFill>
                <a:effectLst/>
                <a:uLnTx/>
                <a:uFillTx/>
                <a:latin typeface="Arial"/>
                <a:ea typeface="微软雅黑"/>
                <a:cs typeface="Arial"/>
              </a:rPr>
              <a:t>ảo</a:t>
            </a:r>
            <a:endParaRPr kumimoji="0" sz="1450" b="0" i="0" u="none" strike="noStrike" kern="1200" cap="none" spc="0" normalizeH="0" baseline="0" noProof="0">
              <a:ln>
                <a:noFill/>
              </a:ln>
              <a:solidFill>
                <a:prstClr val="black"/>
              </a:solidFill>
              <a:effectLst/>
              <a:uLnTx/>
              <a:uFillTx/>
              <a:latin typeface="Arial"/>
              <a:ea typeface="微软雅黑"/>
              <a:cs typeface="Arial"/>
            </a:endParaRPr>
          </a:p>
        </p:txBody>
      </p:sp>
      <p:sp>
        <p:nvSpPr>
          <p:cNvPr id="17" name="object 17"/>
          <p:cNvSpPr txBox="1"/>
          <p:nvPr/>
        </p:nvSpPr>
        <p:spPr>
          <a:xfrm>
            <a:off x="9391025" y="3838743"/>
            <a:ext cx="651164" cy="240450"/>
          </a:xfrm>
          <a:prstGeom prst="rect">
            <a:avLst/>
          </a:prstGeom>
        </p:spPr>
        <p:txBody>
          <a:bodyPr vert="horz" wrap="square" lIns="0" tIns="17145" rIns="0" bIns="0" rtlCol="0">
            <a:spAutoFit/>
          </a:bodyPr>
          <a:lstStyle/>
          <a:p>
            <a:pPr marL="12700" marR="0" lvl="0" indent="0" algn="l" defTabSz="914400" rtl="0" eaLnBrk="1" fontAlgn="auto" latinLnBrk="0" hangingPunct="1">
              <a:lnSpc>
                <a:spcPct val="100000"/>
              </a:lnSpc>
              <a:spcBef>
                <a:spcPts val="135"/>
              </a:spcBef>
              <a:spcAft>
                <a:spcPts val="0"/>
              </a:spcAft>
              <a:buClrTx/>
              <a:buSzTx/>
              <a:buFontTx/>
              <a:buNone/>
              <a:tabLst/>
              <a:defRPr/>
            </a:pPr>
            <a:r>
              <a:rPr kumimoji="0" sz="1450" b="1" i="1" u="none" strike="noStrike" kern="1200" cap="none" spc="-145" normalizeH="0" baseline="0" noProof="0" dirty="0">
                <a:ln>
                  <a:noFill/>
                </a:ln>
                <a:solidFill>
                  <a:srgbClr val="404040"/>
                </a:solidFill>
                <a:effectLst/>
                <a:uLnTx/>
                <a:uFillTx/>
                <a:latin typeface="Arial"/>
                <a:ea typeface="微软雅黑"/>
                <a:cs typeface="Arial"/>
              </a:rPr>
              <a:t>Ro</a:t>
            </a:r>
            <a:r>
              <a:rPr kumimoji="0" sz="1450" b="1" i="1" u="none" strike="noStrike" kern="1200" cap="none" spc="-180" normalizeH="0" baseline="0" noProof="0" dirty="0">
                <a:ln>
                  <a:noFill/>
                </a:ln>
                <a:solidFill>
                  <a:srgbClr val="404040"/>
                </a:solidFill>
                <a:effectLst/>
                <a:uLnTx/>
                <a:uFillTx/>
                <a:latin typeface="Arial"/>
                <a:ea typeface="微软雅黑"/>
                <a:cs typeface="Arial"/>
              </a:rPr>
              <a:t> </a:t>
            </a:r>
            <a:r>
              <a:rPr kumimoji="0" sz="1450" b="1" i="1" u="none" strike="noStrike" kern="1200" cap="none" spc="-60" normalizeH="0" baseline="0" noProof="0" dirty="0">
                <a:ln>
                  <a:noFill/>
                </a:ln>
                <a:solidFill>
                  <a:srgbClr val="404040"/>
                </a:solidFill>
                <a:effectLst/>
                <a:uLnTx/>
                <a:uFillTx/>
                <a:latin typeface="Arial"/>
                <a:ea typeface="微软雅黑"/>
                <a:cs typeface="Arial"/>
              </a:rPr>
              <a:t>bot</a:t>
            </a:r>
            <a:endParaRPr kumimoji="0" sz="1450" b="0" i="0" u="none" strike="noStrike" kern="1200" cap="none" spc="0" normalizeH="0" baseline="0" noProof="0">
              <a:ln>
                <a:noFill/>
              </a:ln>
              <a:solidFill>
                <a:prstClr val="black"/>
              </a:solidFill>
              <a:effectLst/>
              <a:uLnTx/>
              <a:uFillTx/>
              <a:latin typeface="Arial"/>
              <a:ea typeface="微软雅黑"/>
              <a:cs typeface="Arial"/>
            </a:endParaRPr>
          </a:p>
        </p:txBody>
      </p:sp>
    </p:spTree>
    <p:extLst>
      <p:ext uri="{BB962C8B-B14F-4D97-AF65-F5344CB8AC3E}">
        <p14:creationId xmlns:p14="http://schemas.microsoft.com/office/powerpoint/2010/main" val="326054403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6" y="5725757"/>
            <a:ext cx="12190153" cy="20036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 name="object 5"/>
          <p:cNvSpPr txBox="1"/>
          <p:nvPr/>
        </p:nvSpPr>
        <p:spPr>
          <a:xfrm>
            <a:off x="448557" y="1667877"/>
            <a:ext cx="6709625" cy="3874330"/>
          </a:xfrm>
          <a:prstGeom prst="rect">
            <a:avLst/>
          </a:prstGeom>
        </p:spPr>
        <p:txBody>
          <a:bodyPr vert="horz" wrap="square" lIns="0" tIns="11430" rIns="0" bIns="0" rtlCol="0">
            <a:spAutoFit/>
          </a:bodyPr>
          <a:lstStyle/>
          <a:p>
            <a:pPr marL="295910" marR="5080" lvl="0" indent="-283210" algn="just" defTabSz="914400" rtl="0" eaLnBrk="1" fontAlgn="auto" latinLnBrk="0" hangingPunct="1">
              <a:lnSpc>
                <a:spcPct val="130000"/>
              </a:lnSpc>
              <a:spcBef>
                <a:spcPts val="90"/>
              </a:spcBef>
              <a:spcAft>
                <a:spcPts val="0"/>
              </a:spcAft>
              <a:buClr>
                <a:srgbClr val="28324A"/>
              </a:buClr>
              <a:buSzTx/>
              <a:buFont typeface="Wingdings"/>
              <a:buChar char=""/>
              <a:tabLst>
                <a:tab pos="296545" algn="l"/>
              </a:tabLst>
              <a:defRPr/>
            </a:pPr>
            <a:r>
              <a:rPr kumimoji="0" sz="2800" b="0" i="0" u="none" strike="noStrike" kern="1200" cap="none" spc="-265" normalizeH="0" baseline="0" noProof="0" dirty="0">
                <a:ln>
                  <a:noFill/>
                </a:ln>
                <a:solidFill>
                  <a:srgbClr val="00B050"/>
                </a:solidFill>
                <a:effectLst/>
                <a:uLnTx/>
                <a:uFill>
                  <a:solidFill>
                    <a:srgbClr val="0070C0"/>
                  </a:solidFill>
                </a:uFill>
                <a:latin typeface="Arial"/>
                <a:ea typeface="微软雅黑"/>
                <a:cs typeface="Arial"/>
              </a:rPr>
              <a:t>Big </a:t>
            </a:r>
            <a:r>
              <a:rPr kumimoji="0" sz="2800" b="0" i="0" u="none" strike="noStrike" kern="1200" cap="none" spc="-120" normalizeH="0" baseline="0" noProof="0" dirty="0">
                <a:ln>
                  <a:noFill/>
                </a:ln>
                <a:solidFill>
                  <a:srgbClr val="00B050"/>
                </a:solidFill>
                <a:effectLst/>
                <a:uLnTx/>
                <a:uFill>
                  <a:solidFill>
                    <a:srgbClr val="0070C0"/>
                  </a:solidFill>
                </a:uFill>
                <a:latin typeface="Arial"/>
                <a:ea typeface="微软雅黑"/>
                <a:cs typeface="Arial"/>
              </a:rPr>
              <a:t>Data</a:t>
            </a:r>
            <a:r>
              <a:rPr kumimoji="0" sz="2800" b="0" i="0" u="none" strike="noStrike" kern="1200" cap="none" spc="-120" normalizeH="0" baseline="0" noProof="0" dirty="0">
                <a:ln>
                  <a:noFill/>
                </a:ln>
                <a:solidFill>
                  <a:srgbClr val="00B050"/>
                </a:solidFill>
                <a:effectLst/>
                <a:uLnTx/>
                <a:uFillTx/>
                <a:latin typeface="Arial"/>
                <a:ea typeface="微软雅黑"/>
                <a:cs typeface="Arial"/>
              </a:rPr>
              <a:t> </a:t>
            </a:r>
            <a:r>
              <a:rPr kumimoji="0" sz="2800" b="0" i="0" u="none" strike="noStrike" kern="1200" cap="none" spc="-114" normalizeH="0" baseline="0" noProof="0" dirty="0">
                <a:ln>
                  <a:noFill/>
                </a:ln>
                <a:solidFill>
                  <a:srgbClr val="00B050"/>
                </a:solidFill>
                <a:effectLst/>
                <a:uLnTx/>
                <a:uFillTx/>
                <a:latin typeface="Arial"/>
                <a:ea typeface="微软雅黑"/>
                <a:cs typeface="Arial"/>
              </a:rPr>
              <a:t>là </a:t>
            </a:r>
            <a:r>
              <a:rPr kumimoji="0" sz="2800" b="0" i="0" u="none" strike="noStrike" kern="1200" cap="none" spc="-80" normalizeH="0" baseline="0" noProof="0" dirty="0">
                <a:ln>
                  <a:noFill/>
                </a:ln>
                <a:solidFill>
                  <a:srgbClr val="00B050"/>
                </a:solidFill>
                <a:effectLst/>
                <a:uLnTx/>
                <a:uFillTx/>
                <a:latin typeface="Arial"/>
                <a:ea typeface="微软雅黑"/>
                <a:cs typeface="Arial"/>
              </a:rPr>
              <a:t>thuật </a:t>
            </a:r>
            <a:r>
              <a:rPr kumimoji="0" sz="2800" b="0" i="0" u="none" strike="noStrike" kern="1200" cap="none" spc="-225" normalizeH="0" baseline="0" noProof="0" dirty="0">
                <a:ln>
                  <a:noFill/>
                </a:ln>
                <a:solidFill>
                  <a:srgbClr val="00B050"/>
                </a:solidFill>
                <a:effectLst/>
                <a:uLnTx/>
                <a:uFillTx/>
                <a:latin typeface="Arial"/>
                <a:ea typeface="微软雅黑"/>
                <a:cs typeface="Arial"/>
              </a:rPr>
              <a:t>ngữ </a:t>
            </a:r>
            <a:r>
              <a:rPr kumimoji="0" sz="2800" b="0" i="0" u="none" strike="noStrike" kern="1200" cap="none" spc="-210" normalizeH="0" baseline="0" noProof="0" dirty="0">
                <a:ln>
                  <a:noFill/>
                </a:ln>
                <a:solidFill>
                  <a:srgbClr val="00B050"/>
                </a:solidFill>
                <a:effectLst/>
                <a:uLnTx/>
                <a:uFillTx/>
                <a:latin typeface="Arial"/>
                <a:ea typeface="微软雅黑"/>
                <a:cs typeface="Arial"/>
              </a:rPr>
              <a:t>dùng </a:t>
            </a:r>
            <a:r>
              <a:rPr kumimoji="0" sz="2800" b="0" i="0" u="none" strike="noStrike" kern="1200" cap="none" spc="-105" normalizeH="0" baseline="0" noProof="0" dirty="0">
                <a:ln>
                  <a:noFill/>
                </a:ln>
                <a:solidFill>
                  <a:srgbClr val="00B050"/>
                </a:solidFill>
                <a:effectLst/>
                <a:uLnTx/>
                <a:uFillTx/>
                <a:latin typeface="Arial"/>
                <a:ea typeface="微软雅黑"/>
                <a:cs typeface="Arial"/>
              </a:rPr>
              <a:t>để </a:t>
            </a:r>
            <a:r>
              <a:rPr kumimoji="0" sz="2800" b="0" i="0" u="none" strike="noStrike" kern="1200" cap="none" spc="-200" normalizeH="0" baseline="0" noProof="0" dirty="0">
                <a:ln>
                  <a:noFill/>
                </a:ln>
                <a:solidFill>
                  <a:srgbClr val="00B050"/>
                </a:solidFill>
                <a:effectLst/>
                <a:uLnTx/>
                <a:uFillTx/>
                <a:latin typeface="Arial"/>
                <a:ea typeface="微软雅黑"/>
                <a:cs typeface="Arial"/>
              </a:rPr>
              <a:t>chỉ  </a:t>
            </a:r>
            <a:r>
              <a:rPr kumimoji="0" sz="2800" b="0" i="0" u="none" strike="noStrike" kern="1200" cap="none" spc="-100" normalizeH="0" baseline="0" noProof="0" dirty="0">
                <a:ln>
                  <a:noFill/>
                </a:ln>
                <a:solidFill>
                  <a:srgbClr val="00B050"/>
                </a:solidFill>
                <a:effectLst/>
                <a:uLnTx/>
                <a:uFillTx/>
                <a:latin typeface="Arial"/>
                <a:ea typeface="微软雅黑"/>
                <a:cs typeface="Arial"/>
              </a:rPr>
              <a:t>một </a:t>
            </a:r>
            <a:r>
              <a:rPr kumimoji="0" sz="2800" b="0" i="0" u="none" strike="noStrike" kern="1200" cap="none" spc="-95" normalizeH="0" baseline="0" noProof="0" dirty="0">
                <a:ln>
                  <a:noFill/>
                </a:ln>
                <a:solidFill>
                  <a:srgbClr val="00B050"/>
                </a:solidFill>
                <a:effectLst/>
                <a:uLnTx/>
                <a:uFillTx/>
                <a:latin typeface="Arial"/>
                <a:ea typeface="微软雅黑"/>
                <a:cs typeface="Arial"/>
              </a:rPr>
              <a:t>tập </a:t>
            </a:r>
            <a:r>
              <a:rPr kumimoji="0" sz="2800" b="0" i="0" u="none" strike="noStrike" kern="1200" cap="none" spc="-180" normalizeH="0" baseline="0" noProof="0" dirty="0">
                <a:ln>
                  <a:noFill/>
                </a:ln>
                <a:solidFill>
                  <a:srgbClr val="00B050"/>
                </a:solidFill>
                <a:effectLst/>
                <a:uLnTx/>
                <a:uFillTx/>
                <a:latin typeface="Arial"/>
                <a:ea typeface="微软雅黑"/>
                <a:cs typeface="Arial"/>
              </a:rPr>
              <a:t>hợp </a:t>
            </a:r>
            <a:r>
              <a:rPr kumimoji="0" sz="2800" b="0" i="0" u="none" strike="noStrike" kern="1200" cap="none" spc="-175" normalizeH="0" baseline="0" noProof="0" dirty="0">
                <a:ln>
                  <a:noFill/>
                </a:ln>
                <a:solidFill>
                  <a:srgbClr val="00B050"/>
                </a:solidFill>
                <a:effectLst/>
                <a:uLnTx/>
                <a:uFillTx/>
                <a:latin typeface="Arial"/>
                <a:ea typeface="微软雅黑"/>
                <a:cs typeface="Arial"/>
              </a:rPr>
              <a:t>dữ </a:t>
            </a:r>
            <a:r>
              <a:rPr kumimoji="0" sz="2800" b="0" i="0" u="none" strike="noStrike" kern="1200" cap="none" spc="-110" normalizeH="0" baseline="0" noProof="0" dirty="0">
                <a:ln>
                  <a:noFill/>
                </a:ln>
                <a:solidFill>
                  <a:srgbClr val="00B050"/>
                </a:solidFill>
                <a:effectLst/>
                <a:uLnTx/>
                <a:uFillTx/>
                <a:latin typeface="Arial"/>
                <a:ea typeface="微软雅黑"/>
                <a:cs typeface="Arial"/>
              </a:rPr>
              <a:t>liệu </a:t>
            </a:r>
            <a:r>
              <a:rPr kumimoji="0" sz="2800" b="0" i="0" u="none" strike="noStrike" kern="1200" cap="none" spc="-65" normalizeH="0" baseline="0" noProof="0" dirty="0">
                <a:ln>
                  <a:noFill/>
                </a:ln>
                <a:solidFill>
                  <a:srgbClr val="00B050"/>
                </a:solidFill>
                <a:effectLst/>
                <a:uLnTx/>
                <a:uFillTx/>
                <a:latin typeface="Arial"/>
                <a:ea typeface="微软雅黑"/>
                <a:cs typeface="Arial"/>
              </a:rPr>
              <a:t>rất </a:t>
            </a:r>
            <a:r>
              <a:rPr kumimoji="0" sz="2800" b="0" i="0" u="none" strike="noStrike" kern="1200" cap="none" spc="-145" normalizeH="0" baseline="0" noProof="0" dirty="0">
                <a:ln>
                  <a:noFill/>
                </a:ln>
                <a:solidFill>
                  <a:srgbClr val="00B050"/>
                </a:solidFill>
                <a:effectLst/>
                <a:uLnTx/>
                <a:uFillTx/>
                <a:latin typeface="Arial"/>
                <a:ea typeface="微软雅黑"/>
                <a:cs typeface="Arial"/>
              </a:rPr>
              <a:t>lớn </a:t>
            </a:r>
            <a:r>
              <a:rPr kumimoji="0" sz="2800" b="0" i="0" u="none" strike="noStrike" kern="1200" cap="none" spc="-175" normalizeH="0" baseline="0" noProof="0" dirty="0">
                <a:ln>
                  <a:noFill/>
                </a:ln>
                <a:solidFill>
                  <a:srgbClr val="00B050"/>
                </a:solidFill>
                <a:effectLst/>
                <a:uLnTx/>
                <a:uFillTx/>
                <a:latin typeface="Arial"/>
                <a:ea typeface="微软雅黑"/>
                <a:cs typeface="Arial"/>
              </a:rPr>
              <a:t>và </a:t>
            </a:r>
            <a:r>
              <a:rPr kumimoji="0" sz="2800" b="0" i="0" u="none" strike="noStrike" kern="1200" cap="none" spc="-70" normalizeH="0" baseline="0" noProof="0" dirty="0">
                <a:ln>
                  <a:noFill/>
                </a:ln>
                <a:solidFill>
                  <a:srgbClr val="00B050"/>
                </a:solidFill>
                <a:effectLst/>
                <a:uLnTx/>
                <a:uFillTx/>
                <a:latin typeface="Arial"/>
                <a:ea typeface="微软雅黑"/>
                <a:cs typeface="Arial"/>
              </a:rPr>
              <a:t>rất  </a:t>
            </a:r>
            <a:r>
              <a:rPr kumimoji="0" sz="2800" b="0" i="0" u="none" strike="noStrike" kern="1200" cap="none" spc="-210" normalizeH="0" baseline="0" noProof="0" dirty="0">
                <a:ln>
                  <a:noFill/>
                </a:ln>
                <a:solidFill>
                  <a:srgbClr val="00B050"/>
                </a:solidFill>
                <a:effectLst/>
                <a:uLnTx/>
                <a:uFillTx/>
                <a:latin typeface="Arial"/>
                <a:ea typeface="微软雅黑"/>
                <a:cs typeface="Arial"/>
              </a:rPr>
              <a:t>phức </a:t>
            </a:r>
            <a:r>
              <a:rPr kumimoji="0" sz="2800" b="0" i="0" u="none" strike="noStrike" kern="1200" cap="none" spc="-100" normalizeH="0" baseline="0" noProof="0" dirty="0">
                <a:ln>
                  <a:noFill/>
                </a:ln>
                <a:solidFill>
                  <a:srgbClr val="00B050"/>
                </a:solidFill>
                <a:effectLst/>
                <a:uLnTx/>
                <a:uFillTx/>
                <a:latin typeface="Arial"/>
                <a:ea typeface="微软雅黑"/>
                <a:cs typeface="Arial"/>
              </a:rPr>
              <a:t>tạp </a:t>
            </a:r>
            <a:r>
              <a:rPr kumimoji="0" sz="2800" b="0" i="0" u="none" strike="noStrike" kern="1200" cap="none" spc="-130" normalizeH="0" baseline="0" noProof="0" dirty="0">
                <a:ln>
                  <a:noFill/>
                </a:ln>
                <a:solidFill>
                  <a:srgbClr val="00B050"/>
                </a:solidFill>
                <a:effectLst/>
                <a:uLnTx/>
                <a:uFillTx/>
                <a:latin typeface="Arial"/>
                <a:ea typeface="微软雅黑"/>
                <a:cs typeface="Arial"/>
              </a:rPr>
              <a:t>đến </a:t>
            </a:r>
            <a:r>
              <a:rPr kumimoji="0" sz="2800" b="0" i="0" u="none" strike="noStrike" kern="1200" cap="none" spc="-140" normalizeH="0" baseline="0" noProof="0" dirty="0">
                <a:ln>
                  <a:noFill/>
                </a:ln>
                <a:solidFill>
                  <a:srgbClr val="00B050"/>
                </a:solidFill>
                <a:effectLst/>
                <a:uLnTx/>
                <a:uFillTx/>
                <a:latin typeface="Arial"/>
                <a:ea typeface="微软雅黑"/>
                <a:cs typeface="Arial"/>
              </a:rPr>
              <a:t>nỗi </a:t>
            </a:r>
            <a:r>
              <a:rPr kumimoji="0" sz="2800" b="0" i="0" u="none" strike="noStrike" kern="1200" cap="none" spc="-204" normalizeH="0" baseline="0" noProof="0" dirty="0">
                <a:ln>
                  <a:noFill/>
                </a:ln>
                <a:solidFill>
                  <a:srgbClr val="00B050"/>
                </a:solidFill>
                <a:effectLst/>
                <a:uLnTx/>
                <a:uFillTx/>
                <a:latin typeface="Arial"/>
                <a:ea typeface="微软雅黑"/>
                <a:cs typeface="Arial"/>
              </a:rPr>
              <a:t>những </a:t>
            </a:r>
            <a:r>
              <a:rPr kumimoji="0" sz="2800" b="0" i="0" u="none" strike="noStrike" kern="1200" cap="none" spc="-254" normalizeH="0" baseline="0" noProof="0" dirty="0">
                <a:ln>
                  <a:noFill/>
                </a:ln>
                <a:solidFill>
                  <a:srgbClr val="00B050"/>
                </a:solidFill>
                <a:effectLst/>
                <a:uLnTx/>
                <a:uFillTx/>
                <a:latin typeface="Arial"/>
                <a:ea typeface="微软雅黑"/>
                <a:cs typeface="Arial"/>
              </a:rPr>
              <a:t>công </a:t>
            </a:r>
            <a:r>
              <a:rPr kumimoji="0" sz="2800" b="0" i="0" u="none" strike="noStrike" kern="1200" cap="none" spc="-190" normalizeH="0" baseline="0" noProof="0" dirty="0">
                <a:ln>
                  <a:noFill/>
                </a:ln>
                <a:solidFill>
                  <a:srgbClr val="00B050"/>
                </a:solidFill>
                <a:effectLst/>
                <a:uLnTx/>
                <a:uFillTx/>
                <a:latin typeface="Arial"/>
                <a:ea typeface="微软雅黑"/>
                <a:cs typeface="Arial"/>
              </a:rPr>
              <a:t>cụ,  </a:t>
            </a:r>
            <a:r>
              <a:rPr kumimoji="0" sz="2800" b="0" i="0" u="none" strike="noStrike" kern="1200" cap="none" spc="-229" normalizeH="0" baseline="0" noProof="0" dirty="0">
                <a:ln>
                  <a:noFill/>
                </a:ln>
                <a:solidFill>
                  <a:srgbClr val="00B050"/>
                </a:solidFill>
                <a:effectLst/>
                <a:uLnTx/>
                <a:uFillTx/>
                <a:latin typeface="Arial"/>
                <a:ea typeface="微软雅黑"/>
                <a:cs typeface="Arial"/>
              </a:rPr>
              <a:t>ứng </a:t>
            </a:r>
            <a:r>
              <a:rPr kumimoji="0" sz="2800" b="0" i="0" u="none" strike="noStrike" kern="1200" cap="none" spc="-210" normalizeH="0" baseline="0" noProof="0" dirty="0">
                <a:ln>
                  <a:noFill/>
                </a:ln>
                <a:solidFill>
                  <a:srgbClr val="00B050"/>
                </a:solidFill>
                <a:effectLst/>
                <a:uLnTx/>
                <a:uFillTx/>
                <a:latin typeface="Arial"/>
                <a:ea typeface="微软雅黑"/>
                <a:cs typeface="Arial"/>
              </a:rPr>
              <a:t>dụng xử </a:t>
            </a:r>
            <a:r>
              <a:rPr kumimoji="0" sz="2800" b="0" i="0" u="none" strike="noStrike" kern="1200" cap="none" spc="-75" normalizeH="0" baseline="0" noProof="0" dirty="0">
                <a:ln>
                  <a:noFill/>
                </a:ln>
                <a:solidFill>
                  <a:srgbClr val="00B050"/>
                </a:solidFill>
                <a:effectLst/>
                <a:uLnTx/>
                <a:uFillTx/>
                <a:latin typeface="Arial"/>
                <a:ea typeface="微软雅黑"/>
                <a:cs typeface="Arial"/>
              </a:rPr>
              <a:t>lí </a:t>
            </a:r>
            <a:r>
              <a:rPr kumimoji="0" sz="2800" b="0" i="0" u="none" strike="noStrike" kern="1200" cap="none" spc="-175" normalizeH="0" baseline="0" noProof="0" dirty="0">
                <a:ln>
                  <a:noFill/>
                </a:ln>
                <a:solidFill>
                  <a:srgbClr val="00B050"/>
                </a:solidFill>
                <a:effectLst/>
                <a:uLnTx/>
                <a:uFillTx/>
                <a:latin typeface="Arial"/>
                <a:ea typeface="微软雅黑"/>
                <a:cs typeface="Arial"/>
              </a:rPr>
              <a:t>dữ </a:t>
            </a:r>
            <a:r>
              <a:rPr kumimoji="0" sz="2800" b="0" i="0" u="none" strike="noStrike" kern="1200" cap="none" spc="-114" normalizeH="0" baseline="0" noProof="0" dirty="0">
                <a:ln>
                  <a:noFill/>
                </a:ln>
                <a:solidFill>
                  <a:srgbClr val="00B050"/>
                </a:solidFill>
                <a:effectLst/>
                <a:uLnTx/>
                <a:uFillTx/>
                <a:latin typeface="Arial"/>
                <a:ea typeface="微软雅黑"/>
                <a:cs typeface="Arial"/>
              </a:rPr>
              <a:t>liệu </a:t>
            </a:r>
            <a:r>
              <a:rPr kumimoji="0" sz="2800" b="0" i="0" u="none" strike="noStrike" kern="1200" cap="none" spc="-120" normalizeH="0" baseline="0" noProof="0" dirty="0">
                <a:ln>
                  <a:noFill/>
                </a:ln>
                <a:solidFill>
                  <a:srgbClr val="00B050"/>
                </a:solidFill>
                <a:effectLst/>
                <a:uLnTx/>
                <a:uFillTx/>
                <a:latin typeface="Arial"/>
                <a:ea typeface="微软雅黑"/>
                <a:cs typeface="Arial"/>
              </a:rPr>
              <a:t>truyền </a:t>
            </a:r>
            <a:r>
              <a:rPr kumimoji="0" sz="2800" b="0" i="0" u="none" strike="noStrike" kern="1200" cap="none" spc="-165" normalizeH="0" baseline="0" noProof="0" dirty="0">
                <a:ln>
                  <a:noFill/>
                </a:ln>
                <a:solidFill>
                  <a:srgbClr val="00B050"/>
                </a:solidFill>
                <a:effectLst/>
                <a:uLnTx/>
                <a:uFillTx/>
                <a:latin typeface="Arial"/>
                <a:ea typeface="微软雅黑"/>
                <a:cs typeface="Arial"/>
              </a:rPr>
              <a:t>thống  </a:t>
            </a:r>
            <a:r>
              <a:rPr kumimoji="0" sz="2800" b="0" i="0" u="none" strike="noStrike" kern="1200" cap="none" spc="-204" normalizeH="0" baseline="0" noProof="0" dirty="0">
                <a:ln>
                  <a:noFill/>
                </a:ln>
                <a:solidFill>
                  <a:srgbClr val="00B050"/>
                </a:solidFill>
                <a:effectLst/>
                <a:uLnTx/>
                <a:uFillTx/>
                <a:latin typeface="Arial"/>
                <a:ea typeface="微软雅黑"/>
                <a:cs typeface="Arial"/>
              </a:rPr>
              <a:t>không </a:t>
            </a:r>
            <a:r>
              <a:rPr kumimoji="0" sz="2800" b="0" i="0" u="none" strike="noStrike" kern="1200" cap="none" spc="-85" normalizeH="0" baseline="0" noProof="0" dirty="0">
                <a:ln>
                  <a:noFill/>
                </a:ln>
                <a:solidFill>
                  <a:srgbClr val="00B050"/>
                </a:solidFill>
                <a:effectLst/>
                <a:uLnTx/>
                <a:uFillTx/>
                <a:latin typeface="Arial"/>
                <a:ea typeface="微软雅黑"/>
                <a:cs typeface="Arial"/>
              </a:rPr>
              <a:t>thể </a:t>
            </a:r>
            <a:r>
              <a:rPr kumimoji="0" sz="2800" b="0" i="0" u="none" strike="noStrike" kern="1200" cap="none" spc="-160" normalizeH="0" baseline="0" noProof="0" dirty="0">
                <a:ln>
                  <a:noFill/>
                </a:ln>
                <a:solidFill>
                  <a:srgbClr val="00B050"/>
                </a:solidFill>
                <a:effectLst/>
                <a:uLnTx/>
                <a:uFillTx/>
                <a:latin typeface="Arial"/>
                <a:ea typeface="微软雅黑"/>
                <a:cs typeface="Arial"/>
              </a:rPr>
              <a:t>nào </a:t>
            </a:r>
            <a:r>
              <a:rPr kumimoji="0" sz="2800" b="0" i="0" u="none" strike="noStrike" kern="1200" cap="none" spc="-135" normalizeH="0" baseline="0" noProof="0" dirty="0">
                <a:ln>
                  <a:noFill/>
                </a:ln>
                <a:solidFill>
                  <a:srgbClr val="00B050"/>
                </a:solidFill>
                <a:effectLst/>
                <a:uLnTx/>
                <a:uFillTx/>
                <a:latin typeface="Arial"/>
                <a:ea typeface="微软雅黑"/>
                <a:cs typeface="Arial"/>
              </a:rPr>
              <a:t>đảm </a:t>
            </a:r>
            <a:r>
              <a:rPr kumimoji="0" sz="2800" b="0" i="0" u="none" strike="noStrike" kern="1200" cap="none" spc="-195" normalizeH="0" baseline="0" noProof="0" dirty="0">
                <a:ln>
                  <a:noFill/>
                </a:ln>
                <a:solidFill>
                  <a:srgbClr val="00B050"/>
                </a:solidFill>
                <a:effectLst/>
                <a:uLnTx/>
                <a:uFillTx/>
                <a:latin typeface="Arial"/>
                <a:ea typeface="微软雅黑"/>
                <a:cs typeface="Arial"/>
              </a:rPr>
              <a:t>đương</a:t>
            </a:r>
            <a:r>
              <a:rPr kumimoji="0" sz="2800" b="0" i="0" u="none" strike="noStrike" kern="1200" cap="none" spc="-30" normalizeH="0" baseline="0" noProof="0" dirty="0">
                <a:ln>
                  <a:noFill/>
                </a:ln>
                <a:solidFill>
                  <a:srgbClr val="00B050"/>
                </a:solidFill>
                <a:effectLst/>
                <a:uLnTx/>
                <a:uFillTx/>
                <a:latin typeface="Arial"/>
                <a:ea typeface="微软雅黑"/>
                <a:cs typeface="Arial"/>
              </a:rPr>
              <a:t> </a:t>
            </a:r>
            <a:r>
              <a:rPr kumimoji="0" sz="2800" b="0" i="0" u="none" strike="noStrike" kern="1200" cap="none" spc="-200" normalizeH="0" baseline="0" noProof="0" dirty="0">
                <a:ln>
                  <a:noFill/>
                </a:ln>
                <a:solidFill>
                  <a:srgbClr val="00B050"/>
                </a:solidFill>
                <a:effectLst/>
                <a:uLnTx/>
                <a:uFillTx/>
                <a:latin typeface="Arial"/>
                <a:ea typeface="微软雅黑"/>
                <a:cs typeface="Arial"/>
              </a:rPr>
              <a:t>được</a:t>
            </a:r>
            <a:endParaRPr kumimoji="0" sz="2800" b="0" i="0" u="none" strike="noStrike" kern="1200" cap="none" spc="0" normalizeH="0" baseline="0" noProof="0">
              <a:ln>
                <a:noFill/>
              </a:ln>
              <a:solidFill>
                <a:srgbClr val="00B050"/>
              </a:solidFill>
              <a:effectLst/>
              <a:uLnTx/>
              <a:uFillTx/>
              <a:latin typeface="Arial"/>
              <a:ea typeface="微软雅黑"/>
              <a:cs typeface="Arial"/>
            </a:endParaRPr>
          </a:p>
          <a:p>
            <a:pPr marL="295910" marR="5080" lvl="0" indent="-283210" algn="just" defTabSz="914400" rtl="0" eaLnBrk="1" fontAlgn="auto" latinLnBrk="0" hangingPunct="1">
              <a:lnSpc>
                <a:spcPct val="130000"/>
              </a:lnSpc>
              <a:spcBef>
                <a:spcPts val="10"/>
              </a:spcBef>
              <a:spcAft>
                <a:spcPts val="0"/>
              </a:spcAft>
              <a:buClr>
                <a:srgbClr val="28324A"/>
              </a:buClr>
              <a:buSzTx/>
              <a:buFont typeface="Wingdings"/>
              <a:buChar char=""/>
              <a:tabLst>
                <a:tab pos="296545" algn="l"/>
              </a:tabLst>
              <a:defRPr/>
            </a:pPr>
            <a:r>
              <a:rPr kumimoji="0" sz="2800" b="0" i="0" u="none" strike="noStrike" kern="1200" cap="none" spc="-10" normalizeH="0" baseline="0" noProof="0" dirty="0">
                <a:ln>
                  <a:noFill/>
                </a:ln>
                <a:solidFill>
                  <a:srgbClr val="00B050"/>
                </a:solidFill>
                <a:effectLst/>
                <a:uLnTx/>
                <a:uFillTx/>
                <a:latin typeface="Arial"/>
                <a:ea typeface="微软雅黑"/>
                <a:cs typeface="Arial"/>
              </a:rPr>
              <a:t>Một </a:t>
            </a:r>
            <a:r>
              <a:rPr kumimoji="0" sz="2800" b="0" i="0" u="none" strike="noStrike" kern="1200" cap="none" spc="-140" normalizeH="0" baseline="0" noProof="0" dirty="0">
                <a:ln>
                  <a:noFill/>
                </a:ln>
                <a:solidFill>
                  <a:srgbClr val="00B050"/>
                </a:solidFill>
                <a:effectLst/>
                <a:uLnTx/>
                <a:uFillTx/>
                <a:latin typeface="Arial"/>
                <a:ea typeface="微软雅黑"/>
                <a:cs typeface="Arial"/>
              </a:rPr>
              <a:t>khi </a:t>
            </a:r>
            <a:r>
              <a:rPr kumimoji="0" sz="2800" b="0" i="0" u="none" strike="noStrike" kern="1200" cap="none" spc="-135" normalizeH="0" baseline="0" noProof="0" dirty="0">
                <a:ln>
                  <a:noFill/>
                </a:ln>
                <a:solidFill>
                  <a:srgbClr val="00B050"/>
                </a:solidFill>
                <a:effectLst/>
                <a:uLnTx/>
                <a:uFillTx/>
                <a:latin typeface="Arial"/>
                <a:ea typeface="微软雅黑"/>
                <a:cs typeface="Arial"/>
              </a:rPr>
              <a:t>làm </a:t>
            </a:r>
            <a:r>
              <a:rPr kumimoji="0" sz="2800" b="0" i="0" u="none" strike="noStrike" kern="1200" cap="none" spc="-229" normalizeH="0" baseline="0" noProof="0" dirty="0">
                <a:ln>
                  <a:noFill/>
                </a:ln>
                <a:solidFill>
                  <a:srgbClr val="00B050"/>
                </a:solidFill>
                <a:effectLst/>
                <a:uLnTx/>
                <a:uFillTx/>
                <a:latin typeface="Arial"/>
                <a:ea typeface="微软雅黑"/>
                <a:cs typeface="Arial"/>
              </a:rPr>
              <a:t>chủ </a:t>
            </a:r>
            <a:r>
              <a:rPr kumimoji="0" sz="2800" b="0" i="0" u="none" strike="noStrike" kern="1200" cap="none" spc="-200" normalizeH="0" baseline="0" noProof="0" dirty="0">
                <a:ln>
                  <a:noFill/>
                </a:ln>
                <a:solidFill>
                  <a:srgbClr val="00B050"/>
                </a:solidFill>
                <a:effectLst/>
                <a:uLnTx/>
                <a:uFillTx/>
                <a:latin typeface="Arial"/>
                <a:ea typeface="微软雅黑"/>
                <a:cs typeface="Arial"/>
              </a:rPr>
              <a:t>được </a:t>
            </a:r>
            <a:r>
              <a:rPr kumimoji="0" sz="2800" b="0" i="0" u="none" strike="noStrike" kern="1200" cap="none" spc="-175" normalizeH="0" baseline="0" noProof="0" dirty="0">
                <a:ln>
                  <a:noFill/>
                </a:ln>
                <a:solidFill>
                  <a:srgbClr val="00B050"/>
                </a:solidFill>
                <a:effectLst/>
                <a:uLnTx/>
                <a:uFillTx/>
                <a:latin typeface="Arial"/>
                <a:ea typeface="微软雅黑"/>
                <a:cs typeface="Arial"/>
              </a:rPr>
              <a:t>dữ </a:t>
            </a:r>
            <a:r>
              <a:rPr kumimoji="0" sz="2800" b="0" i="0" u="none" strike="noStrike" kern="1200" cap="none" spc="-110" normalizeH="0" baseline="0" noProof="0" dirty="0">
                <a:ln>
                  <a:noFill/>
                </a:ln>
                <a:solidFill>
                  <a:srgbClr val="00B050"/>
                </a:solidFill>
                <a:effectLst/>
                <a:uLnTx/>
                <a:uFillTx/>
                <a:latin typeface="Arial"/>
                <a:ea typeface="微软雅黑"/>
                <a:cs typeface="Arial"/>
              </a:rPr>
              <a:t>liệu </a:t>
            </a:r>
            <a:r>
              <a:rPr kumimoji="0" sz="2800" b="0" i="0" u="none" strike="noStrike" kern="1200" cap="none" spc="-145" normalizeH="0" baseline="0" noProof="0" dirty="0">
                <a:ln>
                  <a:noFill/>
                </a:ln>
                <a:solidFill>
                  <a:srgbClr val="00B050"/>
                </a:solidFill>
                <a:effectLst/>
                <a:uLnTx/>
                <a:uFillTx/>
                <a:latin typeface="Arial"/>
                <a:ea typeface="微软雅黑"/>
                <a:cs typeface="Arial"/>
              </a:rPr>
              <a:t>lớn  </a:t>
            </a:r>
            <a:r>
              <a:rPr kumimoji="0" sz="2800" b="0" i="0" u="none" strike="noStrike" kern="1200" cap="none" spc="-70" normalizeH="0" baseline="0" noProof="0" dirty="0">
                <a:ln>
                  <a:noFill/>
                </a:ln>
                <a:solidFill>
                  <a:srgbClr val="00B050"/>
                </a:solidFill>
                <a:effectLst/>
                <a:uLnTx/>
                <a:uFillTx/>
                <a:latin typeface="Arial"/>
                <a:ea typeface="微软雅黑"/>
                <a:cs typeface="Arial"/>
              </a:rPr>
              <a:t>thì </a:t>
            </a:r>
            <a:r>
              <a:rPr kumimoji="0" sz="2800" b="0" i="0" u="none" strike="noStrike" kern="1200" cap="none" spc="-225" normalizeH="0" baseline="0" noProof="0" dirty="0">
                <a:ln>
                  <a:noFill/>
                </a:ln>
                <a:solidFill>
                  <a:srgbClr val="00B050"/>
                </a:solidFill>
                <a:effectLst/>
                <a:uLnTx/>
                <a:uFillTx/>
                <a:latin typeface="Arial"/>
                <a:ea typeface="微软雅黑"/>
                <a:cs typeface="Arial"/>
              </a:rPr>
              <a:t>Tổ </a:t>
            </a:r>
            <a:r>
              <a:rPr kumimoji="0" sz="2800" b="0" i="0" u="none" strike="noStrike" kern="1200" cap="none" spc="-254" normalizeH="0" baseline="0" noProof="0" dirty="0">
                <a:ln>
                  <a:noFill/>
                </a:ln>
                <a:solidFill>
                  <a:srgbClr val="00B050"/>
                </a:solidFill>
                <a:effectLst/>
                <a:uLnTx/>
                <a:uFillTx/>
                <a:latin typeface="Arial"/>
                <a:ea typeface="微软雅黑"/>
                <a:cs typeface="Arial"/>
              </a:rPr>
              <a:t>chức </a:t>
            </a:r>
            <a:r>
              <a:rPr kumimoji="0" sz="2800" b="0" i="0" u="none" strike="noStrike" kern="1200" cap="none" spc="-250" normalizeH="0" baseline="0" noProof="0" dirty="0">
                <a:ln>
                  <a:noFill/>
                </a:ln>
                <a:solidFill>
                  <a:srgbClr val="00B050"/>
                </a:solidFill>
                <a:effectLst/>
                <a:uLnTx/>
                <a:uFillTx/>
                <a:latin typeface="Arial"/>
                <a:ea typeface="微软雅黑"/>
                <a:cs typeface="Arial"/>
              </a:rPr>
              <a:t>sẽ </a:t>
            </a:r>
            <a:r>
              <a:rPr kumimoji="0" sz="2800" b="0" i="0" u="none" strike="noStrike" kern="1200" cap="none" spc="-254" normalizeH="0" baseline="0" noProof="0" dirty="0">
                <a:ln>
                  <a:noFill/>
                </a:ln>
                <a:solidFill>
                  <a:srgbClr val="00B050"/>
                </a:solidFill>
                <a:effectLst/>
                <a:uLnTx/>
                <a:uFillTx/>
                <a:latin typeface="Arial"/>
                <a:ea typeface="微软雅黑"/>
                <a:cs typeface="Arial"/>
              </a:rPr>
              <a:t>có </a:t>
            </a:r>
            <a:r>
              <a:rPr kumimoji="0" sz="2800" b="0" i="0" u="none" strike="noStrike" kern="1200" cap="none" spc="-260" normalizeH="0" baseline="0" noProof="0" dirty="0">
                <a:ln>
                  <a:noFill/>
                </a:ln>
                <a:solidFill>
                  <a:srgbClr val="00B050"/>
                </a:solidFill>
                <a:effectLst/>
                <a:uLnTx/>
                <a:uFillTx/>
                <a:latin typeface="Arial"/>
                <a:ea typeface="微软雅黑"/>
                <a:cs typeface="Arial"/>
              </a:rPr>
              <a:t>cơ </a:t>
            </a:r>
            <a:r>
              <a:rPr kumimoji="0" sz="2800" b="0" i="0" u="none" strike="noStrike" kern="1200" cap="none" spc="-145" normalizeH="0" baseline="0" noProof="0" dirty="0">
                <a:ln>
                  <a:noFill/>
                </a:ln>
                <a:solidFill>
                  <a:srgbClr val="00B050"/>
                </a:solidFill>
                <a:effectLst/>
                <a:uLnTx/>
                <a:uFillTx/>
                <a:latin typeface="Arial"/>
                <a:ea typeface="微软雅黑"/>
                <a:cs typeface="Arial"/>
              </a:rPr>
              <a:t>hội </a:t>
            </a:r>
            <a:r>
              <a:rPr kumimoji="0" sz="2800" b="0" i="0" u="none" strike="noStrike" kern="1200" cap="none" spc="-125" normalizeH="0" baseline="0" noProof="0" dirty="0">
                <a:ln>
                  <a:noFill/>
                </a:ln>
                <a:solidFill>
                  <a:srgbClr val="00B050"/>
                </a:solidFill>
                <a:effectLst/>
                <a:uLnTx/>
                <a:uFillTx/>
                <a:latin typeface="Arial"/>
                <a:ea typeface="微软雅黑"/>
                <a:cs typeface="Arial"/>
              </a:rPr>
              <a:t>thành </a:t>
            </a:r>
            <a:r>
              <a:rPr kumimoji="0" sz="2800" b="0" i="0" u="none" strike="noStrike" kern="1200" cap="none" spc="-260" normalizeH="0" baseline="0" noProof="0" dirty="0">
                <a:ln>
                  <a:noFill/>
                </a:ln>
                <a:solidFill>
                  <a:srgbClr val="00B050"/>
                </a:solidFill>
                <a:effectLst/>
                <a:uLnTx/>
                <a:uFillTx/>
                <a:latin typeface="Arial"/>
                <a:ea typeface="微软雅黑"/>
                <a:cs typeface="Arial"/>
              </a:rPr>
              <a:t>công  </a:t>
            </a:r>
            <a:r>
              <a:rPr kumimoji="0" sz="2800" b="0" i="0" u="none" strike="noStrike" kern="1200" cap="none" spc="-145" normalizeH="0" baseline="0" noProof="0" dirty="0">
                <a:ln>
                  <a:noFill/>
                </a:ln>
                <a:solidFill>
                  <a:srgbClr val="00B050"/>
                </a:solidFill>
                <a:effectLst/>
                <a:uLnTx/>
                <a:uFillTx/>
                <a:latin typeface="Arial"/>
                <a:ea typeface="微软雅黑"/>
                <a:cs typeface="Arial"/>
              </a:rPr>
              <a:t>lớn </a:t>
            </a:r>
            <a:r>
              <a:rPr kumimoji="0" sz="2800" b="0" i="0" u="none" strike="noStrike" kern="1200" cap="none" spc="-175" normalizeH="0" baseline="0" noProof="0" dirty="0">
                <a:ln>
                  <a:noFill/>
                </a:ln>
                <a:solidFill>
                  <a:srgbClr val="00B050"/>
                </a:solidFill>
                <a:effectLst/>
                <a:uLnTx/>
                <a:uFillTx/>
                <a:latin typeface="Arial"/>
                <a:ea typeface="微软雅黑"/>
                <a:cs typeface="Arial"/>
              </a:rPr>
              <a:t>hơn </a:t>
            </a:r>
            <a:r>
              <a:rPr kumimoji="0" sz="2800" b="0" i="0" u="none" strike="noStrike" kern="1200" cap="none" spc="-145" normalizeH="0" baseline="0" noProof="0" dirty="0">
                <a:ln>
                  <a:noFill/>
                </a:ln>
                <a:solidFill>
                  <a:srgbClr val="00B050"/>
                </a:solidFill>
                <a:effectLst/>
                <a:uLnTx/>
                <a:uFillTx/>
                <a:latin typeface="Arial"/>
                <a:ea typeface="微软雅黑"/>
                <a:cs typeface="Arial"/>
              </a:rPr>
              <a:t>trong </a:t>
            </a:r>
            <a:r>
              <a:rPr kumimoji="0" sz="2800" b="0" i="0" u="none" strike="noStrike" kern="1200" cap="none" spc="-140" normalizeH="0" baseline="0" noProof="0" dirty="0">
                <a:ln>
                  <a:noFill/>
                </a:ln>
                <a:solidFill>
                  <a:srgbClr val="00B050"/>
                </a:solidFill>
                <a:effectLst/>
                <a:uLnTx/>
                <a:uFillTx/>
                <a:latin typeface="Arial"/>
                <a:ea typeface="微软雅黑"/>
                <a:cs typeface="Arial"/>
              </a:rPr>
              <a:t>bối </a:t>
            </a:r>
            <a:r>
              <a:rPr kumimoji="0" sz="2800" b="0" i="0" u="none" strike="noStrike" kern="1200" cap="none" spc="-210" normalizeH="0" baseline="0" noProof="0" dirty="0">
                <a:ln>
                  <a:noFill/>
                </a:ln>
                <a:solidFill>
                  <a:srgbClr val="00B050"/>
                </a:solidFill>
                <a:effectLst/>
                <a:uLnTx/>
                <a:uFillTx/>
                <a:latin typeface="Arial"/>
                <a:ea typeface="微软雅黑"/>
                <a:cs typeface="Arial"/>
              </a:rPr>
              <a:t>cảnh cạnh </a:t>
            </a:r>
            <a:r>
              <a:rPr kumimoji="0" sz="2800" b="0" i="0" u="none" strike="noStrike" kern="1200" cap="none" spc="-110" normalizeH="0" baseline="0" noProof="0" dirty="0">
                <a:ln>
                  <a:noFill/>
                </a:ln>
                <a:solidFill>
                  <a:srgbClr val="00B050"/>
                </a:solidFill>
                <a:effectLst/>
                <a:uLnTx/>
                <a:uFillTx/>
                <a:latin typeface="Arial"/>
                <a:ea typeface="微软雅黑"/>
                <a:cs typeface="Arial"/>
              </a:rPr>
              <a:t>tranh  </a:t>
            </a:r>
            <a:r>
              <a:rPr kumimoji="0" sz="2800" b="0" i="0" u="none" strike="noStrike" kern="1200" cap="none" spc="-210" normalizeH="0" baseline="0" noProof="0" dirty="0">
                <a:ln>
                  <a:noFill/>
                </a:ln>
                <a:solidFill>
                  <a:srgbClr val="00B050"/>
                </a:solidFill>
                <a:effectLst/>
                <a:uLnTx/>
                <a:uFillTx/>
                <a:latin typeface="Arial"/>
                <a:ea typeface="微软雅黑"/>
                <a:cs typeface="Arial"/>
              </a:rPr>
              <a:t>ngày</a:t>
            </a:r>
            <a:r>
              <a:rPr kumimoji="0" sz="2800" b="0" i="0" u="none" strike="noStrike" kern="1200" cap="none" spc="-130" normalizeH="0" baseline="0" noProof="0" dirty="0">
                <a:ln>
                  <a:noFill/>
                </a:ln>
                <a:solidFill>
                  <a:srgbClr val="00B050"/>
                </a:solidFill>
                <a:effectLst/>
                <a:uLnTx/>
                <a:uFillTx/>
                <a:latin typeface="Arial"/>
                <a:ea typeface="微软雅黑"/>
                <a:cs typeface="Arial"/>
              </a:rPr>
              <a:t> </a:t>
            </a:r>
            <a:r>
              <a:rPr kumimoji="0" sz="2800" b="0" i="0" u="none" strike="noStrike" kern="1200" cap="none" spc="-170" normalizeH="0" baseline="0" noProof="0" dirty="0">
                <a:ln>
                  <a:noFill/>
                </a:ln>
                <a:solidFill>
                  <a:srgbClr val="00B050"/>
                </a:solidFill>
                <a:effectLst/>
                <a:uLnTx/>
                <a:uFillTx/>
                <a:latin typeface="Arial"/>
                <a:ea typeface="微软雅黑"/>
                <a:cs typeface="Arial"/>
              </a:rPr>
              <a:t>nay</a:t>
            </a:r>
            <a:endParaRPr kumimoji="0" sz="2800" b="0" i="0" u="none" strike="noStrike" kern="1200" cap="none" spc="0" normalizeH="0" baseline="0" noProof="0">
              <a:ln>
                <a:noFill/>
              </a:ln>
              <a:solidFill>
                <a:srgbClr val="00B050"/>
              </a:solidFill>
              <a:effectLst/>
              <a:uLnTx/>
              <a:uFillTx/>
              <a:latin typeface="Arial"/>
              <a:ea typeface="微软雅黑"/>
              <a:cs typeface="Arial"/>
            </a:endParaRPr>
          </a:p>
        </p:txBody>
      </p:sp>
      <p:sp>
        <p:nvSpPr>
          <p:cNvPr id="6" name="object 6"/>
          <p:cNvSpPr txBox="1">
            <a:spLocks noGrp="1"/>
          </p:cNvSpPr>
          <p:nvPr>
            <p:ph type="title" idx="4294967295"/>
          </p:nvPr>
        </p:nvSpPr>
        <p:spPr>
          <a:xfrm>
            <a:off x="1766311" y="113893"/>
            <a:ext cx="3365500" cy="696912"/>
          </a:xfrm>
          <a:prstGeom prst="rect">
            <a:avLst/>
          </a:prstGeom>
        </p:spPr>
        <p:txBody>
          <a:bodyPr vert="horz" wrap="square" lIns="0" tIns="12700" rIns="0" bIns="0" rtlCol="0">
            <a:spAutoFit/>
          </a:bodyPr>
          <a:lstStyle/>
          <a:p>
            <a:pPr marL="12700" fontAlgn="base">
              <a:lnSpc>
                <a:spcPct val="100000"/>
              </a:lnSpc>
              <a:spcBef>
                <a:spcPts val="100"/>
              </a:spcBef>
            </a:pPr>
            <a:r>
              <a:rPr sz="4450" b="1" spc="-270" dirty="0">
                <a:solidFill>
                  <a:srgbClr val="FF0000"/>
                </a:solidFill>
              </a:rPr>
              <a:t>Big Data</a:t>
            </a:r>
          </a:p>
        </p:txBody>
      </p:sp>
      <p:sp>
        <p:nvSpPr>
          <p:cNvPr id="7" name="object 7"/>
          <p:cNvSpPr/>
          <p:nvPr/>
        </p:nvSpPr>
        <p:spPr>
          <a:xfrm>
            <a:off x="7475915" y="3482787"/>
            <a:ext cx="4644042" cy="1901414"/>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8" name="object 8"/>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44</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grpSp>
        <p:nvGrpSpPr>
          <p:cNvPr id="10" name="Group 9"/>
          <p:cNvGrpSpPr/>
          <p:nvPr/>
        </p:nvGrpSpPr>
        <p:grpSpPr>
          <a:xfrm>
            <a:off x="7158182" y="647700"/>
            <a:ext cx="5033818" cy="2667000"/>
            <a:chOff x="7158182" y="647700"/>
            <a:chExt cx="5033818" cy="2667000"/>
          </a:xfrm>
        </p:grpSpPr>
        <p:sp>
          <p:nvSpPr>
            <p:cNvPr id="4" name="object 4"/>
            <p:cNvSpPr/>
            <p:nvPr/>
          </p:nvSpPr>
          <p:spPr>
            <a:xfrm>
              <a:off x="7158182" y="790575"/>
              <a:ext cx="5033818" cy="2524125"/>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Rectangle 8"/>
            <p:cNvSpPr/>
            <p:nvPr/>
          </p:nvSpPr>
          <p:spPr>
            <a:xfrm>
              <a:off x="11210925" y="647700"/>
              <a:ext cx="909032" cy="819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a:ea typeface="微软雅黑"/>
                <a:cs typeface="+mn-cs"/>
              </a:endParaRPr>
            </a:p>
          </p:txBody>
        </p:sp>
      </p:grpSp>
    </p:spTree>
    <p:extLst>
      <p:ext uri="{BB962C8B-B14F-4D97-AF65-F5344CB8AC3E}">
        <p14:creationId xmlns:p14="http://schemas.microsoft.com/office/powerpoint/2010/main" val="73591923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46" y="5725757"/>
            <a:ext cx="12190153" cy="200360"/>
          </a:xfrm>
          <a:prstGeom prst="rect">
            <a:avLst/>
          </a:prstGeom>
          <a:blipFill>
            <a:blip r:embed="rId2"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4" name="object 4"/>
          <p:cNvSpPr/>
          <p:nvPr/>
        </p:nvSpPr>
        <p:spPr>
          <a:xfrm>
            <a:off x="6960525" y="3797449"/>
            <a:ext cx="4897119" cy="1889312"/>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6" name="object 6"/>
          <p:cNvSpPr txBox="1"/>
          <p:nvPr/>
        </p:nvSpPr>
        <p:spPr>
          <a:xfrm>
            <a:off x="237067" y="1255452"/>
            <a:ext cx="6301703" cy="4492768"/>
          </a:xfrm>
          <a:prstGeom prst="rect">
            <a:avLst/>
          </a:prstGeom>
        </p:spPr>
        <p:txBody>
          <a:bodyPr vert="horz" wrap="square" lIns="0" tIns="11430" rIns="0" bIns="0" rtlCol="0">
            <a:spAutoFit/>
          </a:bodyPr>
          <a:lstStyle/>
          <a:p>
            <a:pPr marL="295910" marR="5080" lvl="0" indent="-283210" algn="just" defTabSz="914400" rtl="0" eaLnBrk="1" fontAlgn="auto" latinLnBrk="0" hangingPunct="1">
              <a:lnSpc>
                <a:spcPct val="130000"/>
              </a:lnSpc>
              <a:spcBef>
                <a:spcPts val="10"/>
              </a:spcBef>
              <a:spcAft>
                <a:spcPts val="0"/>
              </a:spcAft>
              <a:buClr>
                <a:srgbClr val="28324A"/>
              </a:buClr>
              <a:buSzTx/>
              <a:buFont typeface="Wingdings"/>
              <a:buChar char=""/>
              <a:tabLst>
                <a:tab pos="296545" algn="l"/>
              </a:tabLst>
              <a:defRPr/>
            </a:pPr>
            <a:r>
              <a:rPr kumimoji="0" sz="3200" b="0" i="0" u="none" strike="noStrike" kern="1200" cap="none" spc="-10" normalizeH="0" baseline="0" noProof="0" dirty="0">
                <a:ln>
                  <a:noFill/>
                </a:ln>
                <a:solidFill>
                  <a:srgbClr val="595959">
                    <a:lumMod val="50000"/>
                  </a:srgbClr>
                </a:solidFill>
                <a:effectLst/>
                <a:uLnTx/>
                <a:uFillTx/>
                <a:latin typeface="Arial"/>
                <a:ea typeface="微软雅黑"/>
                <a:cs typeface="Arial"/>
              </a:rPr>
              <a:t>Trí tuệ nhân </a:t>
            </a:r>
            <a:r>
              <a:rPr kumimoji="0" sz="3200" b="0" i="0" u="none" strike="noStrike" kern="1200" cap="none" spc="-10" normalizeH="0" baseline="0" noProof="0">
                <a:ln>
                  <a:noFill/>
                </a:ln>
                <a:solidFill>
                  <a:srgbClr val="595959">
                    <a:lumMod val="50000"/>
                  </a:srgbClr>
                </a:solidFill>
                <a:effectLst/>
                <a:uLnTx/>
                <a:uFillTx/>
                <a:latin typeface="Arial"/>
                <a:ea typeface="微软雅黑"/>
                <a:cs typeface="Arial"/>
              </a:rPr>
              <a:t>tạo là </a:t>
            </a:r>
            <a:r>
              <a:rPr kumimoji="0" sz="3200" b="0" i="0" u="none" strike="noStrike" kern="1200" cap="none" spc="-10" normalizeH="0" baseline="0" noProof="0" dirty="0">
                <a:ln>
                  <a:noFill/>
                </a:ln>
                <a:solidFill>
                  <a:srgbClr val="595959">
                    <a:lumMod val="50000"/>
                  </a:srgbClr>
                </a:solidFill>
                <a:effectLst/>
                <a:uLnTx/>
                <a:uFillTx/>
                <a:latin typeface="Arial"/>
                <a:ea typeface="微软雅黑"/>
                <a:cs typeface="Arial"/>
              </a:rPr>
              <a:t>trí tuệ được biểu diễn  </a:t>
            </a:r>
            <a:r>
              <a:rPr kumimoji="0" sz="3200" b="0" i="0" u="none" strike="noStrike" kern="1200" cap="none" spc="-10" normalizeH="0" baseline="0" noProof="0">
                <a:ln>
                  <a:noFill/>
                </a:ln>
                <a:solidFill>
                  <a:srgbClr val="595959">
                    <a:lumMod val="50000"/>
                  </a:srgbClr>
                </a:solidFill>
                <a:effectLst/>
                <a:uLnTx/>
                <a:uFillTx/>
                <a:latin typeface="Arial"/>
                <a:ea typeface="微软雅黑"/>
                <a:cs typeface="Arial"/>
              </a:rPr>
              <a:t>bởi một </a:t>
            </a:r>
            <a:r>
              <a:rPr kumimoji="0" sz="3200" b="0" i="0" u="none" strike="noStrike" kern="1200" cap="none" spc="-10" normalizeH="0" baseline="0" noProof="0" dirty="0">
                <a:ln>
                  <a:noFill/>
                </a:ln>
                <a:solidFill>
                  <a:srgbClr val="595959">
                    <a:lumMod val="50000"/>
                  </a:srgbClr>
                </a:solidFill>
                <a:effectLst/>
                <a:uLnTx/>
                <a:uFillTx/>
                <a:latin typeface="Arial"/>
                <a:ea typeface="微软雅黑"/>
                <a:cs typeface="Arial"/>
              </a:rPr>
              <a:t>hệ thống </a:t>
            </a:r>
            <a:r>
              <a:rPr kumimoji="0" sz="3200" b="0" i="0" u="none" strike="noStrike" kern="1200" cap="none" spc="-10" normalizeH="0" baseline="0" noProof="0">
                <a:ln>
                  <a:noFill/>
                </a:ln>
                <a:solidFill>
                  <a:srgbClr val="595959">
                    <a:lumMod val="50000"/>
                  </a:srgbClr>
                </a:solidFill>
                <a:effectLst/>
                <a:uLnTx/>
                <a:uFillTx/>
                <a:latin typeface="Arial"/>
                <a:ea typeface="微软雅黑"/>
                <a:cs typeface="Arial"/>
              </a:rPr>
              <a:t>nhân tạo. </a:t>
            </a:r>
            <a:r>
              <a:rPr kumimoji="0" sz="3200" b="0" i="0" u="none" strike="noStrike" kern="1200" cap="none" spc="-10" normalizeH="0" baseline="0" noProof="0" dirty="0">
                <a:ln>
                  <a:noFill/>
                </a:ln>
                <a:solidFill>
                  <a:srgbClr val="595959">
                    <a:lumMod val="50000"/>
                  </a:srgbClr>
                </a:solidFill>
                <a:effectLst/>
                <a:uLnTx/>
                <a:uFillTx/>
                <a:latin typeface="Arial"/>
                <a:ea typeface="微软雅黑"/>
                <a:cs typeface="Arial"/>
              </a:rPr>
              <a:t>Thuật ngữ này thường dùng để  nói đến các máy tính có mục đích  không nhất  định và ngành khoa  học nghiên cứu về các lý thuyết và  ứng dụng </a:t>
            </a:r>
            <a:r>
              <a:rPr kumimoji="0" sz="3200" b="0" i="0" u="none" strike="noStrike" kern="1200" cap="none" spc="-10" normalizeH="0" baseline="0" noProof="0">
                <a:ln>
                  <a:noFill/>
                </a:ln>
                <a:solidFill>
                  <a:srgbClr val="595959">
                    <a:lumMod val="50000"/>
                  </a:srgbClr>
                </a:solidFill>
                <a:effectLst/>
                <a:uLnTx/>
                <a:uFillTx/>
                <a:latin typeface="Arial"/>
                <a:ea typeface="微软雅黑"/>
                <a:cs typeface="Arial"/>
              </a:rPr>
              <a:t>của </a:t>
            </a:r>
            <a:r>
              <a:rPr kumimoji="0" lang="en-US" sz="3200" b="0" i="0" u="none" strike="noStrike" kern="1200" cap="none" spc="-10" normalizeH="0" baseline="0" noProof="0">
                <a:ln>
                  <a:noFill/>
                </a:ln>
                <a:solidFill>
                  <a:srgbClr val="595959">
                    <a:lumMod val="50000"/>
                  </a:srgbClr>
                </a:solidFill>
                <a:effectLst/>
                <a:uLnTx/>
                <a:uFillTx/>
                <a:latin typeface="Arial"/>
                <a:ea typeface="微软雅黑"/>
                <a:cs typeface="Arial"/>
              </a:rPr>
              <a:t>AI</a:t>
            </a:r>
            <a:endParaRPr kumimoji="0" sz="3200" b="0" i="0" u="none" strike="noStrike" kern="1200" cap="none" spc="-10" normalizeH="0" baseline="0" noProof="0">
              <a:ln>
                <a:noFill/>
              </a:ln>
              <a:solidFill>
                <a:srgbClr val="595959">
                  <a:lumMod val="50000"/>
                </a:srgbClr>
              </a:solidFill>
              <a:effectLst/>
              <a:uLnTx/>
              <a:uFillTx/>
              <a:latin typeface="Arial"/>
              <a:ea typeface="微软雅黑"/>
              <a:cs typeface="Arial"/>
            </a:endParaRPr>
          </a:p>
        </p:txBody>
      </p:sp>
      <p:sp>
        <p:nvSpPr>
          <p:cNvPr id="7" name="object 7"/>
          <p:cNvSpPr txBox="1">
            <a:spLocks noGrp="1"/>
          </p:cNvSpPr>
          <p:nvPr>
            <p:ph type="title" idx="4294967295"/>
          </p:nvPr>
        </p:nvSpPr>
        <p:spPr>
          <a:xfrm>
            <a:off x="1415907" y="190585"/>
            <a:ext cx="5122863" cy="696913"/>
          </a:xfrm>
          <a:prstGeom prst="rect">
            <a:avLst/>
          </a:prstGeom>
        </p:spPr>
        <p:txBody>
          <a:bodyPr vert="horz" wrap="square" lIns="0" tIns="12700" rIns="0" bIns="0" rtlCol="0">
            <a:spAutoFit/>
          </a:bodyPr>
          <a:lstStyle/>
          <a:p>
            <a:pPr marL="12700">
              <a:lnSpc>
                <a:spcPct val="100000"/>
              </a:lnSpc>
              <a:spcBef>
                <a:spcPts val="100"/>
              </a:spcBef>
            </a:pPr>
            <a:r>
              <a:rPr sz="4450" b="1" spc="-270" dirty="0">
                <a:solidFill>
                  <a:srgbClr val="FF0000"/>
                </a:solidFill>
              </a:rPr>
              <a:t>Trí </a:t>
            </a:r>
            <a:r>
              <a:rPr sz="4450" b="1" spc="-170" dirty="0">
                <a:solidFill>
                  <a:srgbClr val="FF0000"/>
                </a:solidFill>
              </a:rPr>
              <a:t>tuệ </a:t>
            </a:r>
            <a:r>
              <a:rPr sz="4450" b="1" spc="-320" dirty="0">
                <a:solidFill>
                  <a:srgbClr val="FF0000"/>
                </a:solidFill>
              </a:rPr>
              <a:t>nhân </a:t>
            </a:r>
            <a:r>
              <a:rPr sz="4450" b="1" spc="-185" dirty="0">
                <a:solidFill>
                  <a:srgbClr val="FF0000"/>
                </a:solidFill>
              </a:rPr>
              <a:t>tạo</a:t>
            </a:r>
            <a:r>
              <a:rPr sz="4450" b="1" spc="-204" dirty="0">
                <a:solidFill>
                  <a:srgbClr val="FF0000"/>
                </a:solidFill>
              </a:rPr>
              <a:t> </a:t>
            </a:r>
            <a:r>
              <a:rPr sz="4450" b="1" spc="-190" dirty="0">
                <a:solidFill>
                  <a:srgbClr val="FF0000"/>
                </a:solidFill>
              </a:rPr>
              <a:t>(AI)</a:t>
            </a:r>
            <a:endParaRPr sz="4450" b="1" dirty="0">
              <a:solidFill>
                <a:srgbClr val="FF0000"/>
              </a:solidFill>
            </a:endParaRPr>
          </a:p>
        </p:txBody>
      </p:sp>
      <p:sp>
        <p:nvSpPr>
          <p:cNvPr id="8" name="object 8"/>
          <p:cNvSpPr/>
          <p:nvPr/>
        </p:nvSpPr>
        <p:spPr>
          <a:xfrm>
            <a:off x="6960525" y="1676847"/>
            <a:ext cx="4897119" cy="1951168"/>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9" name="object 9"/>
          <p:cNvSpPr txBox="1"/>
          <p:nvPr/>
        </p:nvSpPr>
        <p:spPr>
          <a:xfrm>
            <a:off x="10594695" y="5773038"/>
            <a:ext cx="199352" cy="128240"/>
          </a:xfrm>
          <a:prstGeom prst="rect">
            <a:avLst/>
          </a:prstGeom>
        </p:spPr>
        <p:txBody>
          <a:bodyPr vert="horz" wrap="square" lIns="0" tIns="0" rIns="0" bIns="0" rtlCol="0">
            <a:spAutoFit/>
          </a:bodyPr>
          <a:lstStyle/>
          <a:p>
            <a:pPr marL="34290" marR="0" lvl="0" indent="0" algn="l" defTabSz="914400" rtl="0" eaLnBrk="1" fontAlgn="auto" latinLnBrk="0" hangingPunct="1">
              <a:lnSpc>
                <a:spcPts val="960"/>
              </a:lnSpc>
              <a:spcBef>
                <a:spcPts val="0"/>
              </a:spcBef>
              <a:spcAft>
                <a:spcPts val="0"/>
              </a:spcAft>
              <a:buClrTx/>
              <a:buSzTx/>
              <a:buFontTx/>
              <a:buNone/>
              <a:tabLst/>
              <a:defRPr/>
            </a:pPr>
            <a:fld id="{81D60167-4931-47E6-BA6A-407CBD079E47}" type="slidenum">
              <a:rPr kumimoji="0" sz="900" b="0" i="0" u="none" strike="noStrike" kern="1200" cap="none" spc="-105" normalizeH="0" baseline="0" noProof="0" dirty="0">
                <a:ln>
                  <a:noFill/>
                </a:ln>
                <a:solidFill>
                  <a:srgbClr val="263050"/>
                </a:solidFill>
                <a:effectLst/>
                <a:uLnTx/>
                <a:uFillTx/>
                <a:latin typeface="Arial"/>
                <a:ea typeface="微软雅黑"/>
                <a:cs typeface="Arial"/>
              </a:rPr>
              <a:pPr marL="34290" marR="0" lvl="0" indent="0" algn="l" defTabSz="914400" rtl="0" eaLnBrk="1" fontAlgn="auto" latinLnBrk="0" hangingPunct="1">
                <a:lnSpc>
                  <a:spcPts val="960"/>
                </a:lnSpc>
                <a:spcBef>
                  <a:spcPts val="0"/>
                </a:spcBef>
                <a:spcAft>
                  <a:spcPts val="0"/>
                </a:spcAft>
                <a:buClrTx/>
                <a:buSzTx/>
                <a:buFontTx/>
                <a:buNone/>
                <a:tabLst/>
                <a:defRPr/>
              </a:pPr>
              <a:t>45</a:t>
            </a:fld>
            <a:endParaRPr kumimoji="0" sz="900" b="0" i="0" u="none" strike="noStrike" kern="1200" cap="none" spc="0" normalizeH="0" baseline="0" noProof="0">
              <a:ln>
                <a:noFill/>
              </a:ln>
              <a:solidFill>
                <a:prstClr val="black"/>
              </a:solidFill>
              <a:effectLst/>
              <a:uLnTx/>
              <a:uFillTx/>
              <a:latin typeface="Arial"/>
              <a:ea typeface="微软雅黑"/>
              <a:cs typeface="Arial"/>
            </a:endParaRPr>
          </a:p>
        </p:txBody>
      </p:sp>
    </p:spTree>
    <p:extLst>
      <p:ext uri="{BB962C8B-B14F-4D97-AF65-F5344CB8AC3E}">
        <p14:creationId xmlns:p14="http://schemas.microsoft.com/office/powerpoint/2010/main" val="2699799801"/>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847" y="5742566"/>
            <a:ext cx="12190461" cy="0"/>
          </a:xfrm>
          <a:custGeom>
            <a:avLst/>
            <a:gdLst/>
            <a:ahLst/>
            <a:cxnLst/>
            <a:rect l="l" t="t" r="r" b="b"/>
            <a:pathLst>
              <a:path w="10057130">
                <a:moveTo>
                  <a:pt x="0" y="0"/>
                </a:moveTo>
                <a:lnTo>
                  <a:pt x="10056876" y="0"/>
                </a:lnTo>
              </a:path>
            </a:pathLst>
          </a:custGeom>
          <a:ln w="38100">
            <a:solidFill>
              <a:srgbClr val="FFFFF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
        <p:nvSpPr>
          <p:cNvPr id="5" name="object 5"/>
          <p:cNvSpPr txBox="1"/>
          <p:nvPr/>
        </p:nvSpPr>
        <p:spPr>
          <a:xfrm>
            <a:off x="176270" y="1303210"/>
            <a:ext cx="7282149" cy="5052922"/>
          </a:xfrm>
          <a:prstGeom prst="rect">
            <a:avLst/>
          </a:prstGeom>
        </p:spPr>
        <p:txBody>
          <a:bodyPr vert="horz" wrap="square" lIns="0" tIns="11430" rIns="0" bIns="0" rtlCol="0">
            <a:spAutoFit/>
          </a:bodyPr>
          <a:lstStyle/>
          <a:p>
            <a:pPr marL="295910" marR="5080" lvl="0" indent="-283210" algn="just" defTabSz="914400" rtl="0" eaLnBrk="1" fontAlgn="auto" latinLnBrk="0" hangingPunct="1">
              <a:lnSpc>
                <a:spcPct val="130000"/>
              </a:lnSpc>
              <a:spcBef>
                <a:spcPts val="10"/>
              </a:spcBef>
              <a:spcAft>
                <a:spcPts val="0"/>
              </a:spcAft>
              <a:buClr>
                <a:srgbClr val="28324A"/>
              </a:buClr>
              <a:buSzTx/>
              <a:buFont typeface="Wingdings"/>
              <a:buChar char=""/>
              <a:tabLst>
                <a:tab pos="296545" algn="l"/>
              </a:tabLst>
              <a:defRPr/>
            </a:pPr>
            <a:r>
              <a:rPr kumimoji="0" sz="2800" b="0" i="0" u="none" strike="noStrike" kern="1200" cap="none" spc="-10" normalizeH="0" baseline="0" noProof="0" dirty="0">
                <a:ln>
                  <a:noFill/>
                </a:ln>
                <a:solidFill>
                  <a:srgbClr val="595959">
                    <a:lumMod val="50000"/>
                  </a:srgbClr>
                </a:solidFill>
                <a:effectLst/>
                <a:uLnTx/>
                <a:uFillTx/>
                <a:latin typeface="Arial"/>
                <a:ea typeface="微软雅黑"/>
                <a:cs typeface="Arial"/>
              </a:rPr>
              <a:t>Internet Vạn Vật, hay cụ thể hơn  </a:t>
            </a:r>
            <a:r>
              <a:rPr kumimoji="0" sz="2800" b="0" i="0" u="none" strike="noStrike" kern="1200" cap="none" spc="-10" normalizeH="0" baseline="0" noProof="0">
                <a:ln>
                  <a:noFill/>
                </a:ln>
                <a:solidFill>
                  <a:srgbClr val="595959">
                    <a:lumMod val="50000"/>
                  </a:srgbClr>
                </a:solidFill>
                <a:effectLst/>
                <a:uLnTx/>
                <a:uFillTx/>
                <a:latin typeface="Arial"/>
                <a:ea typeface="微软雅黑"/>
                <a:cs typeface="Arial"/>
              </a:rPr>
              <a:t>là Mạng </a:t>
            </a:r>
            <a:r>
              <a:rPr kumimoji="0" sz="2800" b="0" i="0" u="none" strike="noStrike" kern="1200" cap="none" spc="-10" normalizeH="0" baseline="0" noProof="0" dirty="0">
                <a:ln>
                  <a:noFill/>
                </a:ln>
                <a:solidFill>
                  <a:srgbClr val="595959">
                    <a:lumMod val="50000"/>
                  </a:srgbClr>
                </a:solidFill>
                <a:effectLst/>
                <a:uLnTx/>
                <a:uFillTx/>
                <a:latin typeface="Arial"/>
                <a:ea typeface="微软雅黑"/>
                <a:cs typeface="Arial"/>
              </a:rPr>
              <a:t>lưới thiết bị  kết nối Internet là một </a:t>
            </a:r>
            <a:r>
              <a:rPr kumimoji="0" sz="2800" b="1" i="0" u="heavy" strike="noStrike" kern="1200" cap="none" spc="-110" normalizeH="0" baseline="0" noProof="0" dirty="0">
                <a:ln>
                  <a:noFill/>
                </a:ln>
                <a:solidFill>
                  <a:srgbClr val="0070C0"/>
                </a:solidFill>
                <a:effectLst/>
                <a:uLnTx/>
                <a:uFill>
                  <a:solidFill>
                    <a:srgbClr val="0070C0"/>
                  </a:solidFill>
                </a:uFill>
                <a:latin typeface="Arial"/>
                <a:ea typeface="微软雅黑"/>
                <a:cs typeface="Arial"/>
              </a:rPr>
              <a:t>liên </a:t>
            </a:r>
            <a:r>
              <a:rPr kumimoji="0" sz="2800" b="1" i="0" u="heavy" strike="noStrike" kern="1200" cap="none" spc="-170" normalizeH="0" baseline="0" noProof="0" dirty="0">
                <a:ln>
                  <a:noFill/>
                </a:ln>
                <a:solidFill>
                  <a:srgbClr val="0070C0"/>
                </a:solidFill>
                <a:effectLst/>
                <a:uLnTx/>
                <a:uFill>
                  <a:solidFill>
                    <a:srgbClr val="0070C0"/>
                  </a:solidFill>
                </a:uFill>
                <a:latin typeface="Arial"/>
                <a:ea typeface="微软雅黑"/>
                <a:cs typeface="Arial"/>
              </a:rPr>
              <a:t>mạng</a:t>
            </a:r>
            <a:r>
              <a:rPr kumimoji="0" sz="2800" b="1" i="0" u="none" strike="noStrike" kern="1200" cap="none" spc="-170" normalizeH="0" baseline="0" noProof="0" dirty="0">
                <a:ln>
                  <a:noFill/>
                </a:ln>
                <a:solidFill>
                  <a:srgbClr val="002060"/>
                </a:solidFill>
                <a:effectLst/>
                <a:uLnTx/>
                <a:uFillTx/>
                <a:latin typeface="Arial"/>
                <a:ea typeface="微软雅黑"/>
                <a:cs typeface="Arial"/>
              </a:rPr>
              <a:t>,  </a:t>
            </a:r>
            <a:r>
              <a:rPr kumimoji="0" sz="2800" b="0" i="0" u="none" strike="noStrike" kern="1200" cap="none" spc="-10" normalizeH="0" baseline="0" noProof="0" dirty="0">
                <a:ln>
                  <a:noFill/>
                </a:ln>
                <a:solidFill>
                  <a:srgbClr val="595959">
                    <a:lumMod val="50000"/>
                  </a:srgbClr>
                </a:solidFill>
                <a:effectLst/>
                <a:uLnTx/>
                <a:uFillTx/>
                <a:latin typeface="Arial"/>
                <a:ea typeface="微软雅黑"/>
                <a:cs typeface="Arial"/>
              </a:rPr>
              <a:t>trong đó các thiết bị, phương tiện  vận tải, phòng ốc và các trang thiết  bị khác được </a:t>
            </a:r>
            <a:r>
              <a:rPr kumimoji="0" sz="2800" b="1" i="0" u="heavy" strike="noStrike" kern="1200" cap="none" spc="-200" normalizeH="0" baseline="0" noProof="0" dirty="0">
                <a:ln>
                  <a:noFill/>
                </a:ln>
                <a:solidFill>
                  <a:srgbClr val="0070C0"/>
                </a:solidFill>
                <a:effectLst/>
                <a:uLnTx/>
                <a:uFill>
                  <a:solidFill>
                    <a:srgbClr val="0070C0"/>
                  </a:solidFill>
                </a:uFill>
                <a:latin typeface="Arial"/>
                <a:ea typeface="微软雅黑"/>
                <a:cs typeface="Arial"/>
              </a:rPr>
              <a:t>nhúng</a:t>
            </a:r>
            <a:r>
              <a:rPr kumimoji="0" sz="2800" b="1" i="0" u="none" strike="noStrike" kern="1200" cap="none" spc="-200" normalizeH="0" baseline="0" noProof="0" dirty="0">
                <a:ln>
                  <a:noFill/>
                </a:ln>
                <a:solidFill>
                  <a:srgbClr val="0070C0"/>
                </a:solidFill>
                <a:effectLst/>
                <a:uLnTx/>
                <a:uFillTx/>
                <a:latin typeface="Arial"/>
                <a:ea typeface="微软雅黑"/>
                <a:cs typeface="Arial"/>
              </a:rPr>
              <a:t> </a:t>
            </a:r>
            <a:r>
              <a:rPr kumimoji="0" sz="2800" b="0" i="0" u="none" strike="noStrike" kern="1200" cap="none" spc="-10" normalizeH="0" baseline="0" noProof="0" dirty="0">
                <a:ln>
                  <a:noFill/>
                </a:ln>
                <a:solidFill>
                  <a:srgbClr val="595959">
                    <a:lumMod val="50000"/>
                  </a:srgbClr>
                </a:solidFill>
                <a:effectLst/>
                <a:uLnTx/>
                <a:uFillTx/>
                <a:latin typeface="Arial"/>
                <a:ea typeface="微软雅黑"/>
                <a:cs typeface="Arial"/>
              </a:rPr>
              <a:t>với các bộ phận  điện tử</a:t>
            </a:r>
            <a:r>
              <a:rPr kumimoji="0" sz="2800" b="1" i="0" u="none" strike="noStrike" kern="1200" cap="none" spc="-65" normalizeH="0" baseline="0" noProof="0" dirty="0">
                <a:ln>
                  <a:noFill/>
                </a:ln>
                <a:solidFill>
                  <a:srgbClr val="002060"/>
                </a:solidFill>
                <a:effectLst/>
                <a:uLnTx/>
                <a:uFillTx/>
                <a:latin typeface="Arial"/>
                <a:ea typeface="微软雅黑"/>
                <a:cs typeface="Arial"/>
              </a:rPr>
              <a:t>,</a:t>
            </a:r>
            <a:r>
              <a:rPr kumimoji="0" sz="2800" b="1" i="0" u="none" strike="noStrike" kern="1200" cap="none" spc="-65" normalizeH="0" baseline="0" noProof="0" dirty="0">
                <a:ln>
                  <a:noFill/>
                </a:ln>
                <a:solidFill>
                  <a:srgbClr val="0070C0"/>
                </a:solidFill>
                <a:effectLst/>
                <a:uLnTx/>
                <a:uFillTx/>
                <a:latin typeface="Arial"/>
                <a:ea typeface="微软雅黑"/>
                <a:cs typeface="Arial"/>
              </a:rPr>
              <a:t> </a:t>
            </a:r>
            <a:r>
              <a:rPr kumimoji="0" sz="2800" b="1" i="0" u="heavy" strike="noStrike" kern="1200" cap="none" spc="-165" normalizeH="0" baseline="0" noProof="0" dirty="0">
                <a:ln>
                  <a:noFill/>
                </a:ln>
                <a:solidFill>
                  <a:srgbClr val="0070C0"/>
                </a:solidFill>
                <a:effectLst/>
                <a:uLnTx/>
                <a:uFill>
                  <a:solidFill>
                    <a:srgbClr val="0070C0"/>
                  </a:solidFill>
                </a:uFill>
                <a:latin typeface="Arial"/>
                <a:ea typeface="微软雅黑"/>
                <a:cs typeface="Arial"/>
              </a:rPr>
              <a:t>phần </a:t>
            </a:r>
            <a:r>
              <a:rPr kumimoji="0" sz="2800" b="1" i="0" u="heavy" strike="noStrike" kern="1200" cap="none" spc="-125" normalizeH="0" baseline="0" noProof="0" dirty="0">
                <a:ln>
                  <a:noFill/>
                </a:ln>
                <a:solidFill>
                  <a:srgbClr val="0070C0"/>
                </a:solidFill>
                <a:effectLst/>
                <a:uLnTx/>
                <a:uFill>
                  <a:solidFill>
                    <a:srgbClr val="0070C0"/>
                  </a:solidFill>
                </a:uFill>
                <a:latin typeface="Arial"/>
                <a:ea typeface="微软雅黑"/>
                <a:cs typeface="Arial"/>
              </a:rPr>
              <a:t>mềm</a:t>
            </a:r>
            <a:r>
              <a:rPr kumimoji="0" sz="2800" b="1" i="0" u="none" strike="noStrike" kern="1200" cap="none" spc="-125" normalizeH="0" baseline="0" noProof="0" dirty="0">
                <a:ln>
                  <a:noFill/>
                </a:ln>
                <a:solidFill>
                  <a:srgbClr val="002060"/>
                </a:solidFill>
                <a:effectLst/>
                <a:uLnTx/>
                <a:uFillTx/>
                <a:latin typeface="Arial"/>
                <a:ea typeface="微软雅黑"/>
                <a:cs typeface="Arial"/>
              </a:rPr>
              <a:t>,</a:t>
            </a:r>
            <a:r>
              <a:rPr kumimoji="0" sz="2800" b="1" i="0" u="none" strike="noStrike" kern="1200" cap="none" spc="-125" normalizeH="0" baseline="0" noProof="0" dirty="0">
                <a:ln>
                  <a:noFill/>
                </a:ln>
                <a:solidFill>
                  <a:srgbClr val="0070C0"/>
                </a:solidFill>
                <a:effectLst/>
                <a:uLnTx/>
                <a:uFillTx/>
                <a:latin typeface="Arial"/>
                <a:ea typeface="微软雅黑"/>
                <a:cs typeface="Arial"/>
              </a:rPr>
              <a:t> </a:t>
            </a:r>
            <a:r>
              <a:rPr kumimoji="0" sz="2800" b="1" i="0" u="heavy" strike="noStrike" kern="1200" cap="none" spc="-220" normalizeH="0" baseline="0" noProof="0" dirty="0">
                <a:ln>
                  <a:noFill/>
                </a:ln>
                <a:solidFill>
                  <a:srgbClr val="0070C0"/>
                </a:solidFill>
                <a:effectLst/>
                <a:uLnTx/>
                <a:uFill>
                  <a:solidFill>
                    <a:srgbClr val="0070C0"/>
                  </a:solidFill>
                </a:uFill>
                <a:latin typeface="Arial"/>
                <a:ea typeface="微软雅黑"/>
                <a:cs typeface="Arial"/>
              </a:rPr>
              <a:t>cảm </a:t>
            </a:r>
            <a:r>
              <a:rPr kumimoji="0" sz="2800" b="1" i="0" u="heavy" strike="noStrike" kern="1200" cap="none" spc="-114" normalizeH="0" baseline="0" noProof="0" dirty="0">
                <a:ln>
                  <a:noFill/>
                </a:ln>
                <a:solidFill>
                  <a:srgbClr val="0070C0"/>
                </a:solidFill>
                <a:effectLst/>
                <a:uLnTx/>
                <a:uFill>
                  <a:solidFill>
                    <a:srgbClr val="0070C0"/>
                  </a:solidFill>
                </a:uFill>
                <a:latin typeface="Arial"/>
                <a:ea typeface="微软雅黑"/>
                <a:cs typeface="Arial"/>
              </a:rPr>
              <a:t>biến</a:t>
            </a:r>
            <a:r>
              <a:rPr kumimoji="0" sz="2800" b="1" i="0" u="none" strike="noStrike" kern="1200" cap="none" spc="-114" normalizeH="0" baseline="0" noProof="0" dirty="0">
                <a:ln>
                  <a:noFill/>
                </a:ln>
                <a:solidFill>
                  <a:srgbClr val="002060"/>
                </a:solidFill>
                <a:effectLst/>
                <a:uLnTx/>
                <a:uFillTx/>
                <a:latin typeface="Arial"/>
                <a:ea typeface="微软雅黑"/>
                <a:cs typeface="Arial"/>
              </a:rPr>
              <a:t>,</a:t>
            </a:r>
            <a:r>
              <a:rPr kumimoji="0" sz="2800" b="1" i="0" u="none" strike="noStrike" kern="1200" cap="none" spc="-114" normalizeH="0" baseline="0" noProof="0" dirty="0">
                <a:ln>
                  <a:noFill/>
                </a:ln>
                <a:solidFill>
                  <a:srgbClr val="0070C0"/>
                </a:solidFill>
                <a:effectLst/>
                <a:uLnTx/>
                <a:uFillTx/>
                <a:latin typeface="Arial"/>
                <a:ea typeface="微软雅黑"/>
                <a:cs typeface="Arial"/>
              </a:rPr>
              <a:t> </a:t>
            </a:r>
            <a:r>
              <a:rPr kumimoji="0" sz="2800" b="1" i="0" u="heavy" strike="noStrike" kern="1200" cap="none" spc="-260" normalizeH="0" baseline="0" noProof="0" dirty="0">
                <a:ln>
                  <a:noFill/>
                </a:ln>
                <a:solidFill>
                  <a:srgbClr val="0070C0"/>
                </a:solidFill>
                <a:effectLst/>
                <a:uLnTx/>
                <a:uFill>
                  <a:solidFill>
                    <a:srgbClr val="0070C0"/>
                  </a:solidFill>
                </a:uFill>
                <a:latin typeface="Arial"/>
                <a:ea typeface="微软雅黑"/>
                <a:cs typeface="Arial"/>
              </a:rPr>
              <a:t>cơ  </a:t>
            </a:r>
            <a:r>
              <a:rPr kumimoji="0" sz="2800" b="1" i="0" u="heavy" strike="noStrike" kern="1200" cap="none" spc="-220" normalizeH="0" baseline="0" noProof="0" dirty="0">
                <a:ln>
                  <a:noFill/>
                </a:ln>
                <a:solidFill>
                  <a:srgbClr val="0070C0"/>
                </a:solidFill>
                <a:effectLst/>
                <a:uLnTx/>
                <a:uFill>
                  <a:solidFill>
                    <a:srgbClr val="0070C0"/>
                  </a:solidFill>
                </a:uFill>
                <a:latin typeface="Arial"/>
                <a:ea typeface="微软雅黑"/>
                <a:cs typeface="Arial"/>
              </a:rPr>
              <a:t>cấu </a:t>
            </a:r>
            <a:r>
              <a:rPr kumimoji="0" sz="2800" b="1" i="0" u="heavy" strike="noStrike" kern="1200" cap="none" spc="-210" normalizeH="0" baseline="0" noProof="0" dirty="0">
                <a:ln>
                  <a:noFill/>
                </a:ln>
                <a:solidFill>
                  <a:srgbClr val="0070C0"/>
                </a:solidFill>
                <a:effectLst/>
                <a:uLnTx/>
                <a:uFill>
                  <a:solidFill>
                    <a:srgbClr val="0070C0"/>
                  </a:solidFill>
                </a:uFill>
                <a:latin typeface="Arial"/>
                <a:ea typeface="微软雅黑"/>
                <a:cs typeface="Arial"/>
              </a:rPr>
              <a:t>chấp </a:t>
            </a:r>
            <a:r>
              <a:rPr kumimoji="0" sz="2800" b="1" i="0" u="heavy" strike="noStrike" kern="1200" cap="none" spc="-165" normalizeH="0" baseline="0" noProof="0" dirty="0">
                <a:ln>
                  <a:noFill/>
                </a:ln>
                <a:solidFill>
                  <a:srgbClr val="0070C0"/>
                </a:solidFill>
                <a:effectLst/>
                <a:uLnTx/>
                <a:uFill>
                  <a:solidFill>
                    <a:srgbClr val="0070C0"/>
                  </a:solidFill>
                </a:uFill>
                <a:latin typeface="Arial"/>
                <a:ea typeface="微软雅黑"/>
                <a:cs typeface="Arial"/>
              </a:rPr>
              <a:t>hành</a:t>
            </a:r>
            <a:r>
              <a:rPr kumimoji="0" sz="2800" b="1" i="0" u="none" strike="noStrike" kern="1200" cap="none" spc="-165" normalizeH="0" baseline="0" noProof="0" dirty="0">
                <a:ln>
                  <a:noFill/>
                </a:ln>
                <a:solidFill>
                  <a:srgbClr val="0070C0"/>
                </a:solidFill>
                <a:effectLst/>
                <a:uLnTx/>
                <a:uFillTx/>
                <a:latin typeface="Arial"/>
                <a:ea typeface="微软雅黑"/>
                <a:cs typeface="Arial"/>
              </a:rPr>
              <a:t> </a:t>
            </a:r>
            <a:r>
              <a:rPr kumimoji="0" sz="2800" b="0" i="0" u="none" strike="noStrike" kern="1200" cap="none" spc="-10" normalizeH="0" baseline="0" noProof="0" dirty="0">
                <a:ln>
                  <a:noFill/>
                </a:ln>
                <a:solidFill>
                  <a:srgbClr val="595959">
                    <a:lumMod val="50000"/>
                  </a:srgbClr>
                </a:solidFill>
                <a:effectLst/>
                <a:uLnTx/>
                <a:uFillTx/>
                <a:latin typeface="Arial"/>
                <a:ea typeface="微软雅黑"/>
                <a:cs typeface="Arial"/>
              </a:rPr>
              <a:t>cùng với khả năng  kết nối mạng máy tính giúp cho các  thiết bị này có thể thu thập  và  truyền tải dữ liệu.</a:t>
            </a:r>
            <a:endParaRPr kumimoji="0" sz="2800" b="0" i="0" u="none" strike="noStrike" kern="1200" cap="none" spc="-10" normalizeH="0" baseline="0" noProof="0">
              <a:ln>
                <a:noFill/>
              </a:ln>
              <a:solidFill>
                <a:srgbClr val="595959">
                  <a:lumMod val="50000"/>
                </a:srgbClr>
              </a:solidFill>
              <a:effectLst/>
              <a:uLnTx/>
              <a:uFillTx/>
              <a:latin typeface="Arial"/>
              <a:ea typeface="微软雅黑"/>
              <a:cs typeface="Arial"/>
            </a:endParaRPr>
          </a:p>
        </p:txBody>
      </p:sp>
      <p:sp>
        <p:nvSpPr>
          <p:cNvPr id="6" name="object 6"/>
          <p:cNvSpPr txBox="1">
            <a:spLocks noGrp="1"/>
          </p:cNvSpPr>
          <p:nvPr>
            <p:ph type="title" idx="4294967295"/>
          </p:nvPr>
        </p:nvSpPr>
        <p:spPr>
          <a:xfrm>
            <a:off x="2017034" y="195845"/>
            <a:ext cx="8967787" cy="696912"/>
          </a:xfrm>
          <a:prstGeom prst="rect">
            <a:avLst/>
          </a:prstGeom>
        </p:spPr>
        <p:txBody>
          <a:bodyPr vert="horz" wrap="square" lIns="0" tIns="12700" rIns="0" bIns="0" rtlCol="0">
            <a:spAutoFit/>
          </a:bodyPr>
          <a:lstStyle/>
          <a:p>
            <a:pPr marL="12700">
              <a:lnSpc>
                <a:spcPct val="100000"/>
              </a:lnSpc>
              <a:spcBef>
                <a:spcPts val="100"/>
              </a:spcBef>
            </a:pPr>
            <a:r>
              <a:rPr sz="4450" b="1" spc="-170" dirty="0">
                <a:solidFill>
                  <a:srgbClr val="FF0000"/>
                </a:solidFill>
              </a:rPr>
              <a:t>Kết nối vạn vật – Internet of Things</a:t>
            </a:r>
          </a:p>
        </p:txBody>
      </p:sp>
      <p:sp>
        <p:nvSpPr>
          <p:cNvPr id="7" name="object 7"/>
          <p:cNvSpPr/>
          <p:nvPr/>
        </p:nvSpPr>
        <p:spPr>
          <a:xfrm>
            <a:off x="7623672" y="2171700"/>
            <a:ext cx="4300474" cy="2463501"/>
          </a:xfrm>
          <a:prstGeom prst="rect">
            <a:avLst/>
          </a:prstGeom>
          <a:blipFill>
            <a:blip r:embed="rId3"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rial"/>
              <a:ea typeface="微软雅黑"/>
              <a:cs typeface="+mn-cs"/>
            </a:endParaRPr>
          </a:p>
        </p:txBody>
      </p:sp>
    </p:spTree>
    <p:extLst>
      <p:ext uri="{BB962C8B-B14F-4D97-AF65-F5344CB8AC3E}">
        <p14:creationId xmlns:p14="http://schemas.microsoft.com/office/powerpoint/2010/main" val="394471041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2539" y="1754944"/>
            <a:ext cx="6676221" cy="3785652"/>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10" normalizeH="0" baseline="0" noProof="0">
                <a:ln>
                  <a:noFill/>
                </a:ln>
                <a:solidFill>
                  <a:srgbClr val="595959">
                    <a:lumMod val="50000"/>
                  </a:srgbClr>
                </a:solidFill>
                <a:effectLst/>
                <a:uLnTx/>
                <a:uFillTx/>
                <a:latin typeface="Arial"/>
                <a:ea typeface="微软雅黑"/>
                <a:cs typeface="Arial"/>
              </a:rPr>
              <a:t>Blockchain hay còn gọi là chuỗi khối là hệ thống cơ sở dữ liệu cho phép lưu trữ và truyền tải các khối thông tin được liên kết với nhau nhờ mã hóa.</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10" normalizeH="0" baseline="0" noProof="0">
                <a:ln>
                  <a:noFill/>
                </a:ln>
                <a:solidFill>
                  <a:srgbClr val="595959">
                    <a:lumMod val="50000"/>
                  </a:srgbClr>
                </a:solidFill>
                <a:effectLst/>
                <a:uLnTx/>
                <a:uFillTx/>
                <a:latin typeface="Arial"/>
                <a:ea typeface="微软雅黑"/>
                <a:cs typeface="Arial"/>
              </a:rPr>
              <a:t>Trong thời đại kỹ thuật số ngày nay, việc lưu trữ, xác thực và bảo vệ dữ liệu là những thách thức lớn đối với nhiều tổ chức, doanh nghiệp. Công nghệ blockchain như là một dạng sổ cái phân tán, dạng mở, hứa hẹn một giải pháp thiết thực và siêu an toàn cho vấn đề này</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3257" y="1101128"/>
            <a:ext cx="4186550" cy="220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3257" y="3490626"/>
            <a:ext cx="4176713"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893473" y="165008"/>
            <a:ext cx="3304751" cy="777136"/>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50" b="1" i="0" u="none" strike="noStrike" kern="1200" cap="none" spc="-170" normalizeH="0" baseline="0" noProof="0">
                <a:ln>
                  <a:noFill/>
                </a:ln>
                <a:solidFill>
                  <a:srgbClr val="FF0000"/>
                </a:solidFill>
                <a:effectLst/>
                <a:uLnTx/>
                <a:uFillTx/>
                <a:latin typeface="Arial"/>
                <a:ea typeface="微软雅黑"/>
                <a:cs typeface="+mn-cs"/>
              </a:rPr>
              <a:t>Blockchains</a:t>
            </a:r>
          </a:p>
        </p:txBody>
      </p:sp>
    </p:spTree>
    <p:extLst>
      <p:ext uri="{BB962C8B-B14F-4D97-AF65-F5344CB8AC3E}">
        <p14:creationId xmlns:p14="http://schemas.microsoft.com/office/powerpoint/2010/main" val="385776967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1436" y="1613317"/>
            <a:ext cx="7211388" cy="452431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10" normalizeH="0" baseline="0" noProof="0">
                <a:ln>
                  <a:noFill/>
                </a:ln>
                <a:solidFill>
                  <a:srgbClr val="595959">
                    <a:lumMod val="50000"/>
                  </a:srgbClr>
                </a:solidFill>
                <a:effectLst/>
                <a:uLnTx/>
                <a:uFillTx/>
                <a:latin typeface="Arial"/>
                <a:ea typeface="微软雅黑"/>
                <a:cs typeface="Arial"/>
              </a:rPr>
              <a:t>Điện toán đám mây hay còn gọi là Cloud Computing, là mô hình cung cấp các tài nguyên máy tính cho người dùng thông qua internet. Nguồn tài nguyên này bao gồm rất nhiều thứ liên quan đến điện toán và máy tính.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10" normalizeH="0" baseline="0" noProof="0">
                <a:ln>
                  <a:noFill/>
                </a:ln>
                <a:solidFill>
                  <a:srgbClr val="595959">
                    <a:lumMod val="50000"/>
                  </a:srgbClr>
                </a:solidFill>
                <a:effectLst/>
                <a:uLnTx/>
                <a:uFillTx/>
                <a:latin typeface="Arial"/>
                <a:ea typeface="微软雅黑"/>
                <a:cs typeface="Arial"/>
              </a:rPr>
              <a:t>Ví dụ như: phần mềm, dịch vụ, phần cứng,… và sẽ nằm tại các máy chủ ảo (đám mây) trên mạng.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10" normalizeH="0" baseline="0" noProof="0">
                <a:ln>
                  <a:noFill/>
                </a:ln>
                <a:solidFill>
                  <a:srgbClr val="595959">
                    <a:lumMod val="50000"/>
                  </a:srgbClr>
                </a:solidFill>
                <a:effectLst/>
                <a:uLnTx/>
                <a:uFillTx/>
                <a:latin typeface="Arial"/>
                <a:ea typeface="微软雅黑"/>
                <a:cs typeface="Arial"/>
              </a:rPr>
              <a:t>Người dùng có thể truy cập vào bất cứ tài nguyên nào trên đám mây. Vào bất kỳ thời điểm nào và ở bất kỳ đâu, chỉ cần kết nối với hệ thống internet. Trong khi đó, điện toán biên đề cập đến việc xử lý dữ liệu trên các thiết bị như điện thoại thông minh</a:t>
            </a:r>
            <a:r>
              <a:rPr kumimoji="0" lang="en-US" sz="1800" b="0" i="0" u="none" strike="noStrike" kern="1200" cap="none" spc="0" normalizeH="0" baseline="0" noProof="0">
                <a:ln>
                  <a:noFill/>
                </a:ln>
                <a:solidFill>
                  <a:prstClr val="black"/>
                </a:solidFill>
                <a:effectLst/>
                <a:uLnTx/>
                <a:uFillTx/>
                <a:latin typeface="Arial"/>
                <a:ea typeface="微软雅黑"/>
                <a:cs typeface="+mn-cs"/>
              </a:rPr>
              <a:t>.</a:t>
            </a:r>
          </a:p>
        </p:txBody>
      </p:sp>
      <p:sp>
        <p:nvSpPr>
          <p:cNvPr id="3" name="Rectangle 2"/>
          <p:cNvSpPr/>
          <p:nvPr/>
        </p:nvSpPr>
        <p:spPr>
          <a:xfrm>
            <a:off x="1539729" y="170369"/>
            <a:ext cx="9503478" cy="77713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50" b="1" i="0" u="none" strike="noStrike" kern="1200" cap="none" spc="-170" normalizeH="0" baseline="0" noProof="0">
                <a:ln>
                  <a:noFill/>
                </a:ln>
                <a:solidFill>
                  <a:srgbClr val="FF0000"/>
                </a:solidFill>
                <a:effectLst/>
                <a:uLnTx/>
                <a:uFillTx/>
                <a:latin typeface="Arial"/>
                <a:ea typeface="微软雅黑"/>
                <a:cs typeface="+mn-cs"/>
              </a:rPr>
              <a:t>Điện</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toán</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đám</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mây</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và</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điện</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toán</a:t>
            </a:r>
            <a:r>
              <a:rPr kumimoji="0" lang="en-US" sz="4450" b="1" i="0" u="none" strike="noStrike" kern="1200" cap="none" spc="-170" normalizeH="0" baseline="0" noProof="0" dirty="0">
                <a:ln>
                  <a:noFill/>
                </a:ln>
                <a:solidFill>
                  <a:srgbClr val="FF0000"/>
                </a:solidFill>
                <a:effectLst/>
                <a:uLnTx/>
                <a:uFillTx/>
                <a:latin typeface="Arial"/>
                <a:ea typeface="微软雅黑"/>
                <a:cs typeface="+mn-cs"/>
              </a:rPr>
              <a:t> </a:t>
            </a:r>
            <a:r>
              <a:rPr kumimoji="0" lang="en-US" sz="4450" b="1" i="0" u="none" strike="noStrike" kern="1200" cap="none" spc="-170" normalizeH="0" baseline="0" noProof="0" dirty="0" err="1">
                <a:ln>
                  <a:noFill/>
                </a:ln>
                <a:solidFill>
                  <a:srgbClr val="FF0000"/>
                </a:solidFill>
                <a:effectLst/>
                <a:uLnTx/>
                <a:uFillTx/>
                <a:latin typeface="Arial"/>
                <a:ea typeface="微软雅黑"/>
                <a:cs typeface="+mn-cs"/>
              </a:rPr>
              <a:t>biên</a:t>
            </a:r>
            <a:endParaRPr kumimoji="0" lang="en-US" sz="4450" b="1" i="0" u="none" strike="noStrike" kern="1200" cap="none" spc="-170" normalizeH="0" baseline="0" noProof="0" dirty="0">
              <a:ln>
                <a:noFill/>
              </a:ln>
              <a:solidFill>
                <a:srgbClr val="FF0000"/>
              </a:solidFill>
              <a:effectLst/>
              <a:uLnTx/>
              <a:uFillTx/>
              <a:latin typeface="Arial"/>
              <a:ea typeface="微软雅黑"/>
              <a:cs typeface="+mn-cs"/>
            </a:endParaRP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9092" y="1613317"/>
            <a:ext cx="3536415" cy="189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9092" y="3638391"/>
            <a:ext cx="3536415" cy="2660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544245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hlinkClick r:id="rId3"/>
            <a:extLst>
              <a:ext uri="{FF2B5EF4-FFF2-40B4-BE49-F238E27FC236}">
                <a16:creationId xmlns:a16="http://schemas.microsoft.com/office/drawing/2014/main" id="{0DA448AB-3B39-4049-9A90-37892180826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184" r="10149"/>
          <a:stretch/>
        </p:blipFill>
        <p:spPr bwMode="auto">
          <a:xfrm>
            <a:off x="6164130" y="10"/>
            <a:ext cx="6027879" cy="6400790"/>
          </a:xfrm>
          <a:custGeom>
            <a:avLst/>
            <a:gdLst/>
            <a:ahLst/>
            <a:cxnLst/>
            <a:rect l="l" t="t" r="r" b="b"/>
            <a:pathLst>
              <a:path w="6095999" h="6858000">
                <a:moveTo>
                  <a:pt x="0" y="0"/>
                </a:moveTo>
                <a:lnTo>
                  <a:pt x="6095999" y="0"/>
                </a:lnTo>
                <a:lnTo>
                  <a:pt x="6095999" y="6858000"/>
                </a:lnTo>
                <a:lnTo>
                  <a:pt x="0" y="6858000"/>
                </a:lnTo>
                <a:lnTo>
                  <a:pt x="0" y="6857999"/>
                </a:lnTo>
                <a:lnTo>
                  <a:pt x="4220980" y="6857999"/>
                </a:lnTo>
                <a:lnTo>
                  <a:pt x="4213164" y="6851010"/>
                </a:lnTo>
                <a:cubicBezTo>
                  <a:pt x="4181666" y="6825777"/>
                  <a:pt x="4066661" y="6744343"/>
                  <a:pt x="4062999" y="6737842"/>
                </a:cubicBezTo>
                <a:cubicBezTo>
                  <a:pt x="4024279" y="6693220"/>
                  <a:pt x="4060463" y="6731339"/>
                  <a:pt x="3994350" y="6686435"/>
                </a:cubicBezTo>
                <a:cubicBezTo>
                  <a:pt x="3947033" y="6670674"/>
                  <a:pt x="3899856" y="6566625"/>
                  <a:pt x="3859426" y="6512643"/>
                </a:cubicBezTo>
                <a:cubicBezTo>
                  <a:pt x="3843619" y="6494605"/>
                  <a:pt x="3819111" y="6476220"/>
                  <a:pt x="3795266" y="6469055"/>
                </a:cubicBezTo>
                <a:cubicBezTo>
                  <a:pt x="3772240" y="6479507"/>
                  <a:pt x="3769424" y="6446115"/>
                  <a:pt x="3752228" y="6440526"/>
                </a:cubicBezTo>
                <a:cubicBezTo>
                  <a:pt x="3742060" y="6447641"/>
                  <a:pt x="3719048" y="6424775"/>
                  <a:pt x="3716355" y="6414007"/>
                </a:cubicBezTo>
                <a:cubicBezTo>
                  <a:pt x="3729286" y="6392352"/>
                  <a:pt x="3629924" y="6387100"/>
                  <a:pt x="3629916" y="6370687"/>
                </a:cubicBezTo>
                <a:cubicBezTo>
                  <a:pt x="3600280" y="6362353"/>
                  <a:pt x="3495200" y="6368444"/>
                  <a:pt x="3479034" y="6339494"/>
                </a:cubicBezTo>
                <a:cubicBezTo>
                  <a:pt x="3420435" y="6317314"/>
                  <a:pt x="3345614" y="6290932"/>
                  <a:pt x="3319627" y="6285893"/>
                </a:cubicBezTo>
                <a:cubicBezTo>
                  <a:pt x="3282294" y="6327705"/>
                  <a:pt x="3185936" y="6185255"/>
                  <a:pt x="3075494" y="6164273"/>
                </a:cubicBezTo>
                <a:cubicBezTo>
                  <a:pt x="3059427" y="6166243"/>
                  <a:pt x="3051440" y="6164859"/>
                  <a:pt x="3050019" y="6153683"/>
                </a:cubicBezTo>
                <a:cubicBezTo>
                  <a:pt x="3016030" y="6146243"/>
                  <a:pt x="2991340" y="6114870"/>
                  <a:pt x="2963636" y="6123708"/>
                </a:cubicBezTo>
                <a:cubicBezTo>
                  <a:pt x="2928425" y="6105855"/>
                  <a:pt x="2947049" y="6092097"/>
                  <a:pt x="2914912" y="6078439"/>
                </a:cubicBezTo>
                <a:lnTo>
                  <a:pt x="2770812" y="6041758"/>
                </a:lnTo>
                <a:cubicBezTo>
                  <a:pt x="2750466" y="6034724"/>
                  <a:pt x="2729222" y="6014032"/>
                  <a:pt x="2708585" y="6007728"/>
                </a:cubicBezTo>
                <a:lnTo>
                  <a:pt x="2687072" y="6003931"/>
                </a:lnTo>
                <a:lnTo>
                  <a:pt x="2674457" y="5991515"/>
                </a:lnTo>
                <a:cubicBezTo>
                  <a:pt x="2668773" y="5988707"/>
                  <a:pt x="2661696" y="5988167"/>
                  <a:pt x="2652298" y="5991525"/>
                </a:cubicBezTo>
                <a:cubicBezTo>
                  <a:pt x="2634345" y="5986939"/>
                  <a:pt x="2583809" y="5969299"/>
                  <a:pt x="2566743" y="5963996"/>
                </a:cubicBezTo>
                <a:lnTo>
                  <a:pt x="2549903" y="5959709"/>
                </a:lnTo>
                <a:lnTo>
                  <a:pt x="2542177" y="5951723"/>
                </a:lnTo>
                <a:cubicBezTo>
                  <a:pt x="2529898" y="5945994"/>
                  <a:pt x="2498812" y="5935402"/>
                  <a:pt x="2476225" y="5925338"/>
                </a:cubicBezTo>
                <a:cubicBezTo>
                  <a:pt x="2457810" y="5911056"/>
                  <a:pt x="2433846" y="5899348"/>
                  <a:pt x="2406656" y="5891344"/>
                </a:cubicBezTo>
                <a:cubicBezTo>
                  <a:pt x="2400991" y="5896275"/>
                  <a:pt x="2393612" y="5885783"/>
                  <a:pt x="2389160" y="5883030"/>
                </a:cubicBezTo>
                <a:cubicBezTo>
                  <a:pt x="2387458" y="5886701"/>
                  <a:pt x="2375233" y="5885881"/>
                  <a:pt x="2372540" y="5881920"/>
                </a:cubicBezTo>
                <a:cubicBezTo>
                  <a:pt x="2293168" y="5849488"/>
                  <a:pt x="2325743" y="5894734"/>
                  <a:pt x="2283811" y="5862541"/>
                </a:cubicBezTo>
                <a:cubicBezTo>
                  <a:pt x="2275730" y="5859531"/>
                  <a:pt x="2268484" y="5859925"/>
                  <a:pt x="2261759" y="5861764"/>
                </a:cubicBezTo>
                <a:lnTo>
                  <a:pt x="2219265" y="5849327"/>
                </a:lnTo>
                <a:cubicBezTo>
                  <a:pt x="2203078" y="5842651"/>
                  <a:pt x="2185672" y="5837119"/>
                  <a:pt x="2167456" y="5832891"/>
                </a:cubicBezTo>
                <a:cubicBezTo>
                  <a:pt x="2161387" y="5839963"/>
                  <a:pt x="2149583" y="5826532"/>
                  <a:pt x="2143288" y="5823218"/>
                </a:cubicBezTo>
                <a:cubicBezTo>
                  <a:pt x="2141966" y="5828274"/>
                  <a:pt x="2126227" y="5828196"/>
                  <a:pt x="2121889" y="5823116"/>
                </a:cubicBezTo>
                <a:cubicBezTo>
                  <a:pt x="2013448" y="5786297"/>
                  <a:pt x="2065303" y="5844161"/>
                  <a:pt x="2004548" y="5804552"/>
                </a:cubicBezTo>
                <a:cubicBezTo>
                  <a:pt x="1993575" y="5801194"/>
                  <a:pt x="1984449" y="5802325"/>
                  <a:pt x="1976317" y="5805346"/>
                </a:cubicBezTo>
                <a:lnTo>
                  <a:pt x="1960968" y="5813703"/>
                </a:lnTo>
                <a:lnTo>
                  <a:pt x="1951886" y="5808313"/>
                </a:lnTo>
                <a:cubicBezTo>
                  <a:pt x="1914205" y="5801767"/>
                  <a:pt x="1900427" y="5810657"/>
                  <a:pt x="1881129" y="5796205"/>
                </a:cubicBezTo>
                <a:cubicBezTo>
                  <a:pt x="1847467" y="5788576"/>
                  <a:pt x="1808824" y="5783942"/>
                  <a:pt x="1778393" y="5776687"/>
                </a:cubicBezTo>
                <a:cubicBezTo>
                  <a:pt x="1764338" y="5756704"/>
                  <a:pt x="1721542" y="5761928"/>
                  <a:pt x="1698544" y="5752677"/>
                </a:cubicBezTo>
                <a:cubicBezTo>
                  <a:pt x="1688689" y="5744367"/>
                  <a:pt x="1680710" y="5741898"/>
                  <a:pt x="1667763" y="5746936"/>
                </a:cubicBezTo>
                <a:cubicBezTo>
                  <a:pt x="1622782" y="5706970"/>
                  <a:pt x="1636232" y="5740258"/>
                  <a:pt x="1589890" y="5720079"/>
                </a:cubicBezTo>
                <a:cubicBezTo>
                  <a:pt x="1550522" y="5700408"/>
                  <a:pt x="1504390" y="5684235"/>
                  <a:pt x="1470745" y="5647268"/>
                </a:cubicBezTo>
                <a:cubicBezTo>
                  <a:pt x="1465307" y="5637473"/>
                  <a:pt x="1447590" y="5631171"/>
                  <a:pt x="1431171" y="5633192"/>
                </a:cubicBezTo>
                <a:cubicBezTo>
                  <a:pt x="1428344" y="5633540"/>
                  <a:pt x="1425665" y="5634127"/>
                  <a:pt x="1423215" y="5634934"/>
                </a:cubicBezTo>
                <a:cubicBezTo>
                  <a:pt x="1404063" y="5609561"/>
                  <a:pt x="1384477" y="5616951"/>
                  <a:pt x="1377158" y="5600720"/>
                </a:cubicBezTo>
                <a:cubicBezTo>
                  <a:pt x="1337416" y="5587406"/>
                  <a:pt x="1299119" y="5594952"/>
                  <a:pt x="1292001" y="5580595"/>
                </a:cubicBezTo>
                <a:cubicBezTo>
                  <a:pt x="1270404" y="5577445"/>
                  <a:pt x="1236263" y="5586393"/>
                  <a:pt x="1224877" y="5570207"/>
                </a:cubicBezTo>
                <a:cubicBezTo>
                  <a:pt x="1218892" y="5580643"/>
                  <a:pt x="1203320" y="5557444"/>
                  <a:pt x="1188481" y="5562311"/>
                </a:cubicBezTo>
                <a:cubicBezTo>
                  <a:pt x="1177571" y="5566931"/>
                  <a:pt x="1170302" y="5560971"/>
                  <a:pt x="1160620" y="5558862"/>
                </a:cubicBezTo>
                <a:cubicBezTo>
                  <a:pt x="1146504" y="5561577"/>
                  <a:pt x="1106544" y="5545833"/>
                  <a:pt x="1097113" y="5537725"/>
                </a:cubicBezTo>
                <a:cubicBezTo>
                  <a:pt x="1076260" y="5511528"/>
                  <a:pt x="1012618" y="5517876"/>
                  <a:pt x="994944" y="5497522"/>
                </a:cubicBezTo>
                <a:cubicBezTo>
                  <a:pt x="987638" y="5493756"/>
                  <a:pt x="980141" y="5491480"/>
                  <a:pt x="972567" y="5490138"/>
                </a:cubicBezTo>
                <a:lnTo>
                  <a:pt x="927036" y="5488921"/>
                </a:lnTo>
                <a:lnTo>
                  <a:pt x="905198" y="5488488"/>
                </a:lnTo>
                <a:cubicBezTo>
                  <a:pt x="920127" y="5466532"/>
                  <a:pt x="847550" y="5479119"/>
                  <a:pt x="871473" y="5463326"/>
                </a:cubicBezTo>
                <a:cubicBezTo>
                  <a:pt x="835241" y="5455796"/>
                  <a:pt x="824844" y="5441869"/>
                  <a:pt x="787335" y="5431076"/>
                </a:cubicBezTo>
                <a:lnTo>
                  <a:pt x="646418" y="5398569"/>
                </a:lnTo>
                <a:cubicBezTo>
                  <a:pt x="594533" y="5378172"/>
                  <a:pt x="569175" y="5376706"/>
                  <a:pt x="522316" y="5365133"/>
                </a:cubicBezTo>
                <a:cubicBezTo>
                  <a:pt x="485699" y="5316148"/>
                  <a:pt x="451396" y="5327743"/>
                  <a:pt x="425051" y="5295085"/>
                </a:cubicBezTo>
                <a:cubicBezTo>
                  <a:pt x="373115" y="5280721"/>
                  <a:pt x="376598" y="5265782"/>
                  <a:pt x="318461" y="5265657"/>
                </a:cubicBezTo>
                <a:lnTo>
                  <a:pt x="266536" y="5232252"/>
                </a:lnTo>
                <a:cubicBezTo>
                  <a:pt x="254867" y="5225616"/>
                  <a:pt x="251642" y="5227516"/>
                  <a:pt x="248444" y="5225838"/>
                </a:cubicBezTo>
                <a:lnTo>
                  <a:pt x="247345" y="5222181"/>
                </a:lnTo>
                <a:lnTo>
                  <a:pt x="237345" y="5217023"/>
                </a:lnTo>
                <a:lnTo>
                  <a:pt x="219603" y="5204977"/>
                </a:lnTo>
                <a:lnTo>
                  <a:pt x="214443" y="5204489"/>
                </a:lnTo>
                <a:lnTo>
                  <a:pt x="184816" y="5189073"/>
                </a:lnTo>
                <a:lnTo>
                  <a:pt x="183534" y="5189699"/>
                </a:lnTo>
                <a:cubicBezTo>
                  <a:pt x="179981" y="5190754"/>
                  <a:pt x="176085" y="5190869"/>
                  <a:pt x="171363" y="5189023"/>
                </a:cubicBezTo>
                <a:cubicBezTo>
                  <a:pt x="165797" y="5204157"/>
                  <a:pt x="163531" y="5192594"/>
                  <a:pt x="150096" y="5185813"/>
                </a:cubicBezTo>
                <a:lnTo>
                  <a:pt x="59253" y="5172817"/>
                </a:lnTo>
                <a:lnTo>
                  <a:pt x="52526" y="5170052"/>
                </a:lnTo>
                <a:lnTo>
                  <a:pt x="52188" y="5170183"/>
                </a:lnTo>
                <a:cubicBezTo>
                  <a:pt x="50293" y="5169980"/>
                  <a:pt x="47917" y="5169219"/>
                  <a:pt x="44687" y="5167637"/>
                </a:cubicBezTo>
                <a:lnTo>
                  <a:pt x="40261" y="5165012"/>
                </a:lnTo>
                <a:lnTo>
                  <a:pt x="27209" y="5159648"/>
                </a:lnTo>
                <a:lnTo>
                  <a:pt x="21368" y="5159036"/>
                </a:lnTo>
                <a:lnTo>
                  <a:pt x="0" y="5158850"/>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922D47-5DE0-4E84-A424-CFF8F8941DB0}"/>
              </a:ext>
            </a:extLst>
          </p:cNvPr>
          <p:cNvSpPr>
            <a:spLocks noGrp="1"/>
          </p:cNvSpPr>
          <p:nvPr>
            <p:ph type="title" idx="4294967295"/>
          </p:nvPr>
        </p:nvSpPr>
        <p:spPr>
          <a:xfrm>
            <a:off x="38100" y="5426119"/>
            <a:ext cx="6931025" cy="752475"/>
          </a:xfrm>
        </p:spPr>
        <p:txBody>
          <a:bodyPr vert="horz" lIns="91440" tIns="45720" rIns="91440" bIns="45720" rtlCol="0" anchor="b">
            <a:normAutofit fontScale="90000"/>
          </a:bodyPr>
          <a:lstStyle/>
          <a:p>
            <a:r>
              <a:rPr lang="en-US" sz="3300" b="1" kern="1200" dirty="0">
                <a:solidFill>
                  <a:srgbClr val="FF0000"/>
                </a:solidFill>
                <a:latin typeface="+mj-lt"/>
                <a:ea typeface="+mj-ea"/>
                <a:cs typeface="+mj-cs"/>
              </a:rPr>
              <a:t>TRUNG TÂM DỮ LIỆU – DATA CENTER</a:t>
            </a:r>
          </a:p>
        </p:txBody>
      </p:sp>
      <p:pic>
        <p:nvPicPr>
          <p:cNvPr id="4098" name="Picture 2" descr="Ngắm nghía bên trong trung tâm dữ liệu của Google">
            <a:extLst>
              <a:ext uri="{FF2B5EF4-FFF2-40B4-BE49-F238E27FC236}">
                <a16:creationId xmlns:a16="http://schemas.microsoft.com/office/drawing/2014/main" id="{A4480532-87DE-47A0-9DCC-CDFC05AC217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175" r="14296" b="-1"/>
          <a:stretch/>
        </p:blipFill>
        <p:spPr bwMode="auto">
          <a:xfrm>
            <a:off x="-5388" y="10"/>
            <a:ext cx="6169518" cy="5158840"/>
          </a:xfrm>
          <a:custGeom>
            <a:avLst/>
            <a:gdLst/>
            <a:ahLst/>
            <a:cxnLst/>
            <a:rect l="l" t="t" r="r" b="b"/>
            <a:pathLst>
              <a:path w="6096000" h="5158850">
                <a:moveTo>
                  <a:pt x="0" y="0"/>
                </a:moveTo>
                <a:lnTo>
                  <a:pt x="6096000" y="0"/>
                </a:lnTo>
                <a:lnTo>
                  <a:pt x="6096000" y="5158850"/>
                </a:lnTo>
                <a:lnTo>
                  <a:pt x="5957305" y="5157644"/>
                </a:lnTo>
                <a:cubicBezTo>
                  <a:pt x="5920540" y="5151975"/>
                  <a:pt x="5887096" y="5153588"/>
                  <a:pt x="5857259" y="5143603"/>
                </a:cubicBezTo>
                <a:cubicBezTo>
                  <a:pt x="5843335" y="5146861"/>
                  <a:pt x="5830921" y="5147051"/>
                  <a:pt x="5821375" y="5137142"/>
                </a:cubicBezTo>
                <a:cubicBezTo>
                  <a:pt x="5786501" y="5134144"/>
                  <a:pt x="5775399" y="5144200"/>
                  <a:pt x="5755916" y="5131695"/>
                </a:cubicBezTo>
                <a:cubicBezTo>
                  <a:pt x="5732132" y="5146996"/>
                  <a:pt x="5732735" y="5139753"/>
                  <a:pt x="5725007" y="5132964"/>
                </a:cubicBezTo>
                <a:lnTo>
                  <a:pt x="5723810" y="5132374"/>
                </a:lnTo>
                <a:lnTo>
                  <a:pt x="5720531" y="5134578"/>
                </a:lnTo>
                <a:lnTo>
                  <a:pt x="5714795" y="5134902"/>
                </a:lnTo>
                <a:lnTo>
                  <a:pt x="5700142" y="5131655"/>
                </a:lnTo>
                <a:lnTo>
                  <a:pt x="5694799" y="5129754"/>
                </a:lnTo>
                <a:cubicBezTo>
                  <a:pt x="5691058" y="5128696"/>
                  <a:pt x="5688491" y="5128320"/>
                  <a:pt x="5686627" y="5128420"/>
                </a:cubicBezTo>
                <a:lnTo>
                  <a:pt x="5686371" y="5128603"/>
                </a:lnTo>
                <a:lnTo>
                  <a:pt x="5678819" y="5126929"/>
                </a:lnTo>
                <a:cubicBezTo>
                  <a:pt x="5666199" y="5123608"/>
                  <a:pt x="5654035" y="5119908"/>
                  <a:pt x="5642547" y="5116000"/>
                </a:cubicBezTo>
                <a:cubicBezTo>
                  <a:pt x="5629445" y="5126457"/>
                  <a:pt x="5588783" y="5104807"/>
                  <a:pt x="5587979" y="5128480"/>
                </a:cubicBezTo>
                <a:cubicBezTo>
                  <a:pt x="5572317" y="5123886"/>
                  <a:pt x="5564904" y="5112774"/>
                  <a:pt x="5566635" y="5128675"/>
                </a:cubicBezTo>
                <a:cubicBezTo>
                  <a:pt x="5561375" y="5127594"/>
                  <a:pt x="5557787" y="5128327"/>
                  <a:pt x="5554953" y="5129937"/>
                </a:cubicBezTo>
                <a:lnTo>
                  <a:pt x="5554039" y="5130763"/>
                </a:lnTo>
                <a:lnTo>
                  <a:pt x="5514254" y="5120517"/>
                </a:lnTo>
                <a:lnTo>
                  <a:pt x="5492156" y="5111382"/>
                </a:lnTo>
                <a:lnTo>
                  <a:pt x="5480446" y="5107855"/>
                </a:lnTo>
                <a:lnTo>
                  <a:pt x="5477744" y="5104402"/>
                </a:lnTo>
                <a:cubicBezTo>
                  <a:pt x="5474490" y="5102038"/>
                  <a:pt x="5469391" y="5100405"/>
                  <a:pt x="5460150" y="5100442"/>
                </a:cubicBezTo>
                <a:lnTo>
                  <a:pt x="5457901" y="5100914"/>
                </a:lnTo>
                <a:lnTo>
                  <a:pt x="5444243" y="5094201"/>
                </a:lnTo>
                <a:cubicBezTo>
                  <a:pt x="5439994" y="5091441"/>
                  <a:pt x="5436419" y="5088231"/>
                  <a:pt x="5433825" y="5084410"/>
                </a:cubicBezTo>
                <a:cubicBezTo>
                  <a:pt x="5379443" y="5093528"/>
                  <a:pt x="5336110" y="5069767"/>
                  <a:pt x="5280996" y="5063773"/>
                </a:cubicBezTo>
                <a:cubicBezTo>
                  <a:pt x="5250806" y="5055129"/>
                  <a:pt x="5168599" y="5059471"/>
                  <a:pt x="5161582" y="5030966"/>
                </a:cubicBezTo>
                <a:cubicBezTo>
                  <a:pt x="5121870" y="5022662"/>
                  <a:pt x="5095637" y="5020496"/>
                  <a:pt x="5042717" y="5013952"/>
                </a:cubicBezTo>
                <a:cubicBezTo>
                  <a:pt x="4991136" y="4983679"/>
                  <a:pt x="4902283" y="4990567"/>
                  <a:pt x="4840514" y="4970468"/>
                </a:cubicBezTo>
                <a:cubicBezTo>
                  <a:pt x="4799904" y="4987615"/>
                  <a:pt x="4824087" y="4969531"/>
                  <a:pt x="4786778" y="4967817"/>
                </a:cubicBezTo>
                <a:cubicBezTo>
                  <a:pt x="4801901" y="4948343"/>
                  <a:pt x="4739845" y="4972374"/>
                  <a:pt x="4743741" y="4948216"/>
                </a:cubicBezTo>
                <a:cubicBezTo>
                  <a:pt x="4736829" y="4948670"/>
                  <a:pt x="4730010" y="4949869"/>
                  <a:pt x="4723136" y="4951257"/>
                </a:cubicBezTo>
                <a:lnTo>
                  <a:pt x="4719535" y="4951970"/>
                </a:lnTo>
                <a:lnTo>
                  <a:pt x="4706143" y="4950704"/>
                </a:lnTo>
                <a:lnTo>
                  <a:pt x="4701098" y="4955500"/>
                </a:lnTo>
                <a:lnTo>
                  <a:pt x="4680034" y="4957289"/>
                </a:lnTo>
                <a:cubicBezTo>
                  <a:pt x="4672339" y="4957161"/>
                  <a:pt x="4664292" y="4956094"/>
                  <a:pt x="4655741" y="4953520"/>
                </a:cubicBezTo>
                <a:cubicBezTo>
                  <a:pt x="4636359" y="4940479"/>
                  <a:pt x="4599701" y="4946454"/>
                  <a:pt x="4569298" y="4940691"/>
                </a:cubicBezTo>
                <a:lnTo>
                  <a:pt x="4555978" y="4935439"/>
                </a:lnTo>
                <a:lnTo>
                  <a:pt x="4508950" y="4932725"/>
                </a:lnTo>
                <a:cubicBezTo>
                  <a:pt x="4495669" y="4931511"/>
                  <a:pt x="4482007" y="4929765"/>
                  <a:pt x="4467838" y="4927057"/>
                </a:cubicBezTo>
                <a:lnTo>
                  <a:pt x="4441949" y="4920349"/>
                </a:lnTo>
                <a:lnTo>
                  <a:pt x="4394719" y="4912853"/>
                </a:lnTo>
                <a:lnTo>
                  <a:pt x="4356810" y="4916186"/>
                </a:lnTo>
                <a:lnTo>
                  <a:pt x="4222145" y="4920166"/>
                </a:lnTo>
                <a:cubicBezTo>
                  <a:pt x="4202488" y="4924963"/>
                  <a:pt x="4184742" y="4944595"/>
                  <a:pt x="4160481" y="4934555"/>
                </a:cubicBezTo>
                <a:cubicBezTo>
                  <a:pt x="4165854" y="4945670"/>
                  <a:pt x="4131661" y="4931019"/>
                  <a:pt x="4124879" y="4940397"/>
                </a:cubicBezTo>
                <a:cubicBezTo>
                  <a:pt x="4120895" y="4948198"/>
                  <a:pt x="4109593" y="4945570"/>
                  <a:pt x="4100114" y="4947117"/>
                </a:cubicBezTo>
                <a:cubicBezTo>
                  <a:pt x="4091835" y="4954382"/>
                  <a:pt x="4045978" y="4954676"/>
                  <a:pt x="4030957" y="4950944"/>
                </a:cubicBezTo>
                <a:cubicBezTo>
                  <a:pt x="3989825" y="4935537"/>
                  <a:pt x="3946860" y="4963196"/>
                  <a:pt x="3913764" y="4951738"/>
                </a:cubicBezTo>
                <a:cubicBezTo>
                  <a:pt x="3904534" y="4951024"/>
                  <a:pt x="3896577" y="4951663"/>
                  <a:pt x="3889457" y="4953140"/>
                </a:cubicBezTo>
                <a:lnTo>
                  <a:pt x="3871115" y="4959252"/>
                </a:lnTo>
                <a:lnTo>
                  <a:pt x="3869086" y="4964946"/>
                </a:lnTo>
                <a:lnTo>
                  <a:pt x="3856124" y="4966504"/>
                </a:lnTo>
                <a:lnTo>
                  <a:pt x="3835967" y="4975175"/>
                </a:lnTo>
                <a:cubicBezTo>
                  <a:pt x="3826465" y="4950975"/>
                  <a:pt x="3782586" y="4987146"/>
                  <a:pt x="3785910" y="4965148"/>
                </a:cubicBezTo>
                <a:cubicBezTo>
                  <a:pt x="3750785" y="4971249"/>
                  <a:pt x="3699033" y="4952693"/>
                  <a:pt x="3671085" y="4977741"/>
                </a:cubicBezTo>
                <a:cubicBezTo>
                  <a:pt x="3621255" y="4982620"/>
                  <a:pt x="3562637" y="4994206"/>
                  <a:pt x="3486928" y="4994420"/>
                </a:cubicBezTo>
                <a:cubicBezTo>
                  <a:pt x="3446030" y="4994640"/>
                  <a:pt x="3343460" y="4976299"/>
                  <a:pt x="3280956" y="4975036"/>
                </a:cubicBezTo>
                <a:cubicBezTo>
                  <a:pt x="3227193" y="4980695"/>
                  <a:pt x="3256481" y="4973778"/>
                  <a:pt x="3211563" y="4993919"/>
                </a:cubicBezTo>
                <a:cubicBezTo>
                  <a:pt x="3207119" y="4990757"/>
                  <a:pt x="3170070" y="4988394"/>
                  <a:pt x="3164681" y="4986606"/>
                </a:cubicBezTo>
                <a:lnTo>
                  <a:pt x="3127171" y="4979411"/>
                </a:lnTo>
                <a:lnTo>
                  <a:pt x="3096889" y="4976795"/>
                </a:lnTo>
                <a:cubicBezTo>
                  <a:pt x="3088441" y="4978753"/>
                  <a:pt x="3082883" y="4978233"/>
                  <a:pt x="3078620" y="4976620"/>
                </a:cubicBezTo>
                <a:lnTo>
                  <a:pt x="3074275" y="4973840"/>
                </a:lnTo>
                <a:lnTo>
                  <a:pt x="3036436" y="4968613"/>
                </a:lnTo>
                <a:lnTo>
                  <a:pt x="3031995" y="4969990"/>
                </a:lnTo>
                <a:lnTo>
                  <a:pt x="2994028" y="4967956"/>
                </a:lnTo>
                <a:cubicBezTo>
                  <a:pt x="2992299" y="4970105"/>
                  <a:pt x="2989407" y="4971561"/>
                  <a:pt x="2984001" y="4971609"/>
                </a:cubicBezTo>
                <a:cubicBezTo>
                  <a:pt x="2994191" y="4986644"/>
                  <a:pt x="2981386" y="4977427"/>
                  <a:pt x="2964542" y="4976237"/>
                </a:cubicBezTo>
                <a:cubicBezTo>
                  <a:pt x="2976613" y="4999323"/>
                  <a:pt x="2927627" y="4986817"/>
                  <a:pt x="2921274" y="4999668"/>
                </a:cubicBezTo>
                <a:cubicBezTo>
                  <a:pt x="2908629" y="4998274"/>
                  <a:pt x="2895476" y="4997220"/>
                  <a:pt x="2882111" y="4996632"/>
                </a:cubicBezTo>
                <a:lnTo>
                  <a:pt x="2874282" y="4996582"/>
                </a:lnTo>
                <a:cubicBezTo>
                  <a:pt x="2874237" y="4996658"/>
                  <a:pt x="2874193" y="4996735"/>
                  <a:pt x="2874147" y="4996812"/>
                </a:cubicBezTo>
                <a:cubicBezTo>
                  <a:pt x="2872492" y="4997296"/>
                  <a:pt x="2869935" y="4997466"/>
                  <a:pt x="2865932" y="4997221"/>
                </a:cubicBezTo>
                <a:lnTo>
                  <a:pt x="2860008" y="4996489"/>
                </a:lnTo>
                <a:lnTo>
                  <a:pt x="2844819" y="4996392"/>
                </a:lnTo>
                <a:lnTo>
                  <a:pt x="2839735" y="4997900"/>
                </a:lnTo>
                <a:lnTo>
                  <a:pt x="2837922" y="5000718"/>
                </a:lnTo>
                <a:lnTo>
                  <a:pt x="2836507" y="5000394"/>
                </a:lnTo>
                <a:cubicBezTo>
                  <a:pt x="2825749" y="4995427"/>
                  <a:pt x="2822382" y="4988291"/>
                  <a:pt x="2808859" y="5008050"/>
                </a:cubicBezTo>
                <a:cubicBezTo>
                  <a:pt x="2784233" y="4999995"/>
                  <a:pt x="2779499" y="5012041"/>
                  <a:pt x="2745907" y="5016391"/>
                </a:cubicBezTo>
                <a:cubicBezTo>
                  <a:pt x="2731796" y="5008784"/>
                  <a:pt x="2720518" y="5011549"/>
                  <a:pt x="2709519" y="5017601"/>
                </a:cubicBezTo>
                <a:cubicBezTo>
                  <a:pt x="2676766" y="5014138"/>
                  <a:pt x="2646981" y="5022656"/>
                  <a:pt x="2610212" y="5024813"/>
                </a:cubicBezTo>
                <a:cubicBezTo>
                  <a:pt x="2570359" y="5014992"/>
                  <a:pt x="2550109" y="5032793"/>
                  <a:pt x="2510814" y="5035020"/>
                </a:cubicBezTo>
                <a:cubicBezTo>
                  <a:pt x="2476639" y="5017991"/>
                  <a:pt x="2482834" y="5049980"/>
                  <a:pt x="2462736" y="5056754"/>
                </a:cubicBezTo>
                <a:lnTo>
                  <a:pt x="2457050" y="5057379"/>
                </a:lnTo>
                <a:lnTo>
                  <a:pt x="2442184" y="5054901"/>
                </a:lnTo>
                <a:lnTo>
                  <a:pt x="2436703" y="5053277"/>
                </a:lnTo>
                <a:cubicBezTo>
                  <a:pt x="2432888" y="5052418"/>
                  <a:pt x="2430299" y="5052175"/>
                  <a:pt x="2428451" y="5052373"/>
                </a:cubicBezTo>
                <a:lnTo>
                  <a:pt x="2420551" y="5051292"/>
                </a:lnTo>
                <a:cubicBezTo>
                  <a:pt x="2407700" y="5048633"/>
                  <a:pt x="2395274" y="5045570"/>
                  <a:pt x="2383501" y="5042264"/>
                </a:cubicBezTo>
                <a:cubicBezTo>
                  <a:pt x="2362992" y="5043848"/>
                  <a:pt x="2317884" y="5059023"/>
                  <a:pt x="2297493" y="5060796"/>
                </a:cubicBezTo>
                <a:lnTo>
                  <a:pt x="2261156" y="5052905"/>
                </a:lnTo>
                <a:lnTo>
                  <a:pt x="2200581" y="5036274"/>
                </a:lnTo>
                <a:lnTo>
                  <a:pt x="2198380" y="5036861"/>
                </a:lnTo>
                <a:lnTo>
                  <a:pt x="2116066" y="5030866"/>
                </a:lnTo>
                <a:cubicBezTo>
                  <a:pt x="2111600" y="5028328"/>
                  <a:pt x="2059664" y="5017338"/>
                  <a:pt x="2056754" y="5013653"/>
                </a:cubicBezTo>
                <a:cubicBezTo>
                  <a:pt x="2003393" y="5025622"/>
                  <a:pt x="1998298" y="5020073"/>
                  <a:pt x="1942916" y="5016969"/>
                </a:cubicBezTo>
                <a:cubicBezTo>
                  <a:pt x="1882138" y="5005950"/>
                  <a:pt x="1836966" y="4987831"/>
                  <a:pt x="1796717" y="4981610"/>
                </a:cubicBezTo>
                <a:cubicBezTo>
                  <a:pt x="1724075" y="4970499"/>
                  <a:pt x="1636218" y="4947449"/>
                  <a:pt x="1583222" y="4942334"/>
                </a:cubicBezTo>
                <a:cubicBezTo>
                  <a:pt x="1544265" y="4961611"/>
                  <a:pt x="1556109" y="4938719"/>
                  <a:pt x="1518821" y="4938963"/>
                </a:cubicBezTo>
                <a:cubicBezTo>
                  <a:pt x="1497291" y="4936197"/>
                  <a:pt x="1483221" y="4927794"/>
                  <a:pt x="1471837" y="4925740"/>
                </a:cubicBezTo>
                <a:lnTo>
                  <a:pt x="1450515" y="4926642"/>
                </a:lnTo>
                <a:lnTo>
                  <a:pt x="1437078" y="4926078"/>
                </a:lnTo>
                <a:lnTo>
                  <a:pt x="1432462" y="4931139"/>
                </a:lnTo>
                <a:lnTo>
                  <a:pt x="1411645" y="4934032"/>
                </a:lnTo>
                <a:cubicBezTo>
                  <a:pt x="1384856" y="4931153"/>
                  <a:pt x="1306656" y="4918434"/>
                  <a:pt x="1271729" y="4913863"/>
                </a:cubicBezTo>
                <a:cubicBezTo>
                  <a:pt x="1258697" y="4907976"/>
                  <a:pt x="1213546" y="4901042"/>
                  <a:pt x="1202076" y="4906608"/>
                </a:cubicBezTo>
                <a:cubicBezTo>
                  <a:pt x="1192059" y="4906580"/>
                  <a:pt x="1182171" y="4902320"/>
                  <a:pt x="1174670" y="4909064"/>
                </a:cubicBezTo>
                <a:cubicBezTo>
                  <a:pt x="1163701" y="4916862"/>
                  <a:pt x="1136874" y="4897641"/>
                  <a:pt x="1137035" y="4908989"/>
                </a:cubicBezTo>
                <a:cubicBezTo>
                  <a:pt x="1117838" y="4895687"/>
                  <a:pt x="1091386" y="4911450"/>
                  <a:pt x="1069882" y="4912892"/>
                </a:cubicBezTo>
                <a:cubicBezTo>
                  <a:pt x="1055589" y="4900472"/>
                  <a:pt x="1024570" y="4915744"/>
                  <a:pt x="980935" y="4911119"/>
                </a:cubicBezTo>
                <a:cubicBezTo>
                  <a:pt x="947614" y="4906556"/>
                  <a:pt x="913224" y="4897403"/>
                  <a:pt x="869960" y="4885518"/>
                </a:cubicBezTo>
                <a:cubicBezTo>
                  <a:pt x="819114" y="4856727"/>
                  <a:pt x="768074" y="4850663"/>
                  <a:pt x="721345" y="4839806"/>
                </a:cubicBezTo>
                <a:cubicBezTo>
                  <a:pt x="667944" y="4829906"/>
                  <a:pt x="698286" y="4859338"/>
                  <a:pt x="635428" y="4830000"/>
                </a:cubicBezTo>
                <a:cubicBezTo>
                  <a:pt x="626286" y="4837571"/>
                  <a:pt x="617638" y="4836842"/>
                  <a:pt x="604106" y="4830842"/>
                </a:cubicBezTo>
                <a:cubicBezTo>
                  <a:pt x="583276" y="4833091"/>
                  <a:pt x="539859" y="4845979"/>
                  <a:pt x="510451" y="4843485"/>
                </a:cubicBezTo>
                <a:cubicBezTo>
                  <a:pt x="489781" y="4840800"/>
                  <a:pt x="443867" y="4818678"/>
                  <a:pt x="427656" y="4815877"/>
                </a:cubicBezTo>
                <a:cubicBezTo>
                  <a:pt x="424088" y="4817297"/>
                  <a:pt x="419580" y="4820561"/>
                  <a:pt x="413184" y="4826676"/>
                </a:cubicBezTo>
                <a:cubicBezTo>
                  <a:pt x="387673" y="4816699"/>
                  <a:pt x="379855" y="4828170"/>
                  <a:pt x="341772" y="4829671"/>
                </a:cubicBezTo>
                <a:cubicBezTo>
                  <a:pt x="327795" y="4821005"/>
                  <a:pt x="314729" y="4822794"/>
                  <a:pt x="301266" y="4827842"/>
                </a:cubicBezTo>
                <a:cubicBezTo>
                  <a:pt x="265781" y="4821714"/>
                  <a:pt x="231017" y="4827635"/>
                  <a:pt x="189886" y="4826710"/>
                </a:cubicBezTo>
                <a:cubicBezTo>
                  <a:pt x="147910" y="4813727"/>
                  <a:pt x="121702" y="4829584"/>
                  <a:pt x="77762" y="4828518"/>
                </a:cubicBezTo>
                <a:cubicBezTo>
                  <a:pt x="38733" y="4806108"/>
                  <a:pt x="44308" y="4851138"/>
                  <a:pt x="8164" y="4846203"/>
                </a:cubicBezTo>
                <a:lnTo>
                  <a:pt x="0" y="4843648"/>
                </a:lnTo>
                <a:lnTo>
                  <a:pt x="0" y="4080681"/>
                </a:ln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5AF32F-CB71-422B-9418-D5EC40477CDE}"/>
              </a:ext>
            </a:extLst>
          </p:cNvPr>
          <p:cNvSpPr txBox="1"/>
          <p:nvPr/>
        </p:nvSpPr>
        <p:spPr>
          <a:xfrm>
            <a:off x="1351430" y="115691"/>
            <a:ext cx="29241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rial"/>
                <a:ea typeface="微软雅黑"/>
                <a:cs typeface="+mn-cs"/>
              </a:rPr>
              <a:t>Google Data Center</a:t>
            </a:r>
          </a:p>
        </p:txBody>
      </p:sp>
      <p:sp>
        <p:nvSpPr>
          <p:cNvPr id="10" name="TextBox 9">
            <a:extLst>
              <a:ext uri="{FF2B5EF4-FFF2-40B4-BE49-F238E27FC236}">
                <a16:creationId xmlns:a16="http://schemas.microsoft.com/office/drawing/2014/main" id="{0954B49C-082F-4548-8A24-E4B024FE0D8C}"/>
              </a:ext>
            </a:extLst>
          </p:cNvPr>
          <p:cNvSpPr txBox="1"/>
          <p:nvPr/>
        </p:nvSpPr>
        <p:spPr>
          <a:xfrm>
            <a:off x="7764340" y="155037"/>
            <a:ext cx="3283271"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2060"/>
                </a:solidFill>
                <a:effectLst/>
                <a:uLnTx/>
                <a:uFillTx/>
                <a:latin typeface="Arial"/>
                <a:ea typeface="微软雅黑"/>
                <a:cs typeface="+mn-cs"/>
              </a:rPr>
              <a:t>Facebook Data Center</a:t>
            </a:r>
          </a:p>
        </p:txBody>
      </p:sp>
    </p:spTree>
    <p:extLst>
      <p:ext uri="{BB962C8B-B14F-4D97-AF65-F5344CB8AC3E}">
        <p14:creationId xmlns:p14="http://schemas.microsoft.com/office/powerpoint/2010/main" val="161837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heel(1)">
                                      <p:cBhvr>
                                        <p:cTn id="7" dur="2000"/>
                                        <p:tgtEl>
                                          <p:spTgt spid="4098"/>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animEffect transition="in" filter="wheel(1)">
                                      <p:cBhvr>
                                        <p:cTn id="15" dur="2000"/>
                                        <p:tgtEl>
                                          <p:spTgt spid="4100"/>
                                        </p:tgtEl>
                                      </p:cBhvr>
                                    </p:animEffect>
                                  </p:childTnLst>
                                </p:cTn>
                              </p:par>
                              <p:par>
                                <p:cTn id="16" presetID="21" presetClass="entr" presetSubtype="1"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B0AA-B9F6-469F-8A79-66D68212F33B}"/>
              </a:ext>
            </a:extLst>
          </p:cNvPr>
          <p:cNvSpPr>
            <a:spLocks noGrp="1"/>
          </p:cNvSpPr>
          <p:nvPr>
            <p:ph type="title" idx="4294967295"/>
          </p:nvPr>
        </p:nvSpPr>
        <p:spPr>
          <a:xfrm>
            <a:off x="0" y="5029200"/>
            <a:ext cx="10925175" cy="1317625"/>
          </a:xfrm>
        </p:spPr>
        <p:txBody>
          <a:bodyPr vert="horz" lIns="91440" tIns="45720" rIns="91440" bIns="45720" rtlCol="0" anchor="b">
            <a:normAutofit/>
          </a:bodyPr>
          <a:lstStyle/>
          <a:p>
            <a:r>
              <a:rPr lang="en-US" sz="6000" kern="1200" dirty="0">
                <a:solidFill>
                  <a:srgbClr val="FF0000"/>
                </a:solidFill>
                <a:latin typeface="+mj-lt"/>
                <a:ea typeface="+mj-ea"/>
                <a:cs typeface="+mj-cs"/>
              </a:rPr>
              <a:t>TƯƠNG LAI CỦA ĐIỆN TOÁN</a:t>
            </a:r>
          </a:p>
        </p:txBody>
      </p:sp>
      <p:pic>
        <p:nvPicPr>
          <p:cNvPr id="5122" name="Picture 2" descr="2,158 Data Center Racks Illustrations &amp;amp; Clip Art - iStock">
            <a:extLst>
              <a:ext uri="{FF2B5EF4-FFF2-40B4-BE49-F238E27FC236}">
                <a16:creationId xmlns:a16="http://schemas.microsoft.com/office/drawing/2014/main" id="{E0BB16E9-6CD0-4ADD-9485-7D51FFD0DF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29" b="14492"/>
          <a:stretch/>
        </p:blipFill>
        <p:spPr bwMode="auto">
          <a:xfrm>
            <a:off x="6095999" y="-681"/>
            <a:ext cx="6096001" cy="518159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19333C1-4D68-4F8D-BE60-6BFE7FE1C57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73" b="1"/>
          <a:stretch/>
        </p:blipFill>
        <p:spPr bwMode="auto">
          <a:xfrm>
            <a:off x="20" y="10"/>
            <a:ext cx="6095974" cy="518159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CE2DF6C-4964-4442-A802-DA85930C60BA}"/>
              </a:ext>
            </a:extLst>
          </p:cNvPr>
          <p:cNvSpPr/>
          <p:nvPr/>
        </p:nvSpPr>
        <p:spPr>
          <a:xfrm>
            <a:off x="6095994" y="4648200"/>
            <a:ext cx="6095974" cy="532707"/>
          </a:xfrm>
          <a:prstGeom prst="rect">
            <a:avLst/>
          </a:prstGeom>
          <a:solidFill>
            <a:srgbClr val="4472C4">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Arial"/>
                <a:ea typeface="微软雅黑"/>
                <a:cs typeface="+mn-cs"/>
              </a:rPr>
              <a:t>DATA CENTER</a:t>
            </a:r>
          </a:p>
        </p:txBody>
      </p:sp>
    </p:spTree>
    <p:extLst>
      <p:ext uri="{BB962C8B-B14F-4D97-AF65-F5344CB8AC3E}">
        <p14:creationId xmlns:p14="http://schemas.microsoft.com/office/powerpoint/2010/main" val="2526614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circle(in)">
                                      <p:cBhvr>
                                        <p:cTn id="7" dur="2000"/>
                                        <p:tgtEl>
                                          <p:spTgt spid="5122"/>
                                        </p:tgtEl>
                                      </p:cBhvr>
                                    </p:animEffect>
                                  </p:childTnLst>
                                </p:cTn>
                              </p:par>
                            </p:childTnLst>
                          </p:cTn>
                        </p:par>
                        <p:par>
                          <p:cTn id="8" fill="hold">
                            <p:stCondLst>
                              <p:cond delay="20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down)">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nodeType="clickEffect">
                                  <p:stCondLst>
                                    <p:cond delay="0"/>
                                  </p:stCondLst>
                                  <p:childTnLst>
                                    <p:set>
                                      <p:cBhvr>
                                        <p:cTn id="15" dur="1" fill="hold">
                                          <p:stCondLst>
                                            <p:cond delay="0"/>
                                          </p:stCondLst>
                                        </p:cTn>
                                        <p:tgtEl>
                                          <p:spTgt spid="5124"/>
                                        </p:tgtEl>
                                        <p:attrNameLst>
                                          <p:attrName>style.visibility</p:attrName>
                                        </p:attrNameLst>
                                      </p:cBhvr>
                                      <p:to>
                                        <p:strVal val="visible"/>
                                      </p:to>
                                    </p:set>
                                    <p:animEffect transition="in" filter="circle(in)">
                                      <p:cBhvr>
                                        <p:cTn id="16" dur="10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414CB8-E8EE-4FCD-9408-CBFB1CBCF216}"/>
              </a:ext>
            </a:extLst>
          </p:cNvPr>
          <p:cNvSpPr>
            <a:spLocks noGrp="1"/>
          </p:cNvSpPr>
          <p:nvPr>
            <p:ph idx="4294967295"/>
          </p:nvPr>
        </p:nvSpPr>
        <p:spPr>
          <a:xfrm>
            <a:off x="1294917" y="1987671"/>
            <a:ext cx="10744200" cy="2289175"/>
          </a:xfrm>
        </p:spPr>
        <p:txBody>
          <a:bodyPr>
            <a:normAutofit/>
          </a:bodyPr>
          <a:lstStyle/>
          <a:p>
            <a:pPr marL="628650" indent="-628650">
              <a:lnSpc>
                <a:spcPct val="150000"/>
              </a:lnSpc>
              <a:spcBef>
                <a:spcPts val="1200"/>
              </a:spcBef>
              <a:buClr>
                <a:srgbClr val="C00000"/>
              </a:buClr>
              <a:buFont typeface="Wingdings" panose="05000000000000000000" pitchFamily="2" charset="2"/>
              <a:buChar char="Ø"/>
            </a:pPr>
            <a:r>
              <a:rPr lang="en-US" sz="3600" dirty="0"/>
              <a:t>Trung tâm </a:t>
            </a:r>
            <a:r>
              <a:rPr lang="en-US" sz="3600" dirty="0" err="1"/>
              <a:t>dữ</a:t>
            </a:r>
            <a:r>
              <a:rPr lang="en-US" sz="3600" dirty="0"/>
              <a:t> </a:t>
            </a:r>
            <a:r>
              <a:rPr lang="en-US" sz="3600" dirty="0" err="1"/>
              <a:t>liệu</a:t>
            </a:r>
            <a:r>
              <a:rPr lang="en-US" sz="3600" dirty="0"/>
              <a:t> </a:t>
            </a:r>
            <a:r>
              <a:rPr lang="en-US" sz="3600" dirty="0" err="1"/>
              <a:t>là</a:t>
            </a:r>
            <a:r>
              <a:rPr lang="en-US" sz="3600" dirty="0"/>
              <a:t> </a:t>
            </a:r>
            <a:r>
              <a:rPr lang="en-US" sz="3600" dirty="0" err="1"/>
              <a:t>gì</a:t>
            </a:r>
            <a:r>
              <a:rPr lang="en-US" sz="3600" dirty="0"/>
              <a:t>?</a:t>
            </a:r>
          </a:p>
          <a:p>
            <a:pPr marL="628650" indent="-628650">
              <a:lnSpc>
                <a:spcPct val="150000"/>
              </a:lnSpc>
              <a:spcBef>
                <a:spcPts val="1200"/>
              </a:spcBef>
              <a:buClr>
                <a:srgbClr val="C00000"/>
              </a:buClr>
              <a:buFont typeface="Wingdings" panose="05000000000000000000" pitchFamily="2" charset="2"/>
              <a:buChar char="Ø"/>
            </a:pPr>
            <a:r>
              <a:rPr lang="en-US" sz="3600" dirty="0" err="1"/>
              <a:t>Kể</a:t>
            </a:r>
            <a:r>
              <a:rPr lang="en-US" sz="3600" dirty="0"/>
              <a:t> </a:t>
            </a:r>
            <a:r>
              <a:rPr lang="en-US" sz="3600" dirty="0" err="1"/>
              <a:t>tên</a:t>
            </a:r>
            <a:r>
              <a:rPr lang="en-US" sz="3600" dirty="0"/>
              <a:t> </a:t>
            </a:r>
            <a:r>
              <a:rPr lang="en-US" sz="3600" dirty="0" err="1"/>
              <a:t>một</a:t>
            </a:r>
            <a:r>
              <a:rPr lang="en-US" sz="3600" dirty="0"/>
              <a:t> </a:t>
            </a:r>
            <a:r>
              <a:rPr lang="en-US" sz="3600" dirty="0" err="1"/>
              <a:t>vài</a:t>
            </a:r>
            <a:r>
              <a:rPr lang="en-US" sz="3600" dirty="0"/>
              <a:t> </a:t>
            </a:r>
            <a:r>
              <a:rPr lang="en-US" sz="3600" dirty="0" err="1"/>
              <a:t>trung</a:t>
            </a:r>
            <a:r>
              <a:rPr lang="en-US" sz="3600" dirty="0"/>
              <a:t> tâm </a:t>
            </a:r>
            <a:r>
              <a:rPr lang="en-US" sz="3600" dirty="0" err="1"/>
              <a:t>dữ</a:t>
            </a:r>
            <a:r>
              <a:rPr lang="en-US" sz="3600" dirty="0"/>
              <a:t> </a:t>
            </a:r>
            <a:r>
              <a:rPr lang="en-US" sz="3600" dirty="0" err="1"/>
              <a:t>liệu</a:t>
            </a:r>
            <a:r>
              <a:rPr lang="en-US" sz="3600" dirty="0"/>
              <a:t> </a:t>
            </a:r>
            <a:r>
              <a:rPr lang="en-US" sz="3600" dirty="0" err="1"/>
              <a:t>mà</a:t>
            </a:r>
            <a:r>
              <a:rPr lang="en-US" sz="3600" dirty="0"/>
              <a:t> </a:t>
            </a:r>
            <a:r>
              <a:rPr lang="en-US" sz="3600" dirty="0" err="1"/>
              <a:t>em</a:t>
            </a:r>
            <a:r>
              <a:rPr lang="en-US" sz="3600" dirty="0"/>
              <a:t> </a:t>
            </a:r>
            <a:r>
              <a:rPr lang="en-US" sz="3600" dirty="0" err="1"/>
              <a:t>biết</a:t>
            </a:r>
            <a:endParaRPr lang="en-US" sz="3600" dirty="0"/>
          </a:p>
        </p:txBody>
      </p:sp>
      <p:sp>
        <p:nvSpPr>
          <p:cNvPr id="5" name="TextBox 4">
            <a:extLst>
              <a:ext uri="{FF2B5EF4-FFF2-40B4-BE49-F238E27FC236}">
                <a16:creationId xmlns:a16="http://schemas.microsoft.com/office/drawing/2014/main" id="{8E1E97DB-B3F8-3AAE-DCBC-E2884B9CBE92}"/>
              </a:ext>
            </a:extLst>
          </p:cNvPr>
          <p:cNvSpPr txBox="1"/>
          <p:nvPr/>
        </p:nvSpPr>
        <p:spPr>
          <a:xfrm>
            <a:off x="1736202" y="295683"/>
            <a:ext cx="986163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0000"/>
                </a:solidFill>
                <a:effectLst/>
                <a:uLnTx/>
                <a:uFillTx/>
                <a:latin typeface="Arial"/>
                <a:ea typeface="微软雅黑"/>
                <a:cs typeface="+mn-cs"/>
              </a:rPr>
              <a:t>TRUNG TÂM DỮ LIỆU – DATA CENTER</a:t>
            </a:r>
          </a:p>
        </p:txBody>
      </p:sp>
    </p:spTree>
    <p:extLst>
      <p:ext uri="{BB962C8B-B14F-4D97-AF65-F5344CB8AC3E}">
        <p14:creationId xmlns:p14="http://schemas.microsoft.com/office/powerpoint/2010/main" val="427370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1CBB-87FD-E69D-2D0A-D7D58B22A5B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84D45514-7455-DF8F-B3D7-D37B780100ED}"/>
              </a:ext>
            </a:extLst>
          </p:cNvPr>
          <p:cNvSpPr txBox="1">
            <a:spLocks/>
          </p:cNvSpPr>
          <p:nvPr/>
        </p:nvSpPr>
        <p:spPr>
          <a:xfrm>
            <a:off x="1277821" y="1033990"/>
            <a:ext cx="10504309" cy="264957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065" marR="5080" lvl="0" indent="0" algn="ctr" defTabSz="914400" rtl="0" eaLnBrk="1" fontAlgn="auto" latinLnBrk="0" hangingPunct="1">
              <a:lnSpc>
                <a:spcPct val="150000"/>
              </a:lnSpc>
              <a:spcBef>
                <a:spcPts val="295"/>
              </a:spcBef>
              <a:spcAft>
                <a:spcPts val="0"/>
              </a:spcAft>
              <a:buClrTx/>
              <a:buSzTx/>
              <a:buFontTx/>
              <a:buNone/>
              <a:tabLst/>
              <a:defRPr/>
            </a:pPr>
            <a:r>
              <a:rPr kumimoji="0" lang="en-US" sz="6000" b="1" i="0" u="none" strike="noStrike" kern="1200" cap="none" spc="-320" normalizeH="0" baseline="0" noProof="0">
                <a:ln>
                  <a:noFill/>
                </a:ln>
                <a:solidFill>
                  <a:srgbClr val="0070C0"/>
                </a:solidFill>
                <a:effectLst/>
                <a:uLnTx/>
                <a:uFillTx/>
                <a:latin typeface="Arial"/>
                <a:ea typeface="微软雅黑"/>
                <a:cs typeface="Arial"/>
              </a:rPr>
              <a:t>PHẦN 5:</a:t>
            </a:r>
          </a:p>
          <a:p>
            <a:pPr marL="12065" marR="5080" lvl="0" indent="0" algn="ctr" defTabSz="914400" rtl="0" eaLnBrk="1" fontAlgn="auto" latinLnBrk="0" hangingPunct="1">
              <a:lnSpc>
                <a:spcPct val="150000"/>
              </a:lnSpc>
              <a:spcBef>
                <a:spcPts val="295"/>
              </a:spcBef>
              <a:spcAft>
                <a:spcPts val="0"/>
              </a:spcAft>
              <a:buClrTx/>
              <a:buSzTx/>
              <a:buFontTx/>
              <a:buNone/>
              <a:tabLst/>
              <a:defRPr/>
            </a:pPr>
            <a:r>
              <a:rPr kumimoji="0" lang="en-US" sz="6000" b="1" i="0" u="none" strike="noStrike" kern="1200" cap="none" spc="-320" normalizeH="0" baseline="0" noProof="0">
                <a:ln>
                  <a:noFill/>
                </a:ln>
                <a:solidFill>
                  <a:srgbClr val="0070C0"/>
                </a:solidFill>
                <a:effectLst/>
                <a:uLnTx/>
                <a:uFillTx/>
                <a:latin typeface="Arial"/>
                <a:ea typeface="微软雅黑"/>
                <a:cs typeface="Arial"/>
              </a:rPr>
              <a:t>TẦM QUAN TRỌNG CỦA CNTT</a:t>
            </a:r>
            <a:endParaRPr kumimoji="0" lang="vi-VN" sz="6000" b="1" i="0" u="none" strike="noStrike" kern="1200" cap="none" spc="0" normalizeH="0" baseline="0" noProof="0" dirty="0">
              <a:ln>
                <a:noFill/>
              </a:ln>
              <a:solidFill>
                <a:srgbClr val="0070C0"/>
              </a:solidFill>
              <a:effectLst/>
              <a:uLnTx/>
              <a:uFillTx/>
              <a:latin typeface="Arial"/>
              <a:ea typeface="微软雅黑"/>
              <a:cs typeface="Arial"/>
            </a:endParaRPr>
          </a:p>
        </p:txBody>
      </p:sp>
    </p:spTree>
    <p:extLst>
      <p:ext uri="{BB962C8B-B14F-4D97-AF65-F5344CB8AC3E}">
        <p14:creationId xmlns:p14="http://schemas.microsoft.com/office/powerpoint/2010/main" val="3535289467"/>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AC7E-4912-C40A-484A-5B1841507326}"/>
              </a:ext>
            </a:extLst>
          </p:cNvPr>
          <p:cNvSpPr>
            <a:spLocks noGrp="1"/>
          </p:cNvSpPr>
          <p:nvPr>
            <p:ph sz="quarter" idx="10"/>
          </p:nvPr>
        </p:nvSpPr>
        <p:spPr>
          <a:xfrm>
            <a:off x="495300" y="1485900"/>
            <a:ext cx="11023600" cy="1638300"/>
          </a:xfrm>
        </p:spPr>
        <p:txBody>
          <a:bodyPr/>
          <a:lstStyle/>
          <a:p>
            <a:r>
              <a:rPr lang="en-US" dirty="0"/>
              <a:t>Trong doanh nghiệp</a:t>
            </a:r>
          </a:p>
          <a:p>
            <a:r>
              <a:rPr lang="en-US" dirty="0"/>
              <a:t>Trong </a:t>
            </a:r>
            <a:r>
              <a:rPr lang="en-US" dirty="0" err="1"/>
              <a:t>giáo</a:t>
            </a:r>
            <a:r>
              <a:rPr lang="en-US" dirty="0"/>
              <a:t> dục</a:t>
            </a:r>
          </a:p>
          <a:p>
            <a:r>
              <a:rPr lang="en-US" dirty="0"/>
              <a:t>Trong </a:t>
            </a:r>
            <a:r>
              <a:rPr lang="en-US" dirty="0" err="1"/>
              <a:t>cuộc</a:t>
            </a:r>
            <a:r>
              <a:rPr lang="en-US" dirty="0"/>
              <a:t> </a:t>
            </a:r>
            <a:r>
              <a:rPr lang="en-US" dirty="0" err="1"/>
              <a:t>sống</a:t>
            </a:r>
            <a:r>
              <a:rPr lang="en-US" dirty="0"/>
              <a:t> hàng </a:t>
            </a:r>
            <a:r>
              <a:rPr lang="en-US" dirty="0" err="1"/>
              <a:t>ngày</a:t>
            </a:r>
            <a:endParaRPr lang="en-US" dirty="0"/>
          </a:p>
          <a:p>
            <a:pPr marL="0" indent="0">
              <a:buNone/>
            </a:pPr>
            <a:endParaRPr lang="en-US" dirty="0"/>
          </a:p>
        </p:txBody>
      </p:sp>
      <p:sp>
        <p:nvSpPr>
          <p:cNvPr id="2" name="Title 1">
            <a:extLst>
              <a:ext uri="{FF2B5EF4-FFF2-40B4-BE49-F238E27FC236}">
                <a16:creationId xmlns:a16="http://schemas.microsoft.com/office/drawing/2014/main" id="{E3F34387-4CF2-F9B6-2318-CE504556BCF1}"/>
              </a:ext>
            </a:extLst>
          </p:cNvPr>
          <p:cNvSpPr>
            <a:spLocks noGrp="1"/>
          </p:cNvSpPr>
          <p:nvPr>
            <p:ph type="title" idx="4294967295"/>
          </p:nvPr>
        </p:nvSpPr>
        <p:spPr>
          <a:xfrm>
            <a:off x="1676400" y="222973"/>
            <a:ext cx="10515600" cy="914400"/>
          </a:xfrm>
          <a:prstGeom prst="rect">
            <a:avLst/>
          </a:prstGeom>
        </p:spPr>
        <p:txBody>
          <a:bodyPr/>
          <a:lstStyle/>
          <a:p>
            <a:r>
              <a:rPr lang="en-US" b="1" dirty="0">
                <a:solidFill>
                  <a:srgbClr val="C00000"/>
                </a:solidFill>
              </a:rPr>
              <a:t>TẦM QUAN TRỌNG CỦA CNTT</a:t>
            </a:r>
          </a:p>
        </p:txBody>
      </p:sp>
    </p:spTree>
    <p:extLst>
      <p:ext uri="{BB962C8B-B14F-4D97-AF65-F5344CB8AC3E}">
        <p14:creationId xmlns:p14="http://schemas.microsoft.com/office/powerpoint/2010/main" val="652889540"/>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AC7E-4912-C40A-484A-5B1841507326}"/>
              </a:ext>
            </a:extLst>
          </p:cNvPr>
          <p:cNvSpPr>
            <a:spLocks noGrp="1"/>
          </p:cNvSpPr>
          <p:nvPr>
            <p:ph sz="quarter" idx="10"/>
          </p:nvPr>
        </p:nvSpPr>
        <p:spPr>
          <a:xfrm>
            <a:off x="495300" y="1485900"/>
            <a:ext cx="11023600" cy="1257300"/>
          </a:xfrm>
        </p:spPr>
        <p:txBody>
          <a:bodyPr/>
          <a:lstStyle/>
          <a:p>
            <a:r>
              <a:rPr lang="en-US" dirty="0"/>
              <a:t>Trong doanh nghiệp</a:t>
            </a:r>
          </a:p>
          <a:p>
            <a:pPr lvl="1"/>
            <a:r>
              <a:rPr lang="en-US" dirty="0" err="1"/>
              <a:t>Để</a:t>
            </a:r>
            <a:r>
              <a:rPr lang="en-US" dirty="0"/>
              <a:t> </a:t>
            </a:r>
            <a:r>
              <a:rPr lang="en-US" dirty="0" err="1"/>
              <a:t>tăng</a:t>
            </a:r>
            <a:r>
              <a:rPr lang="en-US" dirty="0"/>
              <a:t> </a:t>
            </a:r>
            <a:r>
              <a:rPr lang="en-US" dirty="0" err="1"/>
              <a:t>khả</a:t>
            </a:r>
            <a:r>
              <a:rPr lang="en-US" dirty="0"/>
              <a:t> năng </a:t>
            </a:r>
            <a:r>
              <a:rPr lang="en-US" dirty="0" err="1"/>
              <a:t>cạnh</a:t>
            </a:r>
            <a:r>
              <a:rPr lang="en-US" dirty="0"/>
              <a:t> </a:t>
            </a:r>
            <a:r>
              <a:rPr lang="en-US" dirty="0" err="1"/>
              <a:t>tranh</a:t>
            </a:r>
            <a:endParaRPr lang="en-US" dirty="0"/>
          </a:p>
          <a:p>
            <a:pPr marL="0" indent="0">
              <a:buNone/>
            </a:pPr>
            <a:endParaRPr lang="en-US" dirty="0"/>
          </a:p>
        </p:txBody>
      </p:sp>
      <p:sp>
        <p:nvSpPr>
          <p:cNvPr id="2" name="Title 1">
            <a:extLst>
              <a:ext uri="{FF2B5EF4-FFF2-40B4-BE49-F238E27FC236}">
                <a16:creationId xmlns:a16="http://schemas.microsoft.com/office/drawing/2014/main" id="{E3F34387-4CF2-F9B6-2318-CE504556BCF1}"/>
              </a:ext>
            </a:extLst>
          </p:cNvPr>
          <p:cNvSpPr>
            <a:spLocks noGrp="1"/>
          </p:cNvSpPr>
          <p:nvPr>
            <p:ph type="title" idx="4294967295"/>
          </p:nvPr>
        </p:nvSpPr>
        <p:spPr>
          <a:xfrm>
            <a:off x="1676400" y="246122"/>
            <a:ext cx="10515600" cy="914400"/>
          </a:xfrm>
          <a:prstGeom prst="rect">
            <a:avLst/>
          </a:prstGeom>
        </p:spPr>
        <p:txBody>
          <a:bodyPr/>
          <a:lstStyle/>
          <a:p>
            <a:r>
              <a:rPr lang="en-US" b="1" dirty="0">
                <a:solidFill>
                  <a:srgbClr val="C00000"/>
                </a:solidFill>
              </a:rPr>
              <a:t>TẦM QUAN TRỌNG CỦA CNTT</a:t>
            </a:r>
          </a:p>
        </p:txBody>
      </p:sp>
      <p:sp>
        <p:nvSpPr>
          <p:cNvPr id="6" name="TextBox 5">
            <a:extLst>
              <a:ext uri="{FF2B5EF4-FFF2-40B4-BE49-F238E27FC236}">
                <a16:creationId xmlns:a16="http://schemas.microsoft.com/office/drawing/2014/main" id="{E194264F-A156-B788-62F0-7D15BF3C9183}"/>
              </a:ext>
            </a:extLst>
          </p:cNvPr>
          <p:cNvSpPr txBox="1"/>
          <p:nvPr/>
        </p:nvSpPr>
        <p:spPr>
          <a:xfrm>
            <a:off x="1130300" y="2743200"/>
            <a:ext cx="10388600" cy="1974643"/>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vi-VN" sz="2600" b="0" i="1" u="none" strike="noStrike" kern="1200" cap="none" spc="0" normalizeH="0" baseline="0" noProof="0" dirty="0">
                <a:ln>
                  <a:noFill/>
                </a:ln>
                <a:solidFill>
                  <a:srgbClr val="2C3E50"/>
                </a:solidFill>
                <a:effectLst/>
                <a:uLnTx/>
                <a:uFillTx/>
                <a:latin typeface="Roboto" panose="02000000000000000000" pitchFamily="2" charset="0"/>
                <a:ea typeface="微软雅黑"/>
                <a:cs typeface="+mn-cs"/>
              </a:rPr>
              <a:t>Trong thời kỳ hội nhập hiện nay, các doanh nghiệp không chỉ cạnh tranh với nhau ở trong nước mà còn phải cạnh tranh với các doanh nghiệp nước ngoài. Vì vậy, công nghệ thông tin là một mắt xích không thể thiếu, là cây cầu nối thúc đẩy sự phát triển của doanh nghiệp!</a:t>
            </a:r>
            <a:endParaRPr kumimoji="0" lang="en-US" sz="2600" b="0" i="1" u="none" strike="noStrike" kern="1200" cap="none" spc="0" normalizeH="0" baseline="0" noProof="0" dirty="0">
              <a:ln>
                <a:noFill/>
              </a:ln>
              <a:solidFill>
                <a:srgbClr val="2C3E50"/>
              </a:solidFill>
              <a:effectLst/>
              <a:uLnTx/>
              <a:uFillTx/>
              <a:latin typeface="Arial"/>
              <a:ea typeface="微软雅黑"/>
              <a:cs typeface="+mn-cs"/>
            </a:endParaRPr>
          </a:p>
        </p:txBody>
      </p:sp>
    </p:spTree>
    <p:extLst>
      <p:ext uri="{BB962C8B-B14F-4D97-AF65-F5344CB8AC3E}">
        <p14:creationId xmlns:p14="http://schemas.microsoft.com/office/powerpoint/2010/main" val="86424654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AC7E-4912-C40A-484A-5B1841507326}"/>
              </a:ext>
            </a:extLst>
          </p:cNvPr>
          <p:cNvSpPr>
            <a:spLocks noGrp="1"/>
          </p:cNvSpPr>
          <p:nvPr>
            <p:ph sz="quarter" idx="10"/>
          </p:nvPr>
        </p:nvSpPr>
        <p:spPr>
          <a:xfrm>
            <a:off x="495300" y="1485900"/>
            <a:ext cx="11023600" cy="1574800"/>
          </a:xfrm>
        </p:spPr>
        <p:txBody>
          <a:bodyPr/>
          <a:lstStyle/>
          <a:p>
            <a:r>
              <a:rPr lang="en-US" dirty="0"/>
              <a:t>Trong </a:t>
            </a:r>
            <a:r>
              <a:rPr lang="en-US" dirty="0" err="1"/>
              <a:t>giáo</a:t>
            </a:r>
            <a:r>
              <a:rPr lang="en-US" dirty="0"/>
              <a:t> dục</a:t>
            </a:r>
          </a:p>
          <a:p>
            <a:pPr lvl="1"/>
            <a:r>
              <a:rPr lang="en-US" dirty="0"/>
              <a:t>Công </a:t>
            </a:r>
            <a:r>
              <a:rPr lang="en-US" dirty="0" err="1"/>
              <a:t>cụ</a:t>
            </a:r>
            <a:r>
              <a:rPr lang="en-US" dirty="0"/>
              <a:t> </a:t>
            </a:r>
            <a:r>
              <a:rPr lang="en-US" dirty="0" err="1"/>
              <a:t>hỗ</a:t>
            </a:r>
            <a:r>
              <a:rPr lang="en-US" dirty="0"/>
              <a:t> trợ </a:t>
            </a:r>
            <a:r>
              <a:rPr lang="en-US" dirty="0" err="1"/>
              <a:t>giảng</a:t>
            </a:r>
            <a:r>
              <a:rPr lang="en-US" dirty="0"/>
              <a:t> </a:t>
            </a:r>
            <a:r>
              <a:rPr lang="en-US" dirty="0" err="1"/>
              <a:t>dạy</a:t>
            </a:r>
            <a:r>
              <a:rPr lang="en-US" dirty="0"/>
              <a:t> </a:t>
            </a:r>
            <a:r>
              <a:rPr lang="en-US" dirty="0" err="1"/>
              <a:t>trên</a:t>
            </a:r>
            <a:r>
              <a:rPr lang="en-US" dirty="0"/>
              <a:t> </a:t>
            </a:r>
            <a:r>
              <a:rPr lang="en-US" dirty="0" err="1"/>
              <a:t>lớp</a:t>
            </a:r>
            <a:endParaRPr lang="en-US" dirty="0"/>
          </a:p>
          <a:p>
            <a:pPr lvl="1"/>
            <a:r>
              <a:rPr lang="en-US" dirty="0"/>
              <a:t>Học online</a:t>
            </a:r>
          </a:p>
          <a:p>
            <a:pPr marL="0" indent="0">
              <a:buNone/>
            </a:pPr>
            <a:endParaRPr lang="en-US" dirty="0"/>
          </a:p>
        </p:txBody>
      </p:sp>
      <p:sp>
        <p:nvSpPr>
          <p:cNvPr id="2" name="Title 1">
            <a:extLst>
              <a:ext uri="{FF2B5EF4-FFF2-40B4-BE49-F238E27FC236}">
                <a16:creationId xmlns:a16="http://schemas.microsoft.com/office/drawing/2014/main" id="{E3F34387-4CF2-F9B6-2318-CE504556BCF1}"/>
              </a:ext>
            </a:extLst>
          </p:cNvPr>
          <p:cNvSpPr>
            <a:spLocks noGrp="1"/>
          </p:cNvSpPr>
          <p:nvPr>
            <p:ph type="title" idx="4294967295"/>
          </p:nvPr>
        </p:nvSpPr>
        <p:spPr>
          <a:xfrm>
            <a:off x="1676400" y="403122"/>
            <a:ext cx="10515600" cy="914400"/>
          </a:xfrm>
          <a:prstGeom prst="rect">
            <a:avLst/>
          </a:prstGeom>
        </p:spPr>
        <p:txBody>
          <a:bodyPr/>
          <a:lstStyle/>
          <a:p>
            <a:r>
              <a:rPr lang="en-US" b="1" dirty="0">
                <a:solidFill>
                  <a:srgbClr val="C00000"/>
                </a:solidFill>
              </a:rPr>
              <a:t>TẦM QUAN TRỌNG CỦA CNTT</a:t>
            </a:r>
          </a:p>
        </p:txBody>
      </p:sp>
      <p:sp>
        <p:nvSpPr>
          <p:cNvPr id="6" name="TextBox 5">
            <a:extLst>
              <a:ext uri="{FF2B5EF4-FFF2-40B4-BE49-F238E27FC236}">
                <a16:creationId xmlns:a16="http://schemas.microsoft.com/office/drawing/2014/main" id="{E194264F-A156-B788-62F0-7D15BF3C9183}"/>
              </a:ext>
            </a:extLst>
          </p:cNvPr>
          <p:cNvSpPr txBox="1"/>
          <p:nvPr/>
        </p:nvSpPr>
        <p:spPr>
          <a:xfrm>
            <a:off x="1130300" y="3397457"/>
            <a:ext cx="10388600" cy="1974643"/>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vi-VN" sz="2600" b="0" i="1" u="none" strike="noStrike" kern="1200" cap="none" spc="0" normalizeH="0" baseline="0" noProof="0" dirty="0">
                <a:ln>
                  <a:noFill/>
                </a:ln>
                <a:solidFill>
                  <a:srgbClr val="2C3E50"/>
                </a:solidFill>
                <a:effectLst/>
                <a:uLnTx/>
                <a:uFillTx/>
                <a:latin typeface="Roboto" panose="02000000000000000000" pitchFamily="2" charset="0"/>
                <a:ea typeface="微软雅黑"/>
                <a:cs typeface="+mn-cs"/>
              </a:rPr>
              <a:t>Và sự thay đổi lớn nhất chính là việc học online trở nên phổ biến ở mọi trường lớp, mọi hệ đào tạo! Học sinh, sinh viên, giáo viên trở nên quá quen thuộc với những phần mềm hỗ trợ học online như: Zoom, Teams, Google Meets…</a:t>
            </a:r>
            <a:endParaRPr kumimoji="0" lang="en-US" sz="2600" b="0" i="1" u="none" strike="noStrike" kern="1200" cap="none" spc="0" normalizeH="0" baseline="0" noProof="0" dirty="0">
              <a:ln>
                <a:noFill/>
              </a:ln>
              <a:solidFill>
                <a:srgbClr val="2C3E50"/>
              </a:solidFill>
              <a:effectLst/>
              <a:uLnTx/>
              <a:uFillTx/>
              <a:latin typeface="Arial"/>
              <a:ea typeface="微软雅黑"/>
              <a:cs typeface="+mn-cs"/>
            </a:endParaRPr>
          </a:p>
        </p:txBody>
      </p:sp>
    </p:spTree>
    <p:extLst>
      <p:ext uri="{BB962C8B-B14F-4D97-AF65-F5344CB8AC3E}">
        <p14:creationId xmlns:p14="http://schemas.microsoft.com/office/powerpoint/2010/main" val="3582258275"/>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AC7E-4912-C40A-484A-5B1841507326}"/>
              </a:ext>
            </a:extLst>
          </p:cNvPr>
          <p:cNvSpPr>
            <a:spLocks noGrp="1"/>
          </p:cNvSpPr>
          <p:nvPr>
            <p:ph sz="quarter" idx="10"/>
          </p:nvPr>
        </p:nvSpPr>
        <p:spPr>
          <a:xfrm>
            <a:off x="495300" y="1485900"/>
            <a:ext cx="11023600" cy="2898878"/>
          </a:xfrm>
        </p:spPr>
        <p:txBody>
          <a:bodyPr/>
          <a:lstStyle/>
          <a:p>
            <a:r>
              <a:rPr lang="en-US" dirty="0"/>
              <a:t>Trong </a:t>
            </a:r>
            <a:r>
              <a:rPr lang="en-US" dirty="0" err="1"/>
              <a:t>cuộc</a:t>
            </a:r>
            <a:r>
              <a:rPr lang="en-US" dirty="0"/>
              <a:t> </a:t>
            </a:r>
            <a:r>
              <a:rPr lang="en-US" dirty="0" err="1"/>
              <a:t>sống</a:t>
            </a:r>
            <a:r>
              <a:rPr lang="en-US" dirty="0"/>
              <a:t> hàng </a:t>
            </a:r>
            <a:r>
              <a:rPr lang="en-US" dirty="0" err="1"/>
              <a:t>ngày</a:t>
            </a:r>
            <a:endParaRPr lang="en-US" dirty="0"/>
          </a:p>
          <a:p>
            <a:pPr lvl="1"/>
            <a:r>
              <a:rPr lang="en-US" dirty="0" err="1"/>
              <a:t>Tìm</a:t>
            </a:r>
            <a:r>
              <a:rPr lang="en-US" dirty="0"/>
              <a:t> </a:t>
            </a:r>
            <a:r>
              <a:rPr lang="en-US" dirty="0" err="1"/>
              <a:t>kiếm</a:t>
            </a:r>
            <a:r>
              <a:rPr lang="en-US" dirty="0"/>
              <a:t> thông tin </a:t>
            </a:r>
            <a:r>
              <a:rPr lang="en-US" dirty="0" err="1"/>
              <a:t>về</a:t>
            </a:r>
            <a:r>
              <a:rPr lang="en-US" dirty="0"/>
              <a:t> </a:t>
            </a:r>
            <a:r>
              <a:rPr lang="en-US" dirty="0" err="1"/>
              <a:t>bất</a:t>
            </a:r>
            <a:r>
              <a:rPr lang="en-US" dirty="0"/>
              <a:t> </a:t>
            </a:r>
            <a:r>
              <a:rPr lang="en-US" dirty="0" err="1"/>
              <a:t>kỳ</a:t>
            </a:r>
            <a:r>
              <a:rPr lang="en-US" dirty="0"/>
              <a:t> </a:t>
            </a:r>
            <a:r>
              <a:rPr lang="en-US" dirty="0" err="1"/>
              <a:t>một</a:t>
            </a:r>
            <a:r>
              <a:rPr lang="en-US" dirty="0"/>
              <a:t> </a:t>
            </a:r>
            <a:r>
              <a:rPr lang="en-US" dirty="0" err="1"/>
              <a:t>vấn</a:t>
            </a:r>
            <a:r>
              <a:rPr lang="en-US" dirty="0"/>
              <a:t> </a:t>
            </a:r>
            <a:r>
              <a:rPr lang="en-US" dirty="0" err="1"/>
              <a:t>đề</a:t>
            </a:r>
            <a:r>
              <a:rPr lang="en-US" dirty="0"/>
              <a:t> </a:t>
            </a:r>
            <a:r>
              <a:rPr lang="en-US" dirty="0" err="1"/>
              <a:t>nào</a:t>
            </a:r>
            <a:r>
              <a:rPr lang="en-US" dirty="0"/>
              <a:t>: </a:t>
            </a:r>
            <a:r>
              <a:rPr lang="en-US" dirty="0" err="1"/>
              <a:t>những</a:t>
            </a:r>
            <a:r>
              <a:rPr lang="en-US" dirty="0"/>
              <a:t> bản </a:t>
            </a:r>
            <a:r>
              <a:rPr lang="en-US" dirty="0" err="1"/>
              <a:t>nhạc</a:t>
            </a:r>
            <a:r>
              <a:rPr lang="en-US" dirty="0"/>
              <a:t> hot, </a:t>
            </a:r>
            <a:r>
              <a:rPr lang="en-US" dirty="0" err="1"/>
              <a:t>cách</a:t>
            </a:r>
            <a:r>
              <a:rPr lang="en-US" dirty="0"/>
              <a:t> </a:t>
            </a:r>
            <a:r>
              <a:rPr lang="en-US" dirty="0" err="1"/>
              <a:t>nấu</a:t>
            </a:r>
            <a:r>
              <a:rPr lang="en-US" dirty="0"/>
              <a:t> </a:t>
            </a:r>
            <a:r>
              <a:rPr lang="en-US" dirty="0" err="1"/>
              <a:t>một</a:t>
            </a:r>
            <a:r>
              <a:rPr lang="en-US" dirty="0"/>
              <a:t> </a:t>
            </a:r>
            <a:r>
              <a:rPr lang="en-US" dirty="0" err="1"/>
              <a:t>món</a:t>
            </a:r>
            <a:r>
              <a:rPr lang="en-US" dirty="0"/>
              <a:t> </a:t>
            </a:r>
            <a:r>
              <a:rPr lang="en-US" dirty="0" err="1"/>
              <a:t>ăn</a:t>
            </a:r>
            <a:r>
              <a:rPr lang="en-US" dirty="0"/>
              <a:t>…</a:t>
            </a:r>
          </a:p>
          <a:p>
            <a:pPr lvl="1"/>
            <a:r>
              <a:rPr lang="vi-VN" dirty="0"/>
              <a:t>Chia sẻ thông tin, câu chuyện thú vị tới bạn bè ở khắp nơi trên thế giới</a:t>
            </a:r>
            <a:endParaRPr lang="en-US" dirty="0"/>
          </a:p>
          <a:p>
            <a:pPr lvl="1"/>
            <a:r>
              <a:rPr lang="vi-VN" dirty="0"/>
              <a:t>Liên lạc với bạn bè, người thân thông qua các ứng dụng mạng xã hội, email…</a:t>
            </a:r>
            <a:endParaRPr lang="en-US" dirty="0"/>
          </a:p>
          <a:p>
            <a:pPr lvl="1"/>
            <a:r>
              <a:rPr lang="en-US" dirty="0" err="1"/>
              <a:t>Xử</a:t>
            </a:r>
            <a:r>
              <a:rPr lang="en-US" dirty="0"/>
              <a:t> lý công </a:t>
            </a:r>
            <a:r>
              <a:rPr lang="en-US" dirty="0" err="1"/>
              <a:t>việc</a:t>
            </a:r>
            <a:r>
              <a:rPr lang="en-US" dirty="0"/>
              <a:t> </a:t>
            </a:r>
            <a:r>
              <a:rPr lang="en-US" dirty="0" err="1"/>
              <a:t>phát</a:t>
            </a:r>
            <a:r>
              <a:rPr lang="en-US" dirty="0"/>
              <a:t> sinh </a:t>
            </a:r>
            <a:r>
              <a:rPr lang="en-US" dirty="0" err="1"/>
              <a:t>ngay</a:t>
            </a:r>
            <a:r>
              <a:rPr lang="en-US" dirty="0"/>
              <a:t> </a:t>
            </a:r>
            <a:r>
              <a:rPr lang="en-US" dirty="0" err="1"/>
              <a:t>tại</a:t>
            </a:r>
            <a:r>
              <a:rPr lang="en-US" dirty="0"/>
              <a:t> </a:t>
            </a:r>
            <a:r>
              <a:rPr lang="en-US" dirty="0" err="1"/>
              <a:t>nhà</a:t>
            </a:r>
            <a:endParaRPr lang="en-US" dirty="0"/>
          </a:p>
          <a:p>
            <a:pPr marL="0" indent="0">
              <a:buNone/>
            </a:pPr>
            <a:endParaRPr lang="en-US" dirty="0"/>
          </a:p>
        </p:txBody>
      </p:sp>
      <p:sp>
        <p:nvSpPr>
          <p:cNvPr id="2" name="Title 1">
            <a:extLst>
              <a:ext uri="{FF2B5EF4-FFF2-40B4-BE49-F238E27FC236}">
                <a16:creationId xmlns:a16="http://schemas.microsoft.com/office/drawing/2014/main" id="{E3F34387-4CF2-F9B6-2318-CE504556BCF1}"/>
              </a:ext>
            </a:extLst>
          </p:cNvPr>
          <p:cNvSpPr>
            <a:spLocks noGrp="1"/>
          </p:cNvSpPr>
          <p:nvPr>
            <p:ph type="title" idx="4294967295"/>
          </p:nvPr>
        </p:nvSpPr>
        <p:spPr>
          <a:xfrm>
            <a:off x="1676400" y="279400"/>
            <a:ext cx="10515600" cy="914400"/>
          </a:xfrm>
          <a:prstGeom prst="rect">
            <a:avLst/>
          </a:prstGeom>
        </p:spPr>
        <p:txBody>
          <a:bodyPr/>
          <a:lstStyle/>
          <a:p>
            <a:r>
              <a:rPr lang="en-US" b="1" dirty="0">
                <a:solidFill>
                  <a:srgbClr val="C00000"/>
                </a:solidFill>
              </a:rPr>
              <a:t>TẦM QUAN TRỌNG CỦA CNTT</a:t>
            </a:r>
          </a:p>
        </p:txBody>
      </p:sp>
      <p:sp>
        <p:nvSpPr>
          <p:cNvPr id="6" name="TextBox 5">
            <a:extLst>
              <a:ext uri="{FF2B5EF4-FFF2-40B4-BE49-F238E27FC236}">
                <a16:creationId xmlns:a16="http://schemas.microsoft.com/office/drawing/2014/main" id="{E194264F-A156-B788-62F0-7D15BF3C9183}"/>
              </a:ext>
            </a:extLst>
          </p:cNvPr>
          <p:cNvSpPr txBox="1"/>
          <p:nvPr/>
        </p:nvSpPr>
        <p:spPr>
          <a:xfrm>
            <a:off x="901700" y="4968978"/>
            <a:ext cx="10388600" cy="1386662"/>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vi-VN" sz="2400" b="0" i="1" u="none" strike="noStrike" kern="1200" cap="none" spc="0" normalizeH="0" baseline="0" noProof="0" dirty="0">
                <a:ln>
                  <a:noFill/>
                </a:ln>
                <a:solidFill>
                  <a:srgbClr val="2C3E50"/>
                </a:solidFill>
                <a:effectLst/>
                <a:uLnTx/>
                <a:uFillTx/>
                <a:latin typeface="Roboto" panose="02000000000000000000" pitchFamily="2" charset="0"/>
                <a:ea typeface="微软雅黑"/>
                <a:cs typeface="+mn-cs"/>
              </a:rPr>
              <a:t>Sự hiện diện của Công nghệ thông tin trong các hoạt động hàng ngày giúp cuộc sống của chúng ta thoải mái và thú vị hơn nhiều! Chỉ cần ngồi tại nhà với kết nối mạng Internet, chúng ta có thể làm được rất nhiều thứ</a:t>
            </a:r>
            <a:endParaRPr kumimoji="0" lang="en-US" sz="2400" b="0" i="1" u="none" strike="noStrike" kern="1200" cap="none" spc="0" normalizeH="0" baseline="0" noProof="0" dirty="0">
              <a:ln>
                <a:noFill/>
              </a:ln>
              <a:solidFill>
                <a:srgbClr val="2C3E50"/>
              </a:solidFill>
              <a:effectLst/>
              <a:uLnTx/>
              <a:uFillTx/>
              <a:latin typeface="Arial"/>
              <a:ea typeface="微软雅黑"/>
              <a:cs typeface="+mn-cs"/>
            </a:endParaRPr>
          </a:p>
        </p:txBody>
      </p:sp>
    </p:spTree>
    <p:extLst>
      <p:ext uri="{BB962C8B-B14F-4D97-AF65-F5344CB8AC3E}">
        <p14:creationId xmlns:p14="http://schemas.microsoft.com/office/powerpoint/2010/main" val="1838059608"/>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9AAC7E-4912-C40A-484A-5B1841507326}"/>
              </a:ext>
            </a:extLst>
          </p:cNvPr>
          <p:cNvSpPr>
            <a:spLocks noGrp="1"/>
          </p:cNvSpPr>
          <p:nvPr>
            <p:ph sz="quarter" idx="10"/>
          </p:nvPr>
        </p:nvSpPr>
        <p:spPr>
          <a:xfrm>
            <a:off x="495300" y="1485900"/>
            <a:ext cx="11023600" cy="2898878"/>
          </a:xfrm>
        </p:spPr>
        <p:txBody>
          <a:bodyPr/>
          <a:lstStyle/>
          <a:p>
            <a:r>
              <a:rPr lang="vi-VN" sz="2600" dirty="0"/>
              <a:t>Kỹ năng tay nghề quyết định xin được việc chứ không phải bằng cấp!</a:t>
            </a:r>
            <a:endParaRPr lang="en-US" sz="2600" dirty="0"/>
          </a:p>
          <a:p>
            <a:r>
              <a:rPr lang="vi-VN" sz="2600" dirty="0"/>
              <a:t>Thị trường nhân lực luôn trong tình trạng khát nhân lực có tay nghề tốt!</a:t>
            </a:r>
            <a:endParaRPr lang="en-US" sz="2600" dirty="0"/>
          </a:p>
          <a:p>
            <a:r>
              <a:rPr lang="vi-VN" sz="2600" dirty="0"/>
              <a:t>Việc làm cực kỳ đa dạng, thỏa sức sáng tạo và nhiều cơ hội phát triển!</a:t>
            </a:r>
            <a:endParaRPr lang="en-US" sz="2600" dirty="0"/>
          </a:p>
          <a:p>
            <a:r>
              <a:rPr lang="vi-VN" sz="2600" dirty="0"/>
              <a:t>Thu nhập cao hơn so với mặt bằng chung!</a:t>
            </a:r>
            <a:endParaRPr lang="en-US" sz="2600" dirty="0"/>
          </a:p>
          <a:p>
            <a:pPr marL="0" indent="0">
              <a:buNone/>
            </a:pPr>
            <a:endParaRPr lang="en-US" sz="2600" dirty="0"/>
          </a:p>
        </p:txBody>
      </p:sp>
      <p:sp>
        <p:nvSpPr>
          <p:cNvPr id="6" name="TextBox 5">
            <a:extLst>
              <a:ext uri="{FF2B5EF4-FFF2-40B4-BE49-F238E27FC236}">
                <a16:creationId xmlns:a16="http://schemas.microsoft.com/office/drawing/2014/main" id="{E194264F-A156-B788-62F0-7D15BF3C9183}"/>
              </a:ext>
            </a:extLst>
          </p:cNvPr>
          <p:cNvSpPr txBox="1"/>
          <p:nvPr/>
        </p:nvSpPr>
        <p:spPr>
          <a:xfrm>
            <a:off x="901700" y="4232378"/>
            <a:ext cx="10502900" cy="1829860"/>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vi-VN" sz="2400" b="0" i="1" u="none" strike="noStrike" kern="1200" cap="none" spc="0" normalizeH="0" baseline="0" noProof="0" dirty="0">
                <a:ln>
                  <a:noFill/>
                </a:ln>
                <a:solidFill>
                  <a:srgbClr val="2C3E50"/>
                </a:solidFill>
                <a:effectLst/>
                <a:uLnTx/>
                <a:uFillTx/>
                <a:latin typeface="Roboto" panose="02000000000000000000" pitchFamily="2" charset="0"/>
                <a:ea typeface="微软雅黑"/>
                <a:cs typeface="+mn-cs"/>
              </a:rPr>
              <a:t>Cuộc sống ngày càng phát triển sẽ không thể nào thiếu vắng được các ứng dụng công nghệ. Vì vậy tầm quan trọng của Công nghệ thông tin sẽ ngày càng lớn. Nắm bắt được xu thế và rèn luyện kỹ năng vững vàng sẽ giúp các bạn học CNTT có một tương lai đầy hứa hẹn phía trước!</a:t>
            </a:r>
            <a:endParaRPr kumimoji="0" lang="en-US" sz="2400" b="0" i="1" u="none" strike="noStrike" kern="1200" cap="none" spc="0" normalizeH="0" baseline="0" noProof="0" dirty="0">
              <a:ln>
                <a:noFill/>
              </a:ln>
              <a:solidFill>
                <a:srgbClr val="2C3E50"/>
              </a:solidFill>
              <a:effectLst/>
              <a:uLnTx/>
              <a:uFillTx/>
              <a:latin typeface="Arial"/>
              <a:ea typeface="微软雅黑"/>
              <a:cs typeface="+mn-cs"/>
            </a:endParaRPr>
          </a:p>
        </p:txBody>
      </p:sp>
      <p:sp>
        <p:nvSpPr>
          <p:cNvPr id="4" name="Title 1">
            <a:extLst>
              <a:ext uri="{FF2B5EF4-FFF2-40B4-BE49-F238E27FC236}">
                <a16:creationId xmlns:a16="http://schemas.microsoft.com/office/drawing/2014/main" id="{EE7DE967-1BEE-1A30-E97E-447864ED35DA}"/>
              </a:ext>
            </a:extLst>
          </p:cNvPr>
          <p:cNvSpPr txBox="1">
            <a:spLocks/>
          </p:cNvSpPr>
          <p:nvPr/>
        </p:nvSpPr>
        <p:spPr>
          <a:xfrm>
            <a:off x="1676400" y="279400"/>
            <a:ext cx="10515600" cy="9144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solidFill>
                  <a:srgbClr val="C00000"/>
                </a:solidFill>
              </a:rPr>
              <a:t>TẦM QUAN TRỌNG CỦA CNTT</a:t>
            </a:r>
            <a:endParaRPr lang="en-US" b="1" dirty="0">
              <a:solidFill>
                <a:srgbClr val="C00000"/>
              </a:solidFill>
            </a:endParaRPr>
          </a:p>
        </p:txBody>
      </p:sp>
    </p:spTree>
    <p:extLst>
      <p:ext uri="{BB962C8B-B14F-4D97-AF65-F5344CB8AC3E}">
        <p14:creationId xmlns:p14="http://schemas.microsoft.com/office/powerpoint/2010/main" val="1031421576"/>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AA3F8-0A69-5A14-ED90-5CD3B2133EB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C3B80B0-D52B-FD34-B495-1D7A00ED95EF}"/>
              </a:ext>
            </a:extLst>
          </p:cNvPr>
          <p:cNvSpPr txBox="1">
            <a:spLocks/>
          </p:cNvSpPr>
          <p:nvPr/>
        </p:nvSpPr>
        <p:spPr>
          <a:xfrm>
            <a:off x="1299855" y="923821"/>
            <a:ext cx="10504309" cy="264957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065" marR="5080" lvl="0" indent="0" algn="ctr" defTabSz="914400" rtl="0" eaLnBrk="1" fontAlgn="auto" latinLnBrk="0" hangingPunct="1">
              <a:lnSpc>
                <a:spcPct val="150000"/>
              </a:lnSpc>
              <a:spcBef>
                <a:spcPts val="295"/>
              </a:spcBef>
              <a:spcAft>
                <a:spcPts val="0"/>
              </a:spcAft>
              <a:buClrTx/>
              <a:buSzTx/>
              <a:buFontTx/>
              <a:buNone/>
              <a:tabLst/>
              <a:defRPr/>
            </a:pPr>
            <a:r>
              <a:rPr kumimoji="0" lang="en-US" sz="6000" b="1" i="0" u="none" strike="noStrike" kern="1200" cap="none" spc="-320" normalizeH="0" baseline="0" noProof="0">
                <a:ln>
                  <a:noFill/>
                </a:ln>
                <a:solidFill>
                  <a:srgbClr val="0070C0"/>
                </a:solidFill>
                <a:effectLst/>
                <a:uLnTx/>
                <a:uFillTx/>
                <a:latin typeface="Arial"/>
                <a:ea typeface="微软雅黑"/>
                <a:cs typeface="Arial"/>
              </a:rPr>
              <a:t>PHẦN 5:</a:t>
            </a:r>
          </a:p>
          <a:p>
            <a:pPr marL="12065" marR="5080" lvl="0" indent="0" algn="ctr" defTabSz="914400" rtl="0" eaLnBrk="1" fontAlgn="auto" latinLnBrk="0" hangingPunct="1">
              <a:lnSpc>
                <a:spcPct val="150000"/>
              </a:lnSpc>
              <a:spcBef>
                <a:spcPts val="295"/>
              </a:spcBef>
              <a:spcAft>
                <a:spcPts val="0"/>
              </a:spcAft>
              <a:buClrTx/>
              <a:buSzTx/>
              <a:buFontTx/>
              <a:buNone/>
              <a:tabLst/>
              <a:defRPr/>
            </a:pPr>
            <a:r>
              <a:rPr lang="en-US" sz="6000" b="1" spc="-320">
                <a:solidFill>
                  <a:srgbClr val="0070C0"/>
                </a:solidFill>
                <a:latin typeface="Arial"/>
                <a:ea typeface="微软雅黑"/>
                <a:cs typeface="Arial"/>
              </a:rPr>
              <a:t>THÔNG TIN VÀ HỆ ĐẾM</a:t>
            </a:r>
            <a:endParaRPr kumimoji="0" lang="vi-VN" sz="6000" b="1" i="0" u="none" strike="noStrike" kern="1200" cap="none" spc="0" normalizeH="0" baseline="0" noProof="0" dirty="0">
              <a:ln>
                <a:noFill/>
              </a:ln>
              <a:solidFill>
                <a:srgbClr val="0070C0"/>
              </a:solidFill>
              <a:effectLst/>
              <a:uLnTx/>
              <a:uFillTx/>
              <a:latin typeface="Arial"/>
              <a:ea typeface="微软雅黑"/>
              <a:cs typeface="Arial"/>
            </a:endParaRPr>
          </a:p>
        </p:txBody>
      </p:sp>
    </p:spTree>
    <p:extLst>
      <p:ext uri="{BB962C8B-B14F-4D97-AF65-F5344CB8AC3E}">
        <p14:creationId xmlns:p14="http://schemas.microsoft.com/office/powerpoint/2010/main" val="2762569441"/>
      </p:ext>
    </p:extLst>
  </p:cSld>
  <p:clrMapOvr>
    <a:masterClrMapping/>
  </p:clrMapOvr>
  <mc:AlternateContent xmlns:mc="http://schemas.openxmlformats.org/markup-compatibility/2006">
    <mc:Choice xmlns:p14="http://schemas.microsoft.com/office/powerpoint/2010/main" Requires="p14">
      <p:transition spd="slow" p14:dur="1750" advClick="0">
        <p14:doors dir="vert"/>
      </p:transition>
    </mc:Choice>
    <mc:Fallback>
      <p:transition spd="slow" advClick="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8279" y="1581955"/>
            <a:ext cx="10038008" cy="1066800"/>
          </a:xfrm>
        </p:spPr>
        <p:txBody>
          <a:bodyPr/>
          <a:lstStyle/>
          <a:p>
            <a:r>
              <a:rPr lang="en-US" sz="3600" dirty="0" err="1"/>
              <a:t>Đơn</a:t>
            </a:r>
            <a:r>
              <a:rPr lang="en-US" sz="3600" dirty="0"/>
              <a:t> </a:t>
            </a:r>
            <a:r>
              <a:rPr lang="en-US" sz="3600" dirty="0" err="1"/>
              <a:t>vị</a:t>
            </a:r>
            <a:r>
              <a:rPr lang="en-US" sz="3600" dirty="0"/>
              <a:t> </a:t>
            </a:r>
            <a:r>
              <a:rPr lang="en-US" sz="3600" dirty="0" err="1"/>
              <a:t>đo</a:t>
            </a:r>
            <a:r>
              <a:rPr lang="en-US" sz="3600" dirty="0"/>
              <a:t> </a:t>
            </a:r>
            <a:r>
              <a:rPr lang="en-US" sz="3600" dirty="0" err="1"/>
              <a:t>lượng</a:t>
            </a:r>
            <a:r>
              <a:rPr lang="en-US" sz="3600" dirty="0"/>
              <a:t> </a:t>
            </a:r>
            <a:r>
              <a:rPr lang="en-US" sz="3600" dirty="0" err="1"/>
              <a:t>thông</a:t>
            </a:r>
            <a:r>
              <a:rPr lang="en-US" sz="3600" dirty="0"/>
              <a:t> tin </a:t>
            </a:r>
            <a:r>
              <a:rPr lang="en-US" sz="3600" dirty="0" err="1"/>
              <a:t>nhỏ</a:t>
            </a:r>
            <a:r>
              <a:rPr lang="en-US" sz="3600" dirty="0"/>
              <a:t> </a:t>
            </a:r>
            <a:r>
              <a:rPr lang="en-US" sz="3600" dirty="0" err="1"/>
              <a:t>nhất</a:t>
            </a:r>
            <a:r>
              <a:rPr lang="en-US" sz="3600" dirty="0"/>
              <a:t> </a:t>
            </a:r>
            <a:r>
              <a:rPr lang="en-US" sz="3600" dirty="0" err="1"/>
              <a:t>là</a:t>
            </a:r>
            <a:r>
              <a:rPr lang="en-US" sz="3600" dirty="0"/>
              <a:t> bit (</a:t>
            </a:r>
            <a:r>
              <a:rPr lang="en-US" sz="3600" dirty="0">
                <a:solidFill>
                  <a:srgbClr val="FF0000"/>
                </a:solidFill>
              </a:rPr>
              <a:t>Bi</a:t>
            </a:r>
            <a:r>
              <a:rPr lang="en-US" sz="3600" dirty="0"/>
              <a:t>nary Digi</a:t>
            </a:r>
            <a:r>
              <a:rPr lang="en-US" sz="3600" dirty="0">
                <a:solidFill>
                  <a:srgbClr val="FF0000"/>
                </a:solidFill>
              </a:rPr>
              <a:t>t</a:t>
            </a:r>
            <a:r>
              <a:rPr lang="en-US" sz="3600" dirty="0"/>
              <a:t> – </a:t>
            </a:r>
            <a:r>
              <a:rPr lang="en-US" sz="3600" dirty="0" err="1"/>
              <a:t>số</a:t>
            </a:r>
            <a:r>
              <a:rPr lang="en-US" sz="3600" dirty="0"/>
              <a:t> </a:t>
            </a:r>
            <a:r>
              <a:rPr lang="en-US" sz="3600" dirty="0" err="1"/>
              <a:t>nhị</a:t>
            </a:r>
            <a:r>
              <a:rPr lang="en-US" sz="3600" dirty="0"/>
              <a:t> </a:t>
            </a:r>
            <a:r>
              <a:rPr lang="en-US" sz="3600" dirty="0" err="1"/>
              <a:t>phân</a:t>
            </a:r>
            <a:r>
              <a:rPr lang="en-US" sz="3600" dirty="0"/>
              <a:t>)</a:t>
            </a:r>
          </a:p>
        </p:txBody>
      </p:sp>
      <p:sp>
        <p:nvSpPr>
          <p:cNvPr id="4" name="Title 1"/>
          <p:cNvSpPr txBox="1">
            <a:spLocks/>
          </p:cNvSpPr>
          <p:nvPr/>
        </p:nvSpPr>
        <p:spPr>
          <a:xfrm>
            <a:off x="2209800" y="208208"/>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ĐƠN VỊ ĐO THÔNG TIN</a:t>
            </a:r>
          </a:p>
        </p:txBody>
      </p:sp>
      <p:pic>
        <p:nvPicPr>
          <p:cNvPr id="1587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79124"/>
            <a:ext cx="7479348" cy="2789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38039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693985" y="447559"/>
            <a:ext cx="8229600" cy="790464"/>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latin typeface="Cambria" panose="02040503050406030204" pitchFamily="18" charset="0"/>
                <a:ea typeface="Cambria" panose="02040503050406030204" pitchFamily="18" charset="0"/>
              </a:rPr>
              <a:t>HỆ ĐẾM</a:t>
            </a:r>
          </a:p>
        </p:txBody>
      </p:sp>
      <p:sp>
        <p:nvSpPr>
          <p:cNvPr id="6" name="Rectangle 3"/>
          <p:cNvSpPr txBox="1">
            <a:spLocks noChangeArrowheads="1"/>
          </p:cNvSpPr>
          <p:nvPr/>
        </p:nvSpPr>
        <p:spPr bwMode="auto">
          <a:xfrm>
            <a:off x="1076046" y="1794853"/>
            <a:ext cx="10534918" cy="525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a:buFont typeface="Wingdings" panose="05000000000000000000" pitchFamily="2" charset="2"/>
              <a:buChar char="v"/>
            </a:pP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tập hợp các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en-US" dirty="0">
                <a:latin typeface="Cambria" panose="02040503050406030204" pitchFamily="18" charset="0"/>
                <a:ea typeface="Cambria" panose="02040503050406030204" pitchFamily="18" charset="0"/>
              </a:rPr>
              <a:t> và qui </a:t>
            </a:r>
            <a:r>
              <a:rPr lang="en-US" dirty="0" err="1">
                <a:latin typeface="Cambria" panose="02040503050406030204" pitchFamily="18" charset="0"/>
                <a:ea typeface="Cambria" panose="02040503050406030204" pitchFamily="18" charset="0"/>
              </a:rPr>
              <a:t>tắc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sử</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dụng</a:t>
            </a:r>
            <a:r>
              <a:rPr lang="en-US" dirty="0">
                <a:latin typeface="Cambria" panose="02040503050406030204" pitchFamily="18" charset="0"/>
                <a:ea typeface="Cambria" panose="02040503050406030204" pitchFamily="18" charset="0"/>
              </a:rPr>
              <a:t> tập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để</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biểu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diễn</a:t>
            </a:r>
            <a:r>
              <a:rPr lang="en-US" dirty="0">
                <a:latin typeface="Cambria" panose="02040503050406030204" pitchFamily="18" charset="0"/>
                <a:ea typeface="Cambria" panose="02040503050406030204" pitchFamily="18" charset="0"/>
              </a:rPr>
              <a:t> và xác </a:t>
            </a:r>
            <a:r>
              <a:rPr lang="en-US" dirty="0" err="1">
                <a:latin typeface="Cambria" panose="02040503050406030204" pitchFamily="18" charset="0"/>
                <a:ea typeface="Cambria" panose="02040503050406030204" pitchFamily="18" charset="0"/>
              </a:rPr>
              <a:t>định</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giá</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trị</a:t>
            </a:r>
            <a:r>
              <a:rPr lang="en-US" dirty="0">
                <a:latin typeface="Cambria" panose="02040503050406030204" pitchFamily="18" charset="0"/>
                <a:ea typeface="Cambria" panose="02040503050406030204" pitchFamily="18" charset="0"/>
              </a:rPr>
              <a:t> các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p>
          <a:p>
            <a:pPr marL="0" indent="0">
              <a:buNone/>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v"/>
            </a:pP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có</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một</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tự</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hữu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hạn</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Tổng</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số</a:t>
            </a:r>
            <a:r>
              <a:rPr lang="en-US" dirty="0">
                <a:latin typeface="Cambria" panose="02040503050406030204" pitchFamily="18" charset="0"/>
                <a:ea typeface="Cambria" panose="02040503050406030204" pitchFamily="18" charset="0"/>
              </a:rPr>
              <a:t> của </a:t>
            </a:r>
            <a:r>
              <a:rPr lang="en-US" dirty="0" err="1">
                <a:latin typeface="Cambria" panose="02040503050406030204" pitchFamily="18" charset="0"/>
                <a:ea typeface="Cambria" panose="02040503050406030204" pitchFamily="18" charset="0"/>
              </a:rPr>
              <a:t>mỗi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hệ</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đếm</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được</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gọi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cơ</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số</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(base hay radix), </a:t>
            </a:r>
            <a:r>
              <a:rPr lang="en-US" dirty="0" err="1">
                <a:latin typeface="Cambria" panose="02040503050406030204" pitchFamily="18" charset="0"/>
                <a:ea typeface="Cambria" panose="02040503050406030204" pitchFamily="18" charset="0"/>
              </a:rPr>
              <a:t>ký</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hiệu</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là</a:t>
            </a:r>
            <a:r>
              <a:rPr lang="en-US" dirty="0">
                <a:latin typeface="Cambria" panose="02040503050406030204" pitchFamily="18" charset="0"/>
                <a:ea typeface="Cambria" panose="02040503050406030204" pitchFamily="18" charset="0"/>
              </a:rPr>
              <a:t> b. </a:t>
            </a:r>
          </a:p>
        </p:txBody>
      </p:sp>
    </p:spTree>
    <p:extLst>
      <p:ext uri="{BB962C8B-B14F-4D97-AF65-F5344CB8AC3E}">
        <p14:creationId xmlns:p14="http://schemas.microsoft.com/office/powerpoint/2010/main" val="30519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174938"/>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HỆ ĐẾM</a:t>
            </a:r>
          </a:p>
        </p:txBody>
      </p:sp>
      <p:sp>
        <p:nvSpPr>
          <p:cNvPr id="5" name="Rectangle 3"/>
          <p:cNvSpPr txBox="1">
            <a:spLocks noChangeArrowheads="1"/>
          </p:cNvSpPr>
          <p:nvPr/>
        </p:nvSpPr>
        <p:spPr bwMode="auto">
          <a:xfrm>
            <a:off x="1056068" y="1524000"/>
            <a:ext cx="10560676"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463550" indent="-463550" algn="just">
              <a:buFont typeface="Wingdings" pitchFamily="2" charset="2"/>
              <a:buChar char="v"/>
            </a:pPr>
            <a:r>
              <a:rPr lang="en-US" sz="3600" dirty="0" err="1">
                <a:latin typeface="Times New Roman" pitchFamily="18" charset="0"/>
              </a:rPr>
              <a:t>Các</a:t>
            </a:r>
            <a:r>
              <a:rPr lang="en-US" sz="3600" dirty="0">
                <a:latin typeface="Times New Roman" pitchFamily="18" charset="0"/>
              </a:rPr>
              <a:t> </a:t>
            </a:r>
            <a:r>
              <a:rPr lang="en-US" sz="3600" dirty="0" err="1">
                <a:latin typeface="Times New Roman" pitchFamily="18" charset="0"/>
              </a:rPr>
              <a:t>chữ</a:t>
            </a:r>
            <a:r>
              <a:rPr lang="en-US" sz="3600" dirty="0">
                <a:latin typeface="Times New Roman" pitchFamily="18" charset="0"/>
              </a:rPr>
              <a:t> </a:t>
            </a:r>
            <a:r>
              <a:rPr lang="en-US" sz="3600" dirty="0" err="1">
                <a:latin typeface="Times New Roman" pitchFamily="18" charset="0"/>
              </a:rPr>
              <a:t>số</a:t>
            </a:r>
            <a:r>
              <a:rPr lang="en-US" sz="3600" dirty="0">
                <a:latin typeface="Times New Roman" pitchFamily="18" charset="0"/>
              </a:rPr>
              <a:t> </a:t>
            </a:r>
            <a:r>
              <a:rPr lang="en-US" sz="3600" dirty="0" err="1">
                <a:latin typeface="Times New Roman" pitchFamily="18" charset="0"/>
              </a:rPr>
              <a:t>cơ</a:t>
            </a:r>
            <a:r>
              <a:rPr lang="en-US" sz="3600" dirty="0">
                <a:latin typeface="Times New Roman" pitchFamily="18" charset="0"/>
              </a:rPr>
              <a:t> </a:t>
            </a:r>
            <a:r>
              <a:rPr lang="en-US" sz="3600" dirty="0" err="1">
                <a:latin typeface="Times New Roman" pitchFamily="18" charset="0"/>
              </a:rPr>
              <a:t>bản</a:t>
            </a:r>
            <a:r>
              <a:rPr lang="en-US" sz="3600" dirty="0">
                <a:latin typeface="Times New Roman" pitchFamily="18" charset="0"/>
              </a:rPr>
              <a:t> </a:t>
            </a:r>
            <a:r>
              <a:rPr lang="en-US" sz="3600" dirty="0" err="1">
                <a:latin typeface="Times New Roman" pitchFamily="18" charset="0"/>
              </a:rPr>
              <a:t>của</a:t>
            </a:r>
            <a:r>
              <a:rPr lang="en-US" sz="3600" dirty="0">
                <a:latin typeface="Times New Roman" pitchFamily="18" charset="0"/>
              </a:rPr>
              <a:t> </a:t>
            </a:r>
            <a:r>
              <a:rPr lang="en-US" sz="3600" dirty="0" err="1">
                <a:latin typeface="Times New Roman" pitchFamily="18" charset="0"/>
              </a:rPr>
              <a:t>một</a:t>
            </a:r>
            <a:r>
              <a:rPr lang="en-US" sz="3600" dirty="0">
                <a:latin typeface="Times New Roman" pitchFamily="18" charset="0"/>
              </a:rPr>
              <a:t> </a:t>
            </a:r>
            <a:r>
              <a:rPr lang="en-US" sz="3600" dirty="0" err="1">
                <a:latin typeface="Times New Roman" pitchFamily="18" charset="0"/>
              </a:rPr>
              <a:t>hệ</a:t>
            </a:r>
            <a:r>
              <a:rPr lang="en-US" sz="3600" dirty="0">
                <a:latin typeface="Times New Roman" pitchFamily="18" charset="0"/>
              </a:rPr>
              <a:t> </a:t>
            </a:r>
            <a:r>
              <a:rPr lang="en-US" sz="3600" dirty="0" err="1">
                <a:latin typeface="Times New Roman" pitchFamily="18" charset="0"/>
              </a:rPr>
              <a:t>đếm</a:t>
            </a:r>
            <a:r>
              <a:rPr lang="en-US" sz="3600" dirty="0">
                <a:latin typeface="Times New Roman" pitchFamily="18" charset="0"/>
              </a:rPr>
              <a:t> </a:t>
            </a:r>
            <a:r>
              <a:rPr lang="en-US" sz="3600" dirty="0" err="1">
                <a:latin typeface="Times New Roman" pitchFamily="18" charset="0"/>
              </a:rPr>
              <a:t>là</a:t>
            </a:r>
            <a:r>
              <a:rPr lang="en-US" sz="3600" dirty="0">
                <a:latin typeface="Times New Roman" pitchFamily="18" charset="0"/>
              </a:rPr>
              <a:t> </a:t>
            </a:r>
            <a:r>
              <a:rPr lang="en-US" sz="3600" dirty="0" err="1">
                <a:latin typeface="Times New Roman" pitchFamily="18" charset="0"/>
              </a:rPr>
              <a:t>các</a:t>
            </a:r>
            <a:r>
              <a:rPr lang="en-US" sz="3600" dirty="0">
                <a:latin typeface="Times New Roman" pitchFamily="18" charset="0"/>
              </a:rPr>
              <a:t> </a:t>
            </a:r>
            <a:r>
              <a:rPr lang="en-US" sz="3600" dirty="0" err="1">
                <a:latin typeface="Times New Roman" pitchFamily="18" charset="0"/>
              </a:rPr>
              <a:t>chữ</a:t>
            </a:r>
            <a:r>
              <a:rPr lang="en-US" sz="3600" dirty="0">
                <a:latin typeface="Times New Roman" pitchFamily="18" charset="0"/>
              </a:rPr>
              <a:t> </a:t>
            </a:r>
            <a:r>
              <a:rPr lang="en-US" sz="3600" dirty="0" err="1">
                <a:latin typeface="Times New Roman" pitchFamily="18" charset="0"/>
              </a:rPr>
              <a:t>số</a:t>
            </a:r>
            <a:r>
              <a:rPr lang="en-US" sz="3600" dirty="0">
                <a:latin typeface="Times New Roman" pitchFamily="18" charset="0"/>
              </a:rPr>
              <a:t> </a:t>
            </a:r>
            <a:r>
              <a:rPr lang="en-US" sz="3600" dirty="0" err="1">
                <a:latin typeface="Times New Roman" pitchFamily="18" charset="0"/>
              </a:rPr>
              <a:t>tối</a:t>
            </a:r>
            <a:r>
              <a:rPr lang="en-US" sz="3600" dirty="0">
                <a:latin typeface="Times New Roman" pitchFamily="18" charset="0"/>
              </a:rPr>
              <a:t> </a:t>
            </a:r>
            <a:r>
              <a:rPr lang="en-US" sz="3600" dirty="0" err="1">
                <a:latin typeface="Times New Roman" pitchFamily="18" charset="0"/>
              </a:rPr>
              <a:t>thiểu</a:t>
            </a:r>
            <a:r>
              <a:rPr lang="en-US" sz="3600" dirty="0">
                <a:latin typeface="Times New Roman" pitchFamily="18" charset="0"/>
              </a:rPr>
              <a:t> </a:t>
            </a:r>
            <a:r>
              <a:rPr lang="en-US" sz="3600" dirty="0" err="1">
                <a:latin typeface="Times New Roman" pitchFamily="18" charset="0"/>
              </a:rPr>
              <a:t>để</a:t>
            </a:r>
            <a:r>
              <a:rPr lang="en-US" sz="3600" dirty="0">
                <a:latin typeface="Times New Roman" pitchFamily="18" charset="0"/>
              </a:rPr>
              <a:t> </a:t>
            </a:r>
            <a:r>
              <a:rPr lang="en-US" sz="3600" dirty="0" err="1">
                <a:latin typeface="Times New Roman" pitchFamily="18" charset="0"/>
              </a:rPr>
              <a:t>biểu</a:t>
            </a:r>
            <a:r>
              <a:rPr lang="en-US" sz="3600" dirty="0">
                <a:latin typeface="Times New Roman" pitchFamily="18" charset="0"/>
              </a:rPr>
              <a:t> </a:t>
            </a:r>
            <a:r>
              <a:rPr lang="en-US" sz="3600" dirty="0" err="1">
                <a:latin typeface="Times New Roman" pitchFamily="18" charset="0"/>
              </a:rPr>
              <a:t>diễn</a:t>
            </a:r>
            <a:r>
              <a:rPr lang="en-US" sz="3600" dirty="0">
                <a:latin typeface="Times New Roman" pitchFamily="18" charset="0"/>
              </a:rPr>
              <a:t> </a:t>
            </a:r>
            <a:r>
              <a:rPr lang="en-US" sz="3600" dirty="0" err="1">
                <a:latin typeface="Times New Roman" pitchFamily="18" charset="0"/>
              </a:rPr>
              <a:t>mọi</a:t>
            </a:r>
            <a:r>
              <a:rPr lang="en-US" sz="3600" dirty="0">
                <a:latin typeface="Times New Roman" pitchFamily="18" charset="0"/>
              </a:rPr>
              <a:t> </a:t>
            </a:r>
            <a:r>
              <a:rPr lang="en-US" sz="3600" dirty="0" err="1">
                <a:latin typeface="Times New Roman" pitchFamily="18" charset="0"/>
              </a:rPr>
              <a:t>số</a:t>
            </a:r>
            <a:r>
              <a:rPr lang="en-US" sz="3600" dirty="0">
                <a:latin typeface="Times New Roman" pitchFamily="18" charset="0"/>
              </a:rPr>
              <a:t> </a:t>
            </a:r>
            <a:r>
              <a:rPr lang="en-US" sz="3600" dirty="0" err="1">
                <a:latin typeface="Times New Roman" pitchFamily="18" charset="0"/>
              </a:rPr>
              <a:t>trong</a:t>
            </a:r>
            <a:r>
              <a:rPr lang="en-US" sz="3600" dirty="0">
                <a:latin typeface="Times New Roman" pitchFamily="18" charset="0"/>
              </a:rPr>
              <a:t> </a:t>
            </a:r>
            <a:r>
              <a:rPr lang="en-US" sz="3600" dirty="0" err="1">
                <a:latin typeface="Times New Roman" pitchFamily="18" charset="0"/>
              </a:rPr>
              <a:t>hệ</a:t>
            </a:r>
            <a:r>
              <a:rPr lang="en-US" sz="3600" dirty="0">
                <a:latin typeface="Times New Roman" pitchFamily="18" charset="0"/>
              </a:rPr>
              <a:t> </a:t>
            </a:r>
            <a:r>
              <a:rPr lang="en-US" sz="3600" dirty="0" err="1">
                <a:latin typeface="Times New Roman" pitchFamily="18" charset="0"/>
              </a:rPr>
              <a:t>đếm</a:t>
            </a:r>
            <a:r>
              <a:rPr lang="en-US" sz="3600" dirty="0">
                <a:latin typeface="Times New Roman" pitchFamily="18" charset="0"/>
              </a:rPr>
              <a:t> </a:t>
            </a:r>
            <a:r>
              <a:rPr lang="en-US" sz="3600" dirty="0" err="1">
                <a:latin typeface="Times New Roman" pitchFamily="18" charset="0"/>
              </a:rPr>
              <a:t>ấy</a:t>
            </a:r>
            <a:r>
              <a:rPr lang="en-US" sz="3600" dirty="0">
                <a:latin typeface="Times New Roman" pitchFamily="18" charset="0"/>
              </a:rPr>
              <a:t>.</a:t>
            </a:r>
          </a:p>
          <a:p>
            <a:pPr marL="463550" indent="-463550" algn="just">
              <a:buFont typeface="Wingdings" pitchFamily="2" charset="2"/>
              <a:buChar char="v"/>
            </a:pPr>
            <a:r>
              <a:rPr lang="en-US" sz="3600" dirty="0" err="1">
                <a:latin typeface="Times New Roman" pitchFamily="18" charset="0"/>
              </a:rPr>
              <a:t>Ví</a:t>
            </a:r>
            <a:r>
              <a:rPr lang="en-US" sz="3600" dirty="0">
                <a:latin typeface="Times New Roman" pitchFamily="18" charset="0"/>
              </a:rPr>
              <a:t> </a:t>
            </a:r>
            <a:r>
              <a:rPr lang="en-US" sz="3600" dirty="0" err="1">
                <a:latin typeface="Times New Roman" pitchFamily="18" charset="0"/>
              </a:rPr>
              <a:t>dụ</a:t>
            </a:r>
            <a:r>
              <a:rPr lang="en-US" sz="3600" dirty="0">
                <a:latin typeface="Times New Roman" pitchFamily="18" charset="0"/>
              </a:rPr>
              <a:t>:</a:t>
            </a:r>
          </a:p>
          <a:p>
            <a:pPr lvl="1"/>
            <a:r>
              <a:rPr lang="en-US" sz="3200" i="1" dirty="0" err="1">
                <a:latin typeface="Times New Roman" pitchFamily="18" charset="0"/>
              </a:rPr>
              <a:t>Hệ</a:t>
            </a:r>
            <a:r>
              <a:rPr lang="en-US" sz="3200" i="1" dirty="0">
                <a:latin typeface="Times New Roman" pitchFamily="18" charset="0"/>
              </a:rPr>
              <a:t> </a:t>
            </a:r>
            <a:r>
              <a:rPr lang="en-US" sz="3200" i="1" dirty="0" err="1">
                <a:latin typeface="Times New Roman" pitchFamily="18" charset="0"/>
              </a:rPr>
              <a:t>thập</a:t>
            </a:r>
            <a:r>
              <a:rPr lang="en-US" sz="3200" i="1" dirty="0">
                <a:latin typeface="Times New Roman" pitchFamily="18" charset="0"/>
              </a:rPr>
              <a:t> </a:t>
            </a:r>
            <a:r>
              <a:rPr lang="en-US" sz="3200" i="1" dirty="0" err="1">
                <a:latin typeface="Times New Roman" pitchFamily="18" charset="0"/>
              </a:rPr>
              <a:t>phân</a:t>
            </a:r>
            <a:r>
              <a:rPr lang="en-US" sz="3200" i="1" dirty="0">
                <a:latin typeface="Times New Roman" pitchFamily="18" charset="0"/>
              </a:rPr>
              <a:t> </a:t>
            </a:r>
            <a:r>
              <a:rPr lang="en-US" sz="3200" i="1" dirty="0" err="1">
                <a:latin typeface="Times New Roman" pitchFamily="18" charset="0"/>
              </a:rPr>
              <a:t>có</a:t>
            </a:r>
            <a:r>
              <a:rPr lang="en-US" sz="3200" i="1" dirty="0">
                <a:latin typeface="Times New Roman" pitchFamily="18" charset="0"/>
              </a:rPr>
              <a:t> </a:t>
            </a:r>
            <a:r>
              <a:rPr lang="en-US" sz="3200" i="1" dirty="0" err="1">
                <a:latin typeface="Times New Roman" pitchFamily="18" charset="0"/>
              </a:rPr>
              <a:t>các</a:t>
            </a:r>
            <a:r>
              <a:rPr lang="en-US" sz="3200" i="1" dirty="0">
                <a:latin typeface="Times New Roman" pitchFamily="18" charset="0"/>
              </a:rPr>
              <a:t> </a:t>
            </a:r>
            <a:r>
              <a:rPr lang="en-US" sz="3200" i="1" dirty="0" err="1">
                <a:latin typeface="Times New Roman" pitchFamily="18" charset="0"/>
              </a:rPr>
              <a:t>chữ</a:t>
            </a:r>
            <a:r>
              <a:rPr lang="en-US" sz="3200" i="1" dirty="0">
                <a:latin typeface="Times New Roman" pitchFamily="18" charset="0"/>
              </a:rPr>
              <a:t> </a:t>
            </a:r>
            <a:r>
              <a:rPr lang="en-US" sz="3200" i="1" dirty="0" err="1">
                <a:latin typeface="Times New Roman" pitchFamily="18" charset="0"/>
              </a:rPr>
              <a:t>số</a:t>
            </a:r>
            <a:r>
              <a:rPr lang="en-US" sz="3200" i="1" dirty="0">
                <a:latin typeface="Times New Roman" pitchFamily="18" charset="0"/>
              </a:rPr>
              <a:t> </a:t>
            </a:r>
            <a:r>
              <a:rPr lang="en-US" sz="3200" i="1" dirty="0" err="1">
                <a:latin typeface="Times New Roman" pitchFamily="18" charset="0"/>
              </a:rPr>
              <a:t>cơ</a:t>
            </a:r>
            <a:r>
              <a:rPr lang="en-US" sz="3200" i="1" dirty="0">
                <a:latin typeface="Times New Roman" pitchFamily="18" charset="0"/>
              </a:rPr>
              <a:t> </a:t>
            </a:r>
            <a:r>
              <a:rPr lang="en-US" sz="3200" i="1" dirty="0" err="1">
                <a:latin typeface="Times New Roman" pitchFamily="18" charset="0"/>
              </a:rPr>
              <a:t>bản</a:t>
            </a:r>
            <a:r>
              <a:rPr lang="en-US" sz="3200" i="1" dirty="0">
                <a:latin typeface="Times New Roman" pitchFamily="18" charset="0"/>
              </a:rPr>
              <a:t> </a:t>
            </a:r>
            <a:r>
              <a:rPr lang="en-US" sz="3200" i="1" dirty="0" err="1">
                <a:latin typeface="Times New Roman" pitchFamily="18" charset="0"/>
              </a:rPr>
              <a:t>là</a:t>
            </a:r>
            <a:r>
              <a:rPr lang="en-US" sz="3200" i="1" dirty="0">
                <a:latin typeface="Times New Roman" pitchFamily="18" charset="0"/>
              </a:rPr>
              <a:t> </a:t>
            </a:r>
            <a:br>
              <a:rPr lang="en-US" sz="3200" i="1" dirty="0">
                <a:latin typeface="Times New Roman" pitchFamily="18" charset="0"/>
              </a:rPr>
            </a:br>
            <a:r>
              <a:rPr lang="en-US" sz="3200" i="1" dirty="0">
                <a:latin typeface="Times New Roman" pitchFamily="18" charset="0"/>
              </a:rPr>
              <a:t>       0, 1, 2, 3, 4, 5, 6, 7, 8, 9.</a:t>
            </a:r>
            <a:r>
              <a:rPr lang="en-US" sz="3200" dirty="0">
                <a:latin typeface="Times New Roman" pitchFamily="18" charset="0"/>
              </a:rPr>
              <a:t> </a:t>
            </a:r>
          </a:p>
          <a:p>
            <a:pPr lvl="1"/>
            <a:r>
              <a:rPr lang="en-US" sz="3200" i="1" dirty="0" err="1">
                <a:latin typeface="Times New Roman" pitchFamily="18" charset="0"/>
              </a:rPr>
              <a:t>Hệ</a:t>
            </a:r>
            <a:r>
              <a:rPr lang="en-US" sz="3200" i="1" dirty="0">
                <a:latin typeface="Times New Roman" pitchFamily="18" charset="0"/>
              </a:rPr>
              <a:t> </a:t>
            </a:r>
            <a:r>
              <a:rPr lang="en-US" sz="3200" i="1" dirty="0" err="1">
                <a:latin typeface="Times New Roman" pitchFamily="18" charset="0"/>
              </a:rPr>
              <a:t>nhị</a:t>
            </a:r>
            <a:r>
              <a:rPr lang="en-US" sz="3200" i="1" dirty="0">
                <a:latin typeface="Times New Roman" pitchFamily="18" charset="0"/>
              </a:rPr>
              <a:t> </a:t>
            </a:r>
            <a:r>
              <a:rPr lang="en-US" sz="3200" i="1" dirty="0" err="1">
                <a:latin typeface="Times New Roman" pitchFamily="18" charset="0"/>
              </a:rPr>
              <a:t>phân</a:t>
            </a:r>
            <a:r>
              <a:rPr lang="en-US" sz="3200" i="1" dirty="0">
                <a:latin typeface="Times New Roman" pitchFamily="18" charset="0"/>
              </a:rPr>
              <a:t> </a:t>
            </a:r>
            <a:r>
              <a:rPr lang="en-US" sz="3200" i="1" dirty="0" err="1">
                <a:latin typeface="Times New Roman" pitchFamily="18" charset="0"/>
              </a:rPr>
              <a:t>có</a:t>
            </a:r>
            <a:r>
              <a:rPr lang="en-US" sz="3200" i="1" dirty="0">
                <a:latin typeface="Times New Roman" pitchFamily="18" charset="0"/>
              </a:rPr>
              <a:t> </a:t>
            </a:r>
            <a:r>
              <a:rPr lang="en-US" sz="3200" i="1" dirty="0" err="1">
                <a:latin typeface="Times New Roman" pitchFamily="18" charset="0"/>
              </a:rPr>
              <a:t>các</a:t>
            </a:r>
            <a:r>
              <a:rPr lang="en-US" sz="3200" i="1" dirty="0">
                <a:latin typeface="Times New Roman" pitchFamily="18" charset="0"/>
              </a:rPr>
              <a:t> </a:t>
            </a:r>
            <a:r>
              <a:rPr lang="en-US" sz="3200" i="1" dirty="0" err="1">
                <a:latin typeface="Times New Roman" pitchFamily="18" charset="0"/>
              </a:rPr>
              <a:t>chữ</a:t>
            </a:r>
            <a:r>
              <a:rPr lang="en-US" sz="3200" i="1" dirty="0">
                <a:latin typeface="Times New Roman" pitchFamily="18" charset="0"/>
              </a:rPr>
              <a:t> </a:t>
            </a:r>
            <a:r>
              <a:rPr lang="en-US" sz="3200" i="1" dirty="0" err="1">
                <a:latin typeface="Times New Roman" pitchFamily="18" charset="0"/>
              </a:rPr>
              <a:t>số</a:t>
            </a:r>
            <a:r>
              <a:rPr lang="en-US" sz="3200" i="1" dirty="0">
                <a:latin typeface="Times New Roman" pitchFamily="18" charset="0"/>
              </a:rPr>
              <a:t> </a:t>
            </a:r>
            <a:r>
              <a:rPr lang="en-US" sz="3200" i="1" dirty="0" err="1">
                <a:latin typeface="Times New Roman" pitchFamily="18" charset="0"/>
              </a:rPr>
              <a:t>cơ</a:t>
            </a:r>
            <a:r>
              <a:rPr lang="en-US" sz="3200" i="1" dirty="0">
                <a:latin typeface="Times New Roman" pitchFamily="18" charset="0"/>
              </a:rPr>
              <a:t> </a:t>
            </a:r>
            <a:r>
              <a:rPr lang="en-US" sz="3200" i="1" dirty="0" err="1">
                <a:latin typeface="Times New Roman" pitchFamily="18" charset="0"/>
              </a:rPr>
              <a:t>bản</a:t>
            </a:r>
            <a:r>
              <a:rPr lang="en-US" sz="3200" i="1" dirty="0">
                <a:latin typeface="Times New Roman" pitchFamily="18" charset="0"/>
              </a:rPr>
              <a:t> </a:t>
            </a:r>
            <a:r>
              <a:rPr lang="en-US" sz="3200" i="1" dirty="0" err="1">
                <a:latin typeface="Times New Roman" pitchFamily="18" charset="0"/>
              </a:rPr>
              <a:t>là</a:t>
            </a:r>
            <a:r>
              <a:rPr lang="en-US" sz="3200" i="1" dirty="0">
                <a:latin typeface="Times New Roman" pitchFamily="18" charset="0"/>
              </a:rPr>
              <a:t> </a:t>
            </a:r>
            <a:br>
              <a:rPr lang="en-US" sz="3200" i="1" dirty="0">
                <a:latin typeface="Times New Roman" pitchFamily="18" charset="0"/>
              </a:rPr>
            </a:br>
            <a:r>
              <a:rPr lang="en-US" sz="3200" i="1" dirty="0">
                <a:latin typeface="Times New Roman" pitchFamily="18" charset="0"/>
              </a:rPr>
              <a:t>       0, 1.</a:t>
            </a:r>
            <a:r>
              <a:rPr lang="en-US" sz="3200" dirty="0">
                <a:latin typeface="Times New Roman" pitchFamily="18" charset="0"/>
              </a:rPr>
              <a:t> </a:t>
            </a:r>
          </a:p>
        </p:txBody>
      </p:sp>
    </p:spTree>
    <p:extLst>
      <p:ext uri="{BB962C8B-B14F-4D97-AF65-F5344CB8AC3E}">
        <p14:creationId xmlns:p14="http://schemas.microsoft.com/office/powerpoint/2010/main" val="38569508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318366" y="190500"/>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HỆ ĐẾM TRÊN MÁY TÍNH</a:t>
            </a:r>
          </a:p>
        </p:txBody>
      </p:sp>
      <p:sp>
        <p:nvSpPr>
          <p:cNvPr id="7" name="Rectangle 2"/>
          <p:cNvSpPr>
            <a:spLocks noGrp="1" noChangeArrowheads="1"/>
          </p:cNvSpPr>
          <p:nvPr>
            <p:ph type="title"/>
          </p:nvPr>
        </p:nvSpPr>
        <p:spPr>
          <a:xfrm>
            <a:off x="991673" y="1219200"/>
            <a:ext cx="9447727" cy="609600"/>
          </a:xfrm>
        </p:spPr>
        <p:txBody>
          <a:bodyPr/>
          <a:lstStyle/>
          <a:p>
            <a:pPr algn="l" eaLnBrk="1" hangingPunct="1"/>
            <a:r>
              <a:rPr lang="en-US" sz="4000" dirty="0" err="1">
                <a:latin typeface="Times New Roman" pitchFamily="18" charset="0"/>
              </a:rPr>
              <a:t>Bảng</a:t>
            </a:r>
            <a:r>
              <a:rPr lang="en-US" sz="4000" dirty="0">
                <a:latin typeface="Times New Roman" pitchFamily="18" charset="0"/>
              </a:rPr>
              <a:t> </a:t>
            </a:r>
            <a:r>
              <a:rPr lang="en-US" sz="4000" dirty="0" err="1">
                <a:latin typeface="Times New Roman" pitchFamily="18" charset="0"/>
              </a:rPr>
              <a:t>mã</a:t>
            </a:r>
            <a:r>
              <a:rPr lang="en-US" sz="4000" dirty="0">
                <a:latin typeface="Times New Roman" pitchFamily="18" charset="0"/>
              </a:rPr>
              <a:t> ASCII</a:t>
            </a:r>
          </a:p>
        </p:txBody>
      </p:sp>
      <p:sp>
        <p:nvSpPr>
          <p:cNvPr id="10" name="Rectangle 3"/>
          <p:cNvSpPr txBox="1">
            <a:spLocks noChangeArrowheads="1"/>
          </p:cNvSpPr>
          <p:nvPr/>
        </p:nvSpPr>
        <p:spPr bwMode="auto">
          <a:xfrm>
            <a:off x="991673" y="1983476"/>
            <a:ext cx="10766738" cy="312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0" indent="0" algn="just">
              <a:spcBef>
                <a:spcPct val="0"/>
              </a:spcBef>
              <a:buNone/>
            </a:pPr>
            <a:r>
              <a:rPr lang="en-US" sz="2400" dirty="0" err="1">
                <a:latin typeface="Times New Roman" pitchFamily="18" charset="0"/>
              </a:rPr>
              <a:t>Viện</a:t>
            </a:r>
            <a:r>
              <a:rPr lang="en-US" sz="2400" dirty="0">
                <a:latin typeface="Times New Roman" pitchFamily="18" charset="0"/>
              </a:rPr>
              <a:t> </a:t>
            </a:r>
            <a:r>
              <a:rPr lang="en-US" sz="2400" dirty="0" err="1">
                <a:latin typeface="Times New Roman" pitchFamily="18" charset="0"/>
              </a:rPr>
              <a:t>Chuẩn</a:t>
            </a:r>
            <a:r>
              <a:rPr lang="en-US" sz="2400" dirty="0">
                <a:latin typeface="Times New Roman" pitchFamily="18" charset="0"/>
              </a:rPr>
              <a:t> </a:t>
            </a:r>
            <a:r>
              <a:rPr lang="en-US" sz="2400" dirty="0" err="1">
                <a:latin typeface="Times New Roman" pitchFamily="18" charset="0"/>
              </a:rPr>
              <a:t>Hóa</a:t>
            </a:r>
            <a:r>
              <a:rPr lang="en-US" sz="2400" dirty="0">
                <a:latin typeface="Times New Roman" pitchFamily="18" charset="0"/>
              </a:rPr>
              <a:t> </a:t>
            </a:r>
            <a:r>
              <a:rPr lang="en-US" sz="2400" dirty="0" err="1">
                <a:latin typeface="Times New Roman" pitchFamily="18" charset="0"/>
              </a:rPr>
              <a:t>Hoa</a:t>
            </a:r>
            <a:r>
              <a:rPr lang="en-US" sz="2400" dirty="0">
                <a:latin typeface="Times New Roman" pitchFamily="18" charset="0"/>
              </a:rPr>
              <a:t> </a:t>
            </a:r>
            <a:r>
              <a:rPr lang="en-US" sz="2400" dirty="0" err="1">
                <a:latin typeface="Times New Roman" pitchFamily="18" charset="0"/>
              </a:rPr>
              <a:t>Kỳ</a:t>
            </a:r>
            <a:r>
              <a:rPr lang="en-US" sz="2400" dirty="0">
                <a:latin typeface="Times New Roman" pitchFamily="18" charset="0"/>
              </a:rPr>
              <a:t> (American National Standards Institute) </a:t>
            </a:r>
            <a:r>
              <a:rPr lang="en-US" sz="2400" dirty="0" err="1">
                <a:latin typeface="Times New Roman" pitchFamily="18" charset="0"/>
              </a:rPr>
              <a:t>đã</a:t>
            </a:r>
            <a:r>
              <a:rPr lang="en-US" sz="2400" dirty="0">
                <a:latin typeface="Times New Roman" pitchFamily="18" charset="0"/>
              </a:rPr>
              <a:t> </a:t>
            </a:r>
            <a:r>
              <a:rPr lang="en-US" sz="2400" dirty="0" err="1">
                <a:latin typeface="Times New Roman" pitchFamily="18" charset="0"/>
              </a:rPr>
              <a:t>đưa</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bộ</a:t>
            </a:r>
            <a:r>
              <a:rPr lang="en-US" sz="2400" dirty="0">
                <a:latin typeface="Times New Roman" pitchFamily="18" charset="0"/>
              </a:rPr>
              <a:t> </a:t>
            </a:r>
            <a:r>
              <a:rPr lang="en-US" sz="2400" dirty="0" err="1">
                <a:latin typeface="Times New Roman" pitchFamily="18" charset="0"/>
              </a:rPr>
              <a:t>mã</a:t>
            </a:r>
            <a:r>
              <a:rPr lang="en-US" sz="2400" dirty="0">
                <a:latin typeface="Times New Roman" pitchFamily="18" charset="0"/>
              </a:rPr>
              <a:t> </a:t>
            </a:r>
            <a:r>
              <a:rPr lang="en-US" sz="2400" dirty="0" err="1">
                <a:latin typeface="Times New Roman" pitchFamily="18" charset="0"/>
              </a:rPr>
              <a:t>chuẩn</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giao</a:t>
            </a:r>
            <a:r>
              <a:rPr lang="en-US" sz="2400" dirty="0">
                <a:latin typeface="Times New Roman" pitchFamily="18" charset="0"/>
              </a:rPr>
              <a:t> </a:t>
            </a:r>
            <a:r>
              <a:rPr lang="en-US" sz="2400" dirty="0" err="1">
                <a:latin typeface="Times New Roman" pitchFamily="18" charset="0"/>
              </a:rPr>
              <a:t>tiếp</a:t>
            </a:r>
            <a:r>
              <a:rPr lang="en-US" sz="2400" dirty="0">
                <a:latin typeface="Times New Roman" pitchFamily="18" charset="0"/>
              </a:rPr>
              <a:t> </a:t>
            </a:r>
            <a:r>
              <a:rPr lang="en-US" sz="2400" dirty="0" err="1">
                <a:latin typeface="Times New Roman" pitchFamily="18" charset="0"/>
              </a:rPr>
              <a:t>thông</a:t>
            </a:r>
            <a:r>
              <a:rPr lang="en-US" sz="2400" dirty="0">
                <a:latin typeface="Times New Roman" pitchFamily="18" charset="0"/>
              </a:rPr>
              <a:t> tin </a:t>
            </a:r>
            <a:r>
              <a:rPr lang="en-US" sz="2400" dirty="0" err="1">
                <a:latin typeface="Times New Roman" pitchFamily="18" charset="0"/>
              </a:rPr>
              <a:t>trên</a:t>
            </a:r>
            <a:r>
              <a:rPr lang="en-US" sz="2400" dirty="0">
                <a:latin typeface="Times New Roman" pitchFamily="18" charset="0"/>
              </a:rPr>
              <a:t> </a:t>
            </a:r>
            <a:r>
              <a:rPr lang="en-US" sz="2400" dirty="0" err="1">
                <a:latin typeface="Times New Roman" pitchFamily="18" charset="0"/>
              </a:rPr>
              <a:t>máy</a:t>
            </a:r>
            <a:r>
              <a:rPr lang="en-US" sz="2400" dirty="0">
                <a:latin typeface="Times New Roman" pitchFamily="18" charset="0"/>
              </a:rPr>
              <a:t> </a:t>
            </a:r>
            <a:r>
              <a:rPr lang="en-US" sz="2400" dirty="0" err="1">
                <a:latin typeface="Times New Roman" pitchFamily="18" charset="0"/>
              </a:rPr>
              <a:t>tính</a:t>
            </a:r>
            <a:r>
              <a:rPr lang="en-US" sz="2400" dirty="0">
                <a:latin typeface="Times New Roman" pitchFamily="18" charset="0"/>
              </a:rPr>
              <a:t> </a:t>
            </a:r>
            <a:r>
              <a:rPr lang="en-US" sz="2400" dirty="0" err="1">
                <a:latin typeface="Times New Roman" pitchFamily="18" charset="0"/>
              </a:rPr>
              <a:t>gọi</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bộ</a:t>
            </a:r>
            <a:r>
              <a:rPr lang="en-US" sz="2400" dirty="0">
                <a:latin typeface="Times New Roman" pitchFamily="18" charset="0"/>
              </a:rPr>
              <a:t> </a:t>
            </a:r>
            <a:r>
              <a:rPr lang="en-US" sz="2400" dirty="0" err="1">
                <a:latin typeface="Times New Roman" pitchFamily="18" charset="0"/>
              </a:rPr>
              <a:t>mã</a:t>
            </a:r>
            <a:r>
              <a:rPr lang="en-US" sz="2400" dirty="0">
                <a:latin typeface="Times New Roman" pitchFamily="18" charset="0"/>
              </a:rPr>
              <a:t> </a:t>
            </a:r>
            <a:r>
              <a:rPr lang="en-US" sz="2400" dirty="0">
                <a:solidFill>
                  <a:srgbClr val="FF0066"/>
                </a:solidFill>
                <a:latin typeface="Times New Roman" pitchFamily="18" charset="0"/>
              </a:rPr>
              <a:t>ASCII</a:t>
            </a:r>
            <a:r>
              <a:rPr lang="en-US" sz="2400" dirty="0">
                <a:latin typeface="Times New Roman" pitchFamily="18" charset="0"/>
              </a:rPr>
              <a:t> (American Standard Code for Information </a:t>
            </a:r>
            <a:r>
              <a:rPr lang="en-US" sz="2400" dirty="0" err="1">
                <a:latin typeface="Times New Roman" pitchFamily="18" charset="0"/>
              </a:rPr>
              <a:t>Interchage</a:t>
            </a:r>
            <a:r>
              <a:rPr lang="en-US" sz="2400" dirty="0">
                <a:latin typeface="Times New Roman" pitchFamily="18" charset="0"/>
              </a:rPr>
              <a:t>). </a:t>
            </a:r>
            <a:r>
              <a:rPr lang="en-US" sz="2400" dirty="0" err="1">
                <a:latin typeface="Times New Roman" pitchFamily="18" charset="0"/>
              </a:rPr>
              <a:t>Bộ</a:t>
            </a:r>
            <a:r>
              <a:rPr lang="en-US" sz="2400" dirty="0">
                <a:latin typeface="Times New Roman" pitchFamily="18" charset="0"/>
              </a:rPr>
              <a:t> </a:t>
            </a:r>
            <a:r>
              <a:rPr lang="en-US" sz="2400" dirty="0" err="1">
                <a:latin typeface="Times New Roman" pitchFamily="18" charset="0"/>
              </a:rPr>
              <a:t>mã</a:t>
            </a:r>
            <a:r>
              <a:rPr lang="en-US" sz="2400" dirty="0">
                <a:latin typeface="Times New Roman" pitchFamily="18" charset="0"/>
              </a:rPr>
              <a:t> </a:t>
            </a:r>
            <a:r>
              <a:rPr lang="en-US" sz="2400" dirty="0" err="1">
                <a:latin typeface="Times New Roman" pitchFamily="18" charset="0"/>
              </a:rPr>
              <a:t>này</a:t>
            </a:r>
            <a:r>
              <a:rPr lang="en-US" sz="2400" dirty="0">
                <a:latin typeface="Times New Roman" pitchFamily="18" charset="0"/>
              </a:rPr>
              <a:t> </a:t>
            </a:r>
            <a:r>
              <a:rPr lang="en-US" sz="2400" dirty="0" err="1">
                <a:latin typeface="Times New Roman" pitchFamily="18" charset="0"/>
              </a:rPr>
              <a:t>dùng</a:t>
            </a:r>
            <a:r>
              <a:rPr lang="en-US" sz="2400" dirty="0">
                <a:latin typeface="Times New Roman" pitchFamily="18" charset="0"/>
              </a:rPr>
              <a:t> </a:t>
            </a:r>
            <a:r>
              <a:rPr lang="en-US" sz="2400" dirty="0">
                <a:solidFill>
                  <a:srgbClr val="FF0066"/>
                </a:solidFill>
                <a:latin typeface="Times New Roman" pitchFamily="18" charset="0"/>
              </a:rPr>
              <a:t>7 bit</a:t>
            </a:r>
            <a:r>
              <a:rPr lang="en-US" sz="2400" dirty="0">
                <a:latin typeface="Times New Roman" pitchFamily="18" charset="0"/>
              </a:rPr>
              <a:t> </a:t>
            </a:r>
            <a:r>
              <a:rPr lang="en-US" sz="2400" dirty="0" err="1">
                <a:latin typeface="Times New Roman" pitchFamily="18" charset="0"/>
              </a:rPr>
              <a:t>để</a:t>
            </a:r>
            <a:r>
              <a:rPr lang="en-US" sz="2400" dirty="0">
                <a:latin typeface="Times New Roman" pitchFamily="18" charset="0"/>
              </a:rPr>
              <a:t> </a:t>
            </a:r>
            <a:r>
              <a:rPr lang="en-US" sz="2400" dirty="0" err="1">
                <a:latin typeface="Times New Roman" pitchFamily="18" charset="0"/>
              </a:rPr>
              <a:t>biểu</a:t>
            </a:r>
            <a:r>
              <a:rPr lang="en-US" sz="2400" dirty="0">
                <a:latin typeface="Times New Roman" pitchFamily="18" charset="0"/>
              </a:rPr>
              <a:t> </a:t>
            </a:r>
            <a:r>
              <a:rPr lang="en-US" sz="2400" dirty="0" err="1">
                <a:latin typeface="Times New Roman" pitchFamily="18" charset="0"/>
              </a:rPr>
              <a:t>diễn</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a:t>
            </a:r>
            <a:r>
              <a:rPr lang="en-US" sz="2400" dirty="0" err="1">
                <a:latin typeface="Times New Roman" pitchFamily="18" charset="0"/>
              </a:rPr>
              <a:t>ký</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tuy</a:t>
            </a:r>
            <a:r>
              <a:rPr lang="en-US" sz="2400" dirty="0">
                <a:latin typeface="Times New Roman" pitchFamily="18" charset="0"/>
              </a:rPr>
              <a:t> </a:t>
            </a:r>
            <a:r>
              <a:rPr lang="en-US" sz="2400" dirty="0" err="1">
                <a:latin typeface="Times New Roman" pitchFamily="18" charset="0"/>
              </a:rPr>
              <a:t>vậy</a:t>
            </a:r>
            <a:r>
              <a:rPr lang="en-US" sz="2400" dirty="0">
                <a:latin typeface="Times New Roman" pitchFamily="18" charset="0"/>
              </a:rPr>
              <a:t> </a:t>
            </a:r>
            <a:r>
              <a:rPr lang="en-US" sz="2400" dirty="0" err="1">
                <a:latin typeface="Times New Roman" pitchFamily="18" charset="0"/>
              </a:rPr>
              <a:t>mỗi</a:t>
            </a:r>
            <a:r>
              <a:rPr lang="en-US" sz="2400" dirty="0">
                <a:latin typeface="Times New Roman" pitchFamily="18" charset="0"/>
              </a:rPr>
              <a:t> </a:t>
            </a:r>
            <a:r>
              <a:rPr lang="en-US" sz="2400" dirty="0" err="1">
                <a:latin typeface="Times New Roman" pitchFamily="18" charset="0"/>
              </a:rPr>
              <a:t>ký</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bảng</a:t>
            </a:r>
            <a:r>
              <a:rPr lang="en-US" sz="2400" dirty="0">
                <a:latin typeface="Times New Roman" pitchFamily="18" charset="0"/>
              </a:rPr>
              <a:t> </a:t>
            </a:r>
            <a:r>
              <a:rPr lang="en-US" sz="2400" dirty="0" err="1">
                <a:latin typeface="Times New Roman" pitchFamily="18" charset="0"/>
              </a:rPr>
              <a:t>mã</a:t>
            </a:r>
            <a:r>
              <a:rPr lang="en-US" sz="2400" dirty="0">
                <a:latin typeface="Times New Roman" pitchFamily="18" charset="0"/>
              </a:rPr>
              <a:t> ASCII </a:t>
            </a:r>
            <a:r>
              <a:rPr lang="en-US" sz="2400" dirty="0" err="1">
                <a:latin typeface="Times New Roman" pitchFamily="18" charset="0"/>
              </a:rPr>
              <a:t>vẫn</a:t>
            </a:r>
            <a:r>
              <a:rPr lang="en-US" sz="2400" dirty="0">
                <a:latin typeface="Times New Roman" pitchFamily="18" charset="0"/>
              </a:rPr>
              <a:t> </a:t>
            </a:r>
            <a:r>
              <a:rPr lang="en-US" sz="2400" dirty="0" err="1">
                <a:latin typeface="Times New Roman" pitchFamily="18" charset="0"/>
              </a:rPr>
              <a:t>chiếm</a:t>
            </a:r>
            <a:r>
              <a:rPr lang="en-US" sz="2400" dirty="0">
                <a:latin typeface="Times New Roman" pitchFamily="18" charset="0"/>
              </a:rPr>
              <a:t> </a:t>
            </a:r>
            <a:r>
              <a:rPr lang="en-US" sz="2400" dirty="0" err="1">
                <a:latin typeface="Times New Roman" pitchFamily="18" charset="0"/>
              </a:rPr>
              <a:t>hết</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byte </a:t>
            </a:r>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thực</a:t>
            </a:r>
            <a:r>
              <a:rPr lang="en-US" sz="2400" dirty="0">
                <a:latin typeface="Times New Roman" pitchFamily="18" charset="0"/>
              </a:rPr>
              <a:t> </a:t>
            </a:r>
            <a:r>
              <a:rPr lang="en-US" sz="2400" dirty="0" err="1">
                <a:latin typeface="Times New Roman" pitchFamily="18" charset="0"/>
              </a:rPr>
              <a:t>hiện</a:t>
            </a:r>
            <a:r>
              <a:rPr lang="en-US" sz="2400" dirty="0">
                <a:latin typeface="Times New Roman" pitchFamily="18" charset="0"/>
              </a:rPr>
              <a:t> </a:t>
            </a:r>
            <a:r>
              <a:rPr lang="en-US" sz="2400" dirty="0" err="1">
                <a:latin typeface="Times New Roman" pitchFamily="18" charset="0"/>
              </a:rPr>
              <a:t>trong</a:t>
            </a:r>
            <a:r>
              <a:rPr lang="en-US" sz="2400" dirty="0">
                <a:latin typeface="Times New Roman" pitchFamily="18" charset="0"/>
              </a:rPr>
              <a:t> </a:t>
            </a:r>
            <a:r>
              <a:rPr lang="en-US" sz="2400" dirty="0" err="1">
                <a:latin typeface="Times New Roman" pitchFamily="18" charset="0"/>
              </a:rPr>
              <a:t>bộ</a:t>
            </a:r>
            <a:r>
              <a:rPr lang="en-US" sz="2400" dirty="0">
                <a:latin typeface="Times New Roman" pitchFamily="18" charset="0"/>
              </a:rPr>
              <a:t> </a:t>
            </a:r>
            <a:r>
              <a:rPr lang="en-US" sz="2400" dirty="0" err="1">
                <a:latin typeface="Times New Roman" pitchFamily="18" charset="0"/>
              </a:rPr>
              <a:t>nhớ</a:t>
            </a:r>
            <a:r>
              <a:rPr lang="en-US" sz="2400" dirty="0">
                <a:latin typeface="Times New Roman" pitchFamily="18" charset="0"/>
              </a:rPr>
              <a:t> </a:t>
            </a:r>
            <a:r>
              <a:rPr lang="en-US" sz="2400" dirty="0" err="1">
                <a:latin typeface="Times New Roman" pitchFamily="18" charset="0"/>
              </a:rPr>
              <a:t>máy</a:t>
            </a:r>
            <a:r>
              <a:rPr lang="en-US" sz="2400" dirty="0">
                <a:latin typeface="Times New Roman" pitchFamily="18" charset="0"/>
              </a:rPr>
              <a:t> </a:t>
            </a:r>
            <a:r>
              <a:rPr lang="en-US" sz="2400" dirty="0" err="1">
                <a:latin typeface="Times New Roman" pitchFamily="18" charset="0"/>
              </a:rPr>
              <a:t>tính</a:t>
            </a:r>
            <a:r>
              <a:rPr lang="en-US" sz="2400" dirty="0">
                <a:latin typeface="Times New Roman" pitchFamily="18" charset="0"/>
              </a:rPr>
              <a:t>, bit </a:t>
            </a:r>
            <a:r>
              <a:rPr lang="en-US" sz="2400" dirty="0" err="1">
                <a:latin typeface="Times New Roman" pitchFamily="18" charset="0"/>
              </a:rPr>
              <a:t>dư</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sẽ</a:t>
            </a:r>
            <a:r>
              <a:rPr lang="en-US" sz="2400" dirty="0">
                <a:latin typeface="Times New Roman" pitchFamily="18" charset="0"/>
              </a:rPr>
              <a:t> </a:t>
            </a:r>
            <a:r>
              <a:rPr lang="en-US" sz="2400" dirty="0" err="1">
                <a:latin typeface="Times New Roman" pitchFamily="18" charset="0"/>
              </a:rPr>
              <a:t>bị</a:t>
            </a:r>
            <a:r>
              <a:rPr lang="en-US" sz="2400" dirty="0">
                <a:latin typeface="Times New Roman" pitchFamily="18" charset="0"/>
              </a:rPr>
              <a:t> </a:t>
            </a:r>
            <a:r>
              <a:rPr lang="en-US" sz="2400" dirty="0" err="1">
                <a:latin typeface="Times New Roman" pitchFamily="18" charset="0"/>
              </a:rPr>
              <a:t>bỏ</a:t>
            </a:r>
            <a:r>
              <a:rPr lang="en-US" sz="2400" dirty="0">
                <a:latin typeface="Times New Roman" pitchFamily="18" charset="0"/>
              </a:rPr>
              <a:t> qua </a:t>
            </a:r>
            <a:r>
              <a:rPr lang="en-US" sz="2400" dirty="0" err="1">
                <a:latin typeface="Times New Roman" pitchFamily="18" charset="0"/>
              </a:rPr>
              <a:t>hoặc</a:t>
            </a:r>
            <a:r>
              <a:rPr lang="en-US" sz="2400" dirty="0">
                <a:latin typeface="Times New Roman" pitchFamily="18" charset="0"/>
              </a:rPr>
              <a:t> </a:t>
            </a:r>
            <a:r>
              <a:rPr lang="en-US" sz="2400" dirty="0" err="1">
                <a:latin typeface="Times New Roman" pitchFamily="18" charset="0"/>
              </a:rPr>
              <a:t>được</a:t>
            </a:r>
            <a:r>
              <a:rPr lang="en-US" sz="2400" dirty="0">
                <a:latin typeface="Times New Roman" pitchFamily="18" charset="0"/>
              </a:rPr>
              <a:t> </a:t>
            </a:r>
            <a:r>
              <a:rPr lang="en-US" sz="2400" dirty="0" err="1">
                <a:latin typeface="Times New Roman" pitchFamily="18" charset="0"/>
              </a:rPr>
              <a:t>dùng</a:t>
            </a:r>
            <a:r>
              <a:rPr lang="en-US" sz="2400" dirty="0">
                <a:latin typeface="Times New Roman" pitchFamily="18" charset="0"/>
              </a:rPr>
              <a:t> </a:t>
            </a:r>
            <a:r>
              <a:rPr lang="en-US" sz="2400" dirty="0" err="1">
                <a:latin typeface="Times New Roman" pitchFamily="18" charset="0"/>
              </a:rPr>
              <a:t>cho</a:t>
            </a:r>
            <a:r>
              <a:rPr lang="en-US" sz="2400" dirty="0">
                <a:latin typeface="Times New Roman" pitchFamily="18" charset="0"/>
              </a:rPr>
              <a:t> </a:t>
            </a:r>
            <a:r>
              <a:rPr lang="en-US" sz="2400" dirty="0" err="1">
                <a:latin typeface="Times New Roman" pitchFamily="18" charset="0"/>
              </a:rPr>
              <a:t>biểu</a:t>
            </a:r>
            <a:r>
              <a:rPr lang="en-US" sz="2400" dirty="0">
                <a:latin typeface="Times New Roman" pitchFamily="18" charset="0"/>
              </a:rPr>
              <a:t> </a:t>
            </a:r>
            <a:r>
              <a:rPr lang="en-US" sz="2400" dirty="0" err="1">
                <a:latin typeface="Times New Roman" pitchFamily="18" charset="0"/>
              </a:rPr>
              <a:t>diễn</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cho</a:t>
            </a:r>
            <a:r>
              <a:rPr lang="en-US" sz="2400" dirty="0">
                <a:latin typeface="Times New Roman" pitchFamily="18" charset="0"/>
              </a:rPr>
              <a:t> </a:t>
            </a:r>
            <a:r>
              <a:rPr lang="en-US" sz="2400" dirty="0" err="1">
                <a:latin typeface="Times New Roman" pitchFamily="18" charset="0"/>
              </a:rPr>
              <a:t>ký</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a:t>
            </a:r>
            <a:r>
              <a:rPr lang="en-US" sz="2400" dirty="0" err="1">
                <a:latin typeface="Times New Roman" pitchFamily="18" charset="0"/>
              </a:rPr>
              <a:t>đặc</a:t>
            </a:r>
            <a:r>
              <a:rPr lang="en-US" sz="2400" dirty="0">
                <a:latin typeface="Times New Roman" pitchFamily="18" charset="0"/>
              </a:rPr>
              <a:t> </a:t>
            </a:r>
            <a:r>
              <a:rPr lang="en-US" sz="2400" dirty="0" err="1">
                <a:latin typeface="Times New Roman" pitchFamily="18" charset="0"/>
              </a:rPr>
              <a:t>biệt</a:t>
            </a:r>
            <a:r>
              <a:rPr lang="en-US" sz="2400" dirty="0">
                <a:latin typeface="Times New Roman" pitchFamily="18" charset="0"/>
              </a:rPr>
              <a:t>. </a:t>
            </a:r>
          </a:p>
          <a:p>
            <a:pPr marL="0" indent="0">
              <a:spcBef>
                <a:spcPts val="1200"/>
              </a:spcBef>
              <a:buNone/>
            </a:pPr>
            <a:r>
              <a:rPr lang="en-US" sz="2400" dirty="0" err="1">
                <a:latin typeface="Times New Roman" pitchFamily="18" charset="0"/>
              </a:rPr>
              <a:t>Ví</a:t>
            </a:r>
            <a:r>
              <a:rPr lang="en-US" sz="2400" dirty="0">
                <a:latin typeface="Times New Roman" pitchFamily="18" charset="0"/>
              </a:rPr>
              <a:t> </a:t>
            </a:r>
            <a:r>
              <a:rPr lang="en-US" sz="2400" dirty="0" err="1">
                <a:latin typeface="Times New Roman" pitchFamily="18" charset="0"/>
              </a:rPr>
              <a:t>dụ</a:t>
            </a:r>
            <a:r>
              <a:rPr lang="en-US" sz="2400" dirty="0">
                <a:latin typeface="Times New Roman" pitchFamily="18" charset="0"/>
              </a:rPr>
              <a:t>: </a:t>
            </a:r>
            <a:r>
              <a:rPr lang="en-US" sz="2400" dirty="0" err="1">
                <a:latin typeface="Times New Roman" pitchFamily="18" charset="0"/>
              </a:rPr>
              <a:t>dãy</a:t>
            </a:r>
            <a:r>
              <a:rPr lang="en-US" sz="2400" dirty="0">
                <a:latin typeface="Times New Roman" pitchFamily="18" charset="0"/>
              </a:rPr>
              <a:t> bit </a:t>
            </a:r>
            <a:r>
              <a:rPr lang="en-US" sz="2400" dirty="0" err="1">
                <a:latin typeface="Times New Roman" pitchFamily="18" charset="0"/>
              </a:rPr>
              <a:t>sau</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biểu</a:t>
            </a:r>
            <a:r>
              <a:rPr lang="en-US" sz="2400" dirty="0">
                <a:latin typeface="Times New Roman" pitchFamily="18" charset="0"/>
              </a:rPr>
              <a:t> </a:t>
            </a:r>
            <a:r>
              <a:rPr lang="en-US" sz="2400" dirty="0" err="1">
                <a:latin typeface="Times New Roman" pitchFamily="18" charset="0"/>
              </a:rPr>
              <a:t>diễn</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chuỗi</a:t>
            </a:r>
            <a:r>
              <a:rPr lang="en-US" sz="2400" dirty="0">
                <a:latin typeface="Times New Roman" pitchFamily="18" charset="0"/>
              </a:rPr>
              <a:t> </a:t>
            </a:r>
            <a:r>
              <a:rPr lang="en-US" sz="2400" dirty="0" err="1">
                <a:latin typeface="Times New Roman" pitchFamily="18" charset="0"/>
              </a:rPr>
              <a:t>ký</a:t>
            </a:r>
            <a:r>
              <a:rPr lang="en-US" sz="2400" dirty="0">
                <a:latin typeface="Times New Roman" pitchFamily="18" charset="0"/>
              </a:rPr>
              <a:t> </a:t>
            </a:r>
            <a:r>
              <a:rPr lang="en-US" sz="2400" dirty="0" err="1">
                <a:latin typeface="Times New Roman" pitchFamily="18" charset="0"/>
              </a:rPr>
              <a:t>tự</a:t>
            </a:r>
            <a:r>
              <a:rPr lang="en-US" sz="2400" dirty="0">
                <a:latin typeface="Times New Roman" pitchFamily="18" charset="0"/>
              </a:rPr>
              <a:t>  "Hi Sue "</a:t>
            </a:r>
          </a:p>
        </p:txBody>
      </p:sp>
      <p:pic>
        <p:nvPicPr>
          <p:cNvPr id="11" name="Picture 5" descr="Figure03_001.jpg (29141 by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3216" y="5013102"/>
            <a:ext cx="83375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28534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79146"/>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BẢNG MÃ ASCII (CHUẨN)</a:t>
            </a:r>
          </a:p>
        </p:txBody>
      </p:sp>
      <p:pic>
        <p:nvPicPr>
          <p:cNvPr id="181250" name="Picture 2" descr="Ascii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1041842"/>
            <a:ext cx="10287000" cy="5331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2967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981200" y="228600"/>
            <a:ext cx="8153401"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BẢNG MÃ ASCII (MỞ RỘNG)</a:t>
            </a:r>
          </a:p>
        </p:txBody>
      </p:sp>
      <p:pic>
        <p:nvPicPr>
          <p:cNvPr id="201730" name="Picture 2" descr="EBCDIC and IBM Scan Co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7285" y="1252384"/>
            <a:ext cx="8806095" cy="5148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604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162059"/>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HỆ ĐẾM</a:t>
            </a:r>
          </a:p>
        </p:txBody>
      </p:sp>
      <p:sp>
        <p:nvSpPr>
          <p:cNvPr id="6" name="Rectangle 3"/>
          <p:cNvSpPr txBox="1">
            <a:spLocks noChangeArrowheads="1"/>
          </p:cNvSpPr>
          <p:nvPr/>
        </p:nvSpPr>
        <p:spPr bwMode="auto">
          <a:xfrm>
            <a:off x="682580" y="2362201"/>
            <a:ext cx="10844012"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577850" lvl="1" indent="-571500">
              <a:buFont typeface="Wingdings" pitchFamily="2" charset="2"/>
              <a:buChar char="Ø"/>
            </a:pPr>
            <a:r>
              <a:rPr lang="en-US" sz="3200" dirty="0" err="1">
                <a:latin typeface="Times New Roman" pitchFamily="18" charset="0"/>
              </a:rPr>
              <a:t>Dùng</a:t>
            </a:r>
            <a:r>
              <a:rPr lang="en-US" sz="3200" dirty="0">
                <a:latin typeface="Times New Roman" pitchFamily="18" charset="0"/>
              </a:rPr>
              <a:t> 10 </a:t>
            </a:r>
            <a:r>
              <a:rPr lang="en-US" sz="3200" dirty="0" err="1">
                <a:latin typeface="Times New Roman" pitchFamily="18" charset="0"/>
              </a:rPr>
              <a:t>ký</a:t>
            </a:r>
            <a:r>
              <a:rPr lang="en-US" sz="3200" dirty="0">
                <a:latin typeface="Times New Roman" pitchFamily="18" charset="0"/>
              </a:rPr>
              <a:t> </a:t>
            </a:r>
            <a:r>
              <a:rPr lang="en-US" sz="3200" dirty="0" err="1">
                <a:latin typeface="Times New Roman" pitchFamily="18" charset="0"/>
              </a:rPr>
              <a:t>hiệu</a:t>
            </a:r>
            <a:r>
              <a:rPr lang="en-US" sz="3200" dirty="0">
                <a:latin typeface="Times New Roman" pitchFamily="18" charset="0"/>
              </a:rPr>
              <a:t> </a:t>
            </a:r>
            <a:r>
              <a:rPr lang="en-US" sz="3200" dirty="0">
                <a:solidFill>
                  <a:srgbClr val="FF0000"/>
                </a:solidFill>
                <a:latin typeface="Times New Roman" pitchFamily="18" charset="0"/>
              </a:rPr>
              <a:t>0</a:t>
            </a:r>
            <a:r>
              <a:rPr lang="en-US" sz="3200" dirty="0">
                <a:latin typeface="Times New Roman" pitchFamily="18" charset="0"/>
              </a:rPr>
              <a:t>,</a:t>
            </a:r>
            <a:r>
              <a:rPr lang="en-US" sz="3200" dirty="0">
                <a:solidFill>
                  <a:srgbClr val="FF0000"/>
                </a:solidFill>
                <a:latin typeface="Times New Roman" pitchFamily="18" charset="0"/>
              </a:rPr>
              <a:t>1</a:t>
            </a:r>
            <a:r>
              <a:rPr lang="en-US" sz="3200" dirty="0">
                <a:latin typeface="Times New Roman" pitchFamily="18" charset="0"/>
              </a:rPr>
              <a:t>,…</a:t>
            </a:r>
            <a:r>
              <a:rPr lang="en-US" sz="3200" dirty="0">
                <a:solidFill>
                  <a:srgbClr val="FF0000"/>
                </a:solidFill>
                <a:latin typeface="Times New Roman" pitchFamily="18" charset="0"/>
              </a:rPr>
              <a:t>9</a:t>
            </a:r>
            <a:r>
              <a:rPr lang="en-US" sz="3200" dirty="0">
                <a:latin typeface="Times New Roman" pitchFamily="18" charset="0"/>
              </a:rPr>
              <a:t> </a:t>
            </a:r>
            <a:r>
              <a:rPr lang="en-US" sz="3200" dirty="0" err="1">
                <a:latin typeface="Times New Roman" pitchFamily="18" charset="0"/>
              </a:rPr>
              <a:t>để</a:t>
            </a:r>
            <a:r>
              <a:rPr lang="en-US" sz="3200" dirty="0">
                <a:latin typeface="Times New Roman" pitchFamily="18" charset="0"/>
              </a:rPr>
              <a:t> </a:t>
            </a:r>
            <a:r>
              <a:rPr lang="en-US" sz="3200" dirty="0" err="1">
                <a:latin typeface="Times New Roman" pitchFamily="18" charset="0"/>
              </a:rPr>
              <a:t>biểu</a:t>
            </a:r>
            <a:r>
              <a:rPr lang="en-US" sz="3200" dirty="0">
                <a:latin typeface="Times New Roman" pitchFamily="18" charset="0"/>
              </a:rPr>
              <a:t> </a:t>
            </a:r>
            <a:r>
              <a:rPr lang="en-US" sz="3200" dirty="0" err="1">
                <a:latin typeface="Times New Roman" pitchFamily="18" charset="0"/>
              </a:rPr>
              <a:t>diễn</a:t>
            </a:r>
            <a:r>
              <a:rPr lang="en-US" sz="3200" dirty="0">
                <a:latin typeface="Times New Roman" pitchFamily="18" charset="0"/>
              </a:rPr>
              <a:t> </a:t>
            </a:r>
            <a:r>
              <a:rPr lang="en-US" sz="3200" dirty="0" err="1">
                <a:latin typeface="Times New Roman" pitchFamily="18" charset="0"/>
              </a:rPr>
              <a:t>các</a:t>
            </a:r>
            <a:r>
              <a:rPr lang="en-US" sz="3200" dirty="0">
                <a:latin typeface="Times New Roman" pitchFamily="18" charset="0"/>
              </a:rPr>
              <a:t> </a:t>
            </a:r>
            <a:r>
              <a:rPr lang="en-US" sz="3200" dirty="0" err="1">
                <a:latin typeface="Times New Roman" pitchFamily="18" charset="0"/>
              </a:rPr>
              <a:t>số</a:t>
            </a:r>
            <a:r>
              <a:rPr lang="en-US" sz="3200" dirty="0">
                <a:latin typeface="Times New Roman" pitchFamily="18" charset="0"/>
              </a:rPr>
              <a:t>, </a:t>
            </a:r>
            <a:r>
              <a:rPr lang="en-US" sz="3200" dirty="0" err="1">
                <a:latin typeface="Times New Roman" pitchFamily="18" charset="0"/>
              </a:rPr>
              <a:t>mỗi</a:t>
            </a:r>
            <a:r>
              <a:rPr lang="en-US" sz="3200" dirty="0">
                <a:latin typeface="Times New Roman" pitchFamily="18" charset="0"/>
              </a:rPr>
              <a:t> </a:t>
            </a:r>
            <a:r>
              <a:rPr lang="en-US" sz="3200" dirty="0" err="1">
                <a:latin typeface="Times New Roman" pitchFamily="18" charset="0"/>
              </a:rPr>
              <a:t>ký</a:t>
            </a:r>
            <a:r>
              <a:rPr lang="en-US" sz="3200" dirty="0">
                <a:latin typeface="Times New Roman" pitchFamily="18" charset="0"/>
              </a:rPr>
              <a:t> </a:t>
            </a:r>
            <a:r>
              <a:rPr lang="en-US" sz="3200" dirty="0" err="1">
                <a:latin typeface="Times New Roman" pitchFamily="18" charset="0"/>
              </a:rPr>
              <a:t>hiệu</a:t>
            </a:r>
            <a:r>
              <a:rPr lang="en-US" sz="3200" dirty="0">
                <a:latin typeface="Times New Roman" pitchFamily="18" charset="0"/>
              </a:rPr>
              <a:t> </a:t>
            </a:r>
            <a:r>
              <a:rPr lang="en-US" sz="3200" dirty="0" err="1">
                <a:latin typeface="Times New Roman" pitchFamily="18" charset="0"/>
              </a:rPr>
              <a:t>gọi</a:t>
            </a:r>
            <a:r>
              <a:rPr lang="en-US" sz="3200" dirty="0">
                <a:latin typeface="Times New Roman" pitchFamily="18" charset="0"/>
              </a:rPr>
              <a:t> </a:t>
            </a:r>
            <a:r>
              <a:rPr lang="en-US" sz="3200" dirty="0" err="1">
                <a:latin typeface="Times New Roman" pitchFamily="18" charset="0"/>
              </a:rPr>
              <a:t>là</a:t>
            </a:r>
            <a:r>
              <a:rPr lang="en-US" sz="3200" dirty="0">
                <a:latin typeface="Times New Roman" pitchFamily="18" charset="0"/>
              </a:rPr>
              <a:t> </a:t>
            </a:r>
            <a:r>
              <a:rPr lang="en-US" sz="3200" dirty="0" err="1">
                <a:solidFill>
                  <a:schemeClr val="accent1">
                    <a:lumMod val="60000"/>
                    <a:lumOff val="40000"/>
                  </a:schemeClr>
                </a:solidFill>
                <a:latin typeface="Times New Roman" pitchFamily="18" charset="0"/>
              </a:rPr>
              <a:t>một</a:t>
            </a:r>
            <a:r>
              <a:rPr lang="en-US" sz="3200" dirty="0">
                <a:solidFill>
                  <a:schemeClr val="accent1">
                    <a:lumMod val="60000"/>
                    <a:lumOff val="40000"/>
                  </a:schemeClr>
                </a:solidFill>
                <a:latin typeface="Times New Roman" pitchFamily="18" charset="0"/>
              </a:rPr>
              <a:t> </a:t>
            </a:r>
            <a:r>
              <a:rPr lang="en-US" sz="3200" dirty="0" err="1">
                <a:solidFill>
                  <a:schemeClr val="accent1">
                    <a:lumMod val="60000"/>
                    <a:lumOff val="40000"/>
                  </a:schemeClr>
                </a:solidFill>
                <a:latin typeface="Times New Roman" pitchFamily="18" charset="0"/>
              </a:rPr>
              <a:t>chữ</a:t>
            </a:r>
            <a:r>
              <a:rPr lang="en-US" sz="3200" dirty="0">
                <a:solidFill>
                  <a:schemeClr val="accent1">
                    <a:lumMod val="60000"/>
                    <a:lumOff val="40000"/>
                  </a:schemeClr>
                </a:solidFill>
                <a:latin typeface="Times New Roman" pitchFamily="18" charset="0"/>
              </a:rPr>
              <a:t> </a:t>
            </a:r>
            <a:r>
              <a:rPr lang="en-US" sz="3200" dirty="0" err="1">
                <a:solidFill>
                  <a:schemeClr val="accent1">
                    <a:lumMod val="60000"/>
                    <a:lumOff val="40000"/>
                  </a:schemeClr>
                </a:solidFill>
                <a:latin typeface="Times New Roman" pitchFamily="18" charset="0"/>
              </a:rPr>
              <a:t>số</a:t>
            </a:r>
            <a:r>
              <a:rPr lang="en-US" sz="3200" dirty="0">
                <a:latin typeface="Times New Roman" pitchFamily="18" charset="0"/>
              </a:rPr>
              <a:t>.</a:t>
            </a:r>
          </a:p>
          <a:p>
            <a:pPr marL="577850" lvl="1" indent="-571500">
              <a:buFont typeface="Wingdings" pitchFamily="2" charset="2"/>
              <a:buChar char="Ø"/>
            </a:pPr>
            <a:r>
              <a:rPr lang="en-US" sz="3200" dirty="0" err="1"/>
              <a:t>Dùng</a:t>
            </a:r>
            <a:r>
              <a:rPr lang="en-US" sz="3200" dirty="0"/>
              <a:t> n </a:t>
            </a:r>
            <a:r>
              <a:rPr lang="en-US" sz="3200" dirty="0" err="1"/>
              <a:t>chữ</a:t>
            </a:r>
            <a:r>
              <a:rPr lang="en-US" sz="3200" dirty="0"/>
              <a:t> </a:t>
            </a:r>
            <a:r>
              <a:rPr lang="en-US" sz="3200" dirty="0" err="1"/>
              <a:t>số</a:t>
            </a:r>
            <a:r>
              <a:rPr lang="en-US" sz="3200" dirty="0"/>
              <a:t> </a:t>
            </a:r>
            <a:r>
              <a:rPr lang="en-US" sz="3200" dirty="0" err="1"/>
              <a:t>thập</a:t>
            </a:r>
            <a:r>
              <a:rPr lang="en-US" sz="3200" dirty="0"/>
              <a:t> </a:t>
            </a:r>
            <a:r>
              <a:rPr lang="en-US" sz="3200" dirty="0" err="1"/>
              <a:t>phân</a:t>
            </a:r>
            <a:r>
              <a:rPr lang="en-US" sz="3200" dirty="0"/>
              <a:t> </a:t>
            </a:r>
            <a:r>
              <a:rPr lang="en-US" sz="3200" dirty="0" err="1"/>
              <a:t>có</a:t>
            </a:r>
            <a:r>
              <a:rPr lang="en-US" sz="3200" dirty="0"/>
              <a:t> </a:t>
            </a:r>
            <a:r>
              <a:rPr lang="en-US" sz="3200" dirty="0" err="1"/>
              <a:t>thể</a:t>
            </a:r>
            <a:r>
              <a:rPr lang="en-US" sz="3200" dirty="0"/>
              <a:t> </a:t>
            </a:r>
            <a:r>
              <a:rPr lang="en-US" sz="3200" dirty="0" err="1"/>
              <a:t>biểu</a:t>
            </a:r>
            <a:r>
              <a:rPr lang="en-US" sz="3200" dirty="0"/>
              <a:t> </a:t>
            </a:r>
            <a:r>
              <a:rPr lang="en-US" sz="3200" dirty="0" err="1"/>
              <a:t>diễn</a:t>
            </a:r>
            <a:r>
              <a:rPr lang="en-US" sz="3200" dirty="0"/>
              <a:t> </a:t>
            </a:r>
            <a:r>
              <a:rPr lang="en-US" sz="3200" dirty="0" err="1"/>
              <a:t>được</a:t>
            </a:r>
            <a:r>
              <a:rPr lang="en-US" sz="3200" dirty="0"/>
              <a:t> 10</a:t>
            </a:r>
            <a:r>
              <a:rPr lang="en-US" sz="3200" baseline="30000" dirty="0"/>
              <a:t>n</a:t>
            </a:r>
            <a:r>
              <a:rPr lang="en-US" sz="3200" dirty="0"/>
              <a:t> </a:t>
            </a:r>
            <a:r>
              <a:rPr lang="en-US" sz="3200" dirty="0" err="1"/>
              <a:t>giá</a:t>
            </a:r>
            <a:r>
              <a:rPr lang="en-US" sz="3200" dirty="0"/>
              <a:t> </a:t>
            </a:r>
            <a:r>
              <a:rPr lang="en-US" sz="3200" dirty="0" err="1"/>
              <a:t>trị</a:t>
            </a:r>
            <a:r>
              <a:rPr lang="en-US" sz="3200" dirty="0"/>
              <a:t> </a:t>
            </a:r>
            <a:r>
              <a:rPr lang="en-US" sz="3200" dirty="0" err="1"/>
              <a:t>khác</a:t>
            </a:r>
            <a:r>
              <a:rPr lang="en-US" sz="3200" dirty="0"/>
              <a:t> </a:t>
            </a:r>
            <a:r>
              <a:rPr lang="en-US" sz="3200" dirty="0" err="1"/>
              <a:t>nhau</a:t>
            </a:r>
            <a:r>
              <a:rPr lang="en-US" sz="3200" dirty="0"/>
              <a:t>:</a:t>
            </a:r>
            <a:endParaRPr lang="en-US" sz="3200" dirty="0">
              <a:latin typeface="Times New Roman" pitchFamily="18" charset="0"/>
            </a:endParaRPr>
          </a:p>
          <a:p>
            <a:pPr marL="6350" lvl="1" indent="0">
              <a:buNone/>
            </a:pPr>
            <a:endParaRPr lang="en-US" sz="1800" b="1" dirty="0">
              <a:latin typeface="Times New Roman" pitchFamily="18" charset="0"/>
            </a:endParaRPr>
          </a:p>
          <a:p>
            <a:pPr marL="6350" lvl="1" indent="0">
              <a:buNone/>
            </a:pPr>
            <a:r>
              <a:rPr lang="en-US" sz="2400" b="1" dirty="0" err="1">
                <a:latin typeface="Times New Roman" pitchFamily="18" charset="0"/>
              </a:rPr>
              <a:t>Ví</a:t>
            </a:r>
            <a:r>
              <a:rPr lang="en-US" sz="2400" b="1" dirty="0">
                <a:latin typeface="Times New Roman" pitchFamily="18" charset="0"/>
              </a:rPr>
              <a:t> </a:t>
            </a:r>
            <a:r>
              <a:rPr lang="en-US" sz="2400" b="1" dirty="0" err="1">
                <a:latin typeface="Times New Roman" pitchFamily="18" charset="0"/>
              </a:rPr>
              <a:t>dụ</a:t>
            </a:r>
            <a:r>
              <a:rPr lang="en-US" sz="2400" b="1" dirty="0">
                <a:latin typeface="Times New Roman" pitchFamily="18" charset="0"/>
              </a:rPr>
              <a:t>: </a:t>
            </a:r>
          </a:p>
          <a:p>
            <a:pPr lvl="1">
              <a:buFont typeface="Wingdings" pitchFamily="2" charset="2"/>
              <a:buNone/>
            </a:pPr>
            <a:r>
              <a:rPr lang="en-US" sz="2400" b="1" dirty="0">
                <a:latin typeface="Times New Roman" pitchFamily="18" charset="0"/>
              </a:rPr>
              <a:t>	    315 = </a:t>
            </a:r>
            <a:r>
              <a:rPr lang="en-US" sz="2400" b="1" dirty="0">
                <a:solidFill>
                  <a:srgbClr val="FF0066"/>
                </a:solidFill>
                <a:latin typeface="Times New Roman" pitchFamily="18" charset="0"/>
              </a:rPr>
              <a:t>3</a:t>
            </a:r>
            <a:r>
              <a:rPr lang="en-US" sz="2400" b="1" dirty="0">
                <a:latin typeface="Times New Roman" pitchFamily="18" charset="0"/>
              </a:rPr>
              <a:t> . 10</a:t>
            </a:r>
            <a:r>
              <a:rPr lang="en-US" sz="2400" b="1" baseline="30000" dirty="0">
                <a:latin typeface="Times New Roman" pitchFamily="18" charset="0"/>
              </a:rPr>
              <a:t>2</a:t>
            </a:r>
            <a:r>
              <a:rPr lang="en-US" sz="2400" b="1" dirty="0">
                <a:latin typeface="Times New Roman" pitchFamily="18" charset="0"/>
              </a:rPr>
              <a:t>  +  </a:t>
            </a:r>
            <a:r>
              <a:rPr lang="en-US" sz="2400" b="1" dirty="0">
                <a:solidFill>
                  <a:srgbClr val="FF0066"/>
                </a:solidFill>
                <a:latin typeface="Times New Roman" pitchFamily="18" charset="0"/>
              </a:rPr>
              <a:t>1</a:t>
            </a:r>
            <a:r>
              <a:rPr lang="en-US" sz="2400" b="1" dirty="0">
                <a:latin typeface="Times New Roman" pitchFamily="18" charset="0"/>
              </a:rPr>
              <a:t> . 10</a:t>
            </a:r>
            <a:r>
              <a:rPr lang="en-US" sz="2400" b="1" baseline="30000" dirty="0">
                <a:latin typeface="Times New Roman" pitchFamily="18" charset="0"/>
              </a:rPr>
              <a:t>1</a:t>
            </a:r>
            <a:r>
              <a:rPr lang="en-US" sz="2400" b="1" dirty="0">
                <a:latin typeface="Times New Roman" pitchFamily="18" charset="0"/>
              </a:rPr>
              <a:t>  +   </a:t>
            </a:r>
            <a:r>
              <a:rPr lang="en-US" sz="2400" b="1" dirty="0">
                <a:solidFill>
                  <a:srgbClr val="FF0066"/>
                </a:solidFill>
                <a:latin typeface="Times New Roman" pitchFamily="18" charset="0"/>
              </a:rPr>
              <a:t>5</a:t>
            </a:r>
            <a:r>
              <a:rPr lang="en-US" sz="2400" b="1" dirty="0">
                <a:latin typeface="Times New Roman" pitchFamily="18" charset="0"/>
              </a:rPr>
              <a:t> . 10</a:t>
            </a:r>
            <a:r>
              <a:rPr lang="en-US" sz="2400" b="1" baseline="30000" dirty="0">
                <a:latin typeface="Times New Roman" pitchFamily="18" charset="0"/>
              </a:rPr>
              <a:t>0</a:t>
            </a:r>
          </a:p>
          <a:p>
            <a:pPr lvl="1">
              <a:buFont typeface="Wingdings" pitchFamily="2" charset="2"/>
              <a:buNone/>
            </a:pPr>
            <a:r>
              <a:rPr lang="en-US" sz="2400" b="1" dirty="0">
                <a:latin typeface="Times New Roman" pitchFamily="18" charset="0"/>
              </a:rPr>
              <a:t>		1024 = </a:t>
            </a:r>
            <a:r>
              <a:rPr lang="en-US" sz="2400" b="1" dirty="0">
                <a:solidFill>
                  <a:srgbClr val="FF0066"/>
                </a:solidFill>
                <a:latin typeface="Times New Roman" pitchFamily="18" charset="0"/>
              </a:rPr>
              <a:t>1</a:t>
            </a:r>
            <a:r>
              <a:rPr lang="en-US" sz="2400" b="1" dirty="0">
                <a:latin typeface="Times New Roman" pitchFamily="18" charset="0"/>
              </a:rPr>
              <a:t> . 10</a:t>
            </a:r>
            <a:r>
              <a:rPr lang="en-US" sz="2400" b="1" baseline="30000" dirty="0">
                <a:latin typeface="Times New Roman" pitchFamily="18" charset="0"/>
              </a:rPr>
              <a:t>3</a:t>
            </a:r>
            <a:r>
              <a:rPr lang="en-US" sz="2400" b="1" dirty="0">
                <a:latin typeface="Times New Roman" pitchFamily="18" charset="0"/>
              </a:rPr>
              <a:t> + </a:t>
            </a:r>
            <a:r>
              <a:rPr lang="en-US" sz="2400" b="1" dirty="0">
                <a:solidFill>
                  <a:srgbClr val="FF0066"/>
                </a:solidFill>
                <a:latin typeface="Times New Roman" pitchFamily="18" charset="0"/>
              </a:rPr>
              <a:t>0</a:t>
            </a:r>
            <a:r>
              <a:rPr lang="en-US" sz="2400" b="1" dirty="0">
                <a:latin typeface="Times New Roman" pitchFamily="18" charset="0"/>
              </a:rPr>
              <a:t> . 10</a:t>
            </a:r>
            <a:r>
              <a:rPr lang="en-US" sz="2400" b="1" baseline="30000" dirty="0">
                <a:latin typeface="Times New Roman" pitchFamily="18" charset="0"/>
              </a:rPr>
              <a:t>2</a:t>
            </a:r>
            <a:r>
              <a:rPr lang="en-US" sz="2400" b="1" dirty="0">
                <a:latin typeface="Times New Roman" pitchFamily="18" charset="0"/>
              </a:rPr>
              <a:t> + </a:t>
            </a:r>
            <a:r>
              <a:rPr lang="en-US" sz="2400" b="1" dirty="0">
                <a:solidFill>
                  <a:srgbClr val="FF0066"/>
                </a:solidFill>
                <a:latin typeface="Times New Roman" pitchFamily="18" charset="0"/>
              </a:rPr>
              <a:t>2 </a:t>
            </a:r>
            <a:r>
              <a:rPr lang="en-US" sz="2400" b="1" dirty="0">
                <a:latin typeface="Times New Roman" pitchFamily="18" charset="0"/>
              </a:rPr>
              <a:t>. 10</a:t>
            </a:r>
            <a:r>
              <a:rPr lang="en-US" sz="2400" b="1" baseline="30000" dirty="0">
                <a:latin typeface="Times New Roman" pitchFamily="18" charset="0"/>
              </a:rPr>
              <a:t>1</a:t>
            </a:r>
            <a:r>
              <a:rPr lang="en-US" sz="2400" b="1" dirty="0">
                <a:latin typeface="Times New Roman" pitchFamily="18" charset="0"/>
              </a:rPr>
              <a:t> + </a:t>
            </a:r>
            <a:r>
              <a:rPr lang="en-US" sz="2400" b="1" dirty="0">
                <a:solidFill>
                  <a:srgbClr val="FF0066"/>
                </a:solidFill>
                <a:latin typeface="Times New Roman" pitchFamily="18" charset="0"/>
              </a:rPr>
              <a:t>4</a:t>
            </a:r>
            <a:r>
              <a:rPr lang="en-US" sz="2400" b="1" dirty="0">
                <a:latin typeface="Times New Roman" pitchFamily="18" charset="0"/>
              </a:rPr>
              <a:t> . 10</a:t>
            </a:r>
            <a:r>
              <a:rPr lang="en-US" sz="2400" b="1" baseline="30000" dirty="0">
                <a:latin typeface="Times New Roman" pitchFamily="18" charset="0"/>
              </a:rPr>
              <a:t>0 </a:t>
            </a:r>
            <a:r>
              <a:rPr lang="en-US" sz="2400" b="1" dirty="0">
                <a:latin typeface="Times New Roman" pitchFamily="18" charset="0"/>
              </a:rPr>
              <a:t> </a:t>
            </a:r>
            <a:endParaRPr lang="en-US" sz="2400" dirty="0">
              <a:latin typeface="Times New Roman" pitchFamily="18" charset="0"/>
            </a:endParaRPr>
          </a:p>
        </p:txBody>
      </p:sp>
      <p:sp>
        <p:nvSpPr>
          <p:cNvPr id="8" name="Rectangle 2"/>
          <p:cNvSpPr>
            <a:spLocks noGrp="1" noChangeArrowheads="1"/>
          </p:cNvSpPr>
          <p:nvPr>
            <p:ph type="title"/>
          </p:nvPr>
        </p:nvSpPr>
        <p:spPr>
          <a:xfrm>
            <a:off x="682580" y="1411475"/>
            <a:ext cx="9610282" cy="609600"/>
          </a:xfrm>
        </p:spPr>
        <p:txBody>
          <a:bodyPr/>
          <a:lstStyle/>
          <a:p>
            <a:r>
              <a:rPr lang="en-US" sz="4000" b="1" dirty="0" err="1">
                <a:solidFill>
                  <a:srgbClr val="D51C29"/>
                </a:solidFill>
              </a:rPr>
              <a:t>Hệ</a:t>
            </a:r>
            <a:r>
              <a:rPr lang="en-US" sz="4000" b="1" dirty="0">
                <a:solidFill>
                  <a:srgbClr val="D51C29"/>
                </a:solidFill>
              </a:rPr>
              <a:t> </a:t>
            </a:r>
            <a:r>
              <a:rPr lang="en-US" sz="4000" b="1" dirty="0" err="1">
                <a:solidFill>
                  <a:srgbClr val="D51C29"/>
                </a:solidFill>
              </a:rPr>
              <a:t>thập</a:t>
            </a:r>
            <a:r>
              <a:rPr lang="en-US" sz="4000" b="1" dirty="0">
                <a:solidFill>
                  <a:srgbClr val="D51C29"/>
                </a:solidFill>
              </a:rPr>
              <a:t> </a:t>
            </a:r>
            <a:r>
              <a:rPr lang="en-US" sz="4000" b="1" dirty="0" err="1">
                <a:solidFill>
                  <a:srgbClr val="D51C29"/>
                </a:solidFill>
              </a:rPr>
              <a:t>phân</a:t>
            </a:r>
            <a:r>
              <a:rPr lang="en-US" sz="4000" b="1" dirty="0">
                <a:solidFill>
                  <a:srgbClr val="D51C29"/>
                </a:solidFill>
              </a:rPr>
              <a:t> (Decimal system, b=10) :</a:t>
            </a:r>
            <a:endParaRPr lang="en-US" sz="4000" dirty="0">
              <a:solidFill>
                <a:srgbClr val="FF0000"/>
              </a:solidFill>
              <a:latin typeface="Times New Roman" pitchFamily="18" charset="0"/>
            </a:endParaRPr>
          </a:p>
        </p:txBody>
      </p:sp>
    </p:spTree>
    <p:extLst>
      <p:ext uri="{BB962C8B-B14F-4D97-AF65-F5344CB8AC3E}">
        <p14:creationId xmlns:p14="http://schemas.microsoft.com/office/powerpoint/2010/main" val="14785064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228599"/>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HỆ ĐẾM</a:t>
            </a:r>
          </a:p>
        </p:txBody>
      </p:sp>
      <p:sp>
        <p:nvSpPr>
          <p:cNvPr id="7" name="Rectangle 2"/>
          <p:cNvSpPr>
            <a:spLocks noGrp="1" noChangeArrowheads="1"/>
          </p:cNvSpPr>
          <p:nvPr>
            <p:ph type="title"/>
          </p:nvPr>
        </p:nvSpPr>
        <p:spPr>
          <a:xfrm>
            <a:off x="1102793" y="1371599"/>
            <a:ext cx="8592192" cy="609600"/>
          </a:xfrm>
        </p:spPr>
        <p:txBody>
          <a:bodyPr/>
          <a:lstStyle/>
          <a:p>
            <a:r>
              <a:rPr lang="en-US" sz="4000" b="1" dirty="0" err="1">
                <a:solidFill>
                  <a:srgbClr val="D51C29"/>
                </a:solidFill>
              </a:rPr>
              <a:t>Hệ</a:t>
            </a:r>
            <a:r>
              <a:rPr lang="en-US" sz="4000" b="1" dirty="0">
                <a:solidFill>
                  <a:srgbClr val="D51C29"/>
                </a:solidFill>
              </a:rPr>
              <a:t> </a:t>
            </a:r>
            <a:r>
              <a:rPr lang="en-US" sz="4000" b="1" dirty="0" err="1">
                <a:solidFill>
                  <a:srgbClr val="D51C29"/>
                </a:solidFill>
              </a:rPr>
              <a:t>nhị</a:t>
            </a:r>
            <a:r>
              <a:rPr lang="en-US" sz="4000" b="1" dirty="0">
                <a:solidFill>
                  <a:srgbClr val="D51C29"/>
                </a:solidFill>
              </a:rPr>
              <a:t> </a:t>
            </a:r>
            <a:r>
              <a:rPr lang="en-US" sz="4000" b="1" dirty="0" err="1">
                <a:solidFill>
                  <a:srgbClr val="D51C29"/>
                </a:solidFill>
              </a:rPr>
              <a:t>phân</a:t>
            </a:r>
            <a:r>
              <a:rPr lang="en-US" sz="4000" b="1" dirty="0">
                <a:solidFill>
                  <a:srgbClr val="D51C29"/>
                </a:solidFill>
              </a:rPr>
              <a:t> (Binary system, b=2) :</a:t>
            </a:r>
            <a:endParaRPr lang="en-US" sz="4000" dirty="0">
              <a:solidFill>
                <a:srgbClr val="FF0000"/>
              </a:solidFill>
              <a:latin typeface="Times New Roman" pitchFamily="18" charset="0"/>
            </a:endParaRPr>
          </a:p>
        </p:txBody>
      </p:sp>
      <p:sp>
        <p:nvSpPr>
          <p:cNvPr id="5" name="Rectangle 3"/>
          <p:cNvSpPr txBox="1">
            <a:spLocks noChangeArrowheads="1"/>
          </p:cNvSpPr>
          <p:nvPr/>
        </p:nvSpPr>
        <p:spPr bwMode="auto">
          <a:xfrm>
            <a:off x="1102793" y="2286001"/>
            <a:ext cx="10501072"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53975" lvl="1" indent="-6350">
              <a:buNone/>
            </a:pPr>
            <a:r>
              <a:rPr lang="en-US" sz="3200" dirty="0" err="1">
                <a:latin typeface="Times New Roman" pitchFamily="18" charset="0"/>
              </a:rPr>
              <a:t>Dùng</a:t>
            </a:r>
            <a:r>
              <a:rPr lang="en-US" sz="3200" dirty="0">
                <a:latin typeface="Times New Roman" pitchFamily="18" charset="0"/>
              </a:rPr>
              <a:t> 2 </a:t>
            </a:r>
            <a:r>
              <a:rPr lang="en-US" sz="3200" dirty="0" err="1">
                <a:latin typeface="Times New Roman" pitchFamily="18" charset="0"/>
              </a:rPr>
              <a:t>ký</a:t>
            </a:r>
            <a:r>
              <a:rPr lang="en-US" sz="3200" dirty="0">
                <a:latin typeface="Times New Roman" pitchFamily="18" charset="0"/>
              </a:rPr>
              <a:t> </a:t>
            </a:r>
            <a:r>
              <a:rPr lang="en-US" sz="3200" dirty="0" err="1">
                <a:latin typeface="Times New Roman" pitchFamily="18" charset="0"/>
              </a:rPr>
              <a:t>hiệu</a:t>
            </a:r>
            <a:r>
              <a:rPr lang="en-US" sz="3200" dirty="0">
                <a:latin typeface="Times New Roman" pitchFamily="18" charset="0"/>
              </a:rPr>
              <a:t> </a:t>
            </a:r>
            <a:r>
              <a:rPr lang="en-US" sz="3200" dirty="0">
                <a:solidFill>
                  <a:srgbClr val="FF0000"/>
                </a:solidFill>
                <a:latin typeface="Times New Roman" pitchFamily="18" charset="0"/>
              </a:rPr>
              <a:t>0</a:t>
            </a:r>
            <a:r>
              <a:rPr lang="en-US" sz="3200" dirty="0">
                <a:latin typeface="Times New Roman" pitchFamily="18" charset="0"/>
              </a:rPr>
              <a:t>,</a:t>
            </a:r>
            <a:r>
              <a:rPr lang="en-US" sz="3200" dirty="0">
                <a:solidFill>
                  <a:srgbClr val="FF0000"/>
                </a:solidFill>
                <a:latin typeface="Times New Roman" pitchFamily="18" charset="0"/>
              </a:rPr>
              <a:t>1 </a:t>
            </a:r>
            <a:r>
              <a:rPr lang="en-US" sz="3200" dirty="0" err="1">
                <a:latin typeface="Times New Roman" pitchFamily="18" charset="0"/>
              </a:rPr>
              <a:t>để</a:t>
            </a:r>
            <a:r>
              <a:rPr lang="en-US" sz="3200" dirty="0">
                <a:latin typeface="Times New Roman" pitchFamily="18" charset="0"/>
              </a:rPr>
              <a:t> </a:t>
            </a:r>
            <a:r>
              <a:rPr lang="en-US" sz="3200" dirty="0" err="1">
                <a:latin typeface="Times New Roman" pitchFamily="18" charset="0"/>
              </a:rPr>
              <a:t>biểu</a:t>
            </a:r>
            <a:r>
              <a:rPr lang="en-US" sz="3200" dirty="0">
                <a:latin typeface="Times New Roman" pitchFamily="18" charset="0"/>
              </a:rPr>
              <a:t> </a:t>
            </a:r>
            <a:r>
              <a:rPr lang="en-US" sz="3200" dirty="0" err="1">
                <a:latin typeface="Times New Roman" pitchFamily="18" charset="0"/>
              </a:rPr>
              <a:t>diễn</a:t>
            </a:r>
            <a:r>
              <a:rPr lang="en-US" sz="3200" dirty="0">
                <a:latin typeface="Times New Roman" pitchFamily="18" charset="0"/>
              </a:rPr>
              <a:t> </a:t>
            </a:r>
            <a:r>
              <a:rPr lang="en-US" sz="3200" dirty="0" err="1">
                <a:latin typeface="Times New Roman" pitchFamily="18" charset="0"/>
              </a:rPr>
              <a:t>các</a:t>
            </a:r>
            <a:r>
              <a:rPr lang="en-US" sz="3200" dirty="0">
                <a:latin typeface="Times New Roman" pitchFamily="18" charset="0"/>
              </a:rPr>
              <a:t> </a:t>
            </a:r>
            <a:r>
              <a:rPr lang="en-US" sz="3200" dirty="0" err="1">
                <a:latin typeface="Times New Roman" pitchFamily="18" charset="0"/>
              </a:rPr>
              <a:t>số</a:t>
            </a:r>
            <a:r>
              <a:rPr lang="en-US" sz="3200" dirty="0">
                <a:latin typeface="Times New Roman" pitchFamily="18" charset="0"/>
              </a:rPr>
              <a:t>. </a:t>
            </a:r>
            <a:r>
              <a:rPr lang="en-US" sz="3200" dirty="0" err="1">
                <a:latin typeface="Times New Roman" pitchFamily="18" charset="0"/>
              </a:rPr>
              <a:t>Mỗi</a:t>
            </a:r>
            <a:r>
              <a:rPr lang="en-US" sz="3200" dirty="0">
                <a:latin typeface="Times New Roman" pitchFamily="18" charset="0"/>
              </a:rPr>
              <a:t> </a:t>
            </a:r>
            <a:r>
              <a:rPr lang="en-US" sz="3200" dirty="0" err="1">
                <a:latin typeface="Times New Roman" pitchFamily="18" charset="0"/>
              </a:rPr>
              <a:t>ký</a:t>
            </a:r>
            <a:r>
              <a:rPr lang="en-US" sz="3200" dirty="0">
                <a:latin typeface="Times New Roman" pitchFamily="18" charset="0"/>
              </a:rPr>
              <a:t> </a:t>
            </a:r>
            <a:r>
              <a:rPr lang="en-US" sz="3200" dirty="0" err="1">
                <a:latin typeface="Times New Roman" pitchFamily="18" charset="0"/>
              </a:rPr>
              <a:t>hiệu</a:t>
            </a:r>
            <a:r>
              <a:rPr lang="en-US" sz="3200" dirty="0">
                <a:latin typeface="Times New Roman" pitchFamily="18" charset="0"/>
              </a:rPr>
              <a:t> </a:t>
            </a:r>
            <a:r>
              <a:rPr lang="en-US" sz="3200" dirty="0" err="1">
                <a:latin typeface="Times New Roman" pitchFamily="18" charset="0"/>
              </a:rPr>
              <a:t>là</a:t>
            </a:r>
            <a:r>
              <a:rPr lang="en-US" sz="3200" dirty="0">
                <a:latin typeface="Times New Roman" pitchFamily="18" charset="0"/>
              </a:rPr>
              <a:t> bit (</a:t>
            </a:r>
            <a:r>
              <a:rPr lang="en-US" sz="3200" i="1" dirty="0">
                <a:latin typeface="Times New Roman" pitchFamily="18" charset="0"/>
              </a:rPr>
              <a:t>Binary digit</a:t>
            </a:r>
            <a:r>
              <a:rPr lang="en-US" sz="3200" dirty="0">
                <a:latin typeface="Times New Roman" pitchFamily="18" charset="0"/>
              </a:rPr>
              <a:t>)</a:t>
            </a:r>
          </a:p>
        </p:txBody>
      </p:sp>
      <p:sp>
        <p:nvSpPr>
          <p:cNvPr id="8" name="Text Box 5"/>
          <p:cNvSpPr txBox="1">
            <a:spLocks noChangeArrowheads="1"/>
          </p:cNvSpPr>
          <p:nvPr/>
        </p:nvSpPr>
        <p:spPr bwMode="auto">
          <a:xfrm>
            <a:off x="1223494" y="3560486"/>
            <a:ext cx="9139708" cy="268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defRPr>
            </a:lvl1pPr>
            <a:lvl2pPr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6350" lvl="1" eaLnBrk="1" hangingPunct="1"/>
            <a:r>
              <a:rPr lang="en-US" sz="2800" b="1" dirty="0" err="1">
                <a:latin typeface="Times New Roman" pitchFamily="18" charset="0"/>
              </a:rPr>
              <a:t>Ví</a:t>
            </a:r>
            <a:r>
              <a:rPr lang="en-US" sz="2800" b="1" dirty="0">
                <a:latin typeface="Times New Roman" pitchFamily="18" charset="0"/>
              </a:rPr>
              <a:t> </a:t>
            </a:r>
            <a:r>
              <a:rPr lang="en-US" sz="2800" b="1" dirty="0" err="1">
                <a:latin typeface="Times New Roman" pitchFamily="18" charset="0"/>
              </a:rPr>
              <a:t>dụ</a:t>
            </a:r>
            <a:r>
              <a:rPr lang="en-US" sz="2800" b="1" dirty="0">
                <a:latin typeface="Times New Roman" pitchFamily="18" charset="0"/>
              </a:rPr>
              <a:t>: </a:t>
            </a:r>
          </a:p>
          <a:p>
            <a:pPr lvl="1" eaLnBrk="1" hangingPunct="1"/>
            <a:endParaRPr lang="en-US" b="1" dirty="0">
              <a:latin typeface="Times New Roman" pitchFamily="18" charset="0"/>
            </a:endParaRPr>
          </a:p>
          <a:p>
            <a:pPr lvl="1" eaLnBrk="1" hangingPunct="1"/>
            <a:r>
              <a:rPr lang="en-US" sz="2800" b="1" dirty="0">
                <a:latin typeface="Times New Roman" pitchFamily="18" charset="0"/>
              </a:rPr>
              <a:t>1010</a:t>
            </a:r>
            <a:r>
              <a:rPr lang="en-US" sz="2800" b="1" baseline="-25000" dirty="0">
                <a:latin typeface="Times New Roman" pitchFamily="18" charset="0"/>
              </a:rPr>
              <a:t>2 </a:t>
            </a:r>
            <a:r>
              <a:rPr lang="en-US" sz="2800" b="1" dirty="0">
                <a:latin typeface="Times New Roman" pitchFamily="18" charset="0"/>
              </a:rPr>
              <a:t> =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3</a:t>
            </a:r>
            <a:r>
              <a:rPr lang="en-US" sz="2800" b="1" dirty="0">
                <a:latin typeface="Times New Roman" pitchFamily="18" charset="0"/>
              </a:rPr>
              <a:t> +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2</a:t>
            </a:r>
            <a:r>
              <a:rPr lang="en-US" sz="2800" b="1" dirty="0">
                <a:latin typeface="Times New Roman" pitchFamily="18" charset="0"/>
              </a:rPr>
              <a:t> +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1</a:t>
            </a:r>
            <a:r>
              <a:rPr lang="en-US" sz="2800" b="1" dirty="0">
                <a:latin typeface="Times New Roman" pitchFamily="18" charset="0"/>
              </a:rPr>
              <a:t> +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0</a:t>
            </a:r>
            <a:r>
              <a:rPr lang="en-US" sz="2800" b="1" dirty="0">
                <a:latin typeface="Times New Roman" pitchFamily="18" charset="0"/>
              </a:rPr>
              <a:t>  = 10</a:t>
            </a:r>
            <a:r>
              <a:rPr lang="en-US" sz="2800" b="1" baseline="-25000" dirty="0">
                <a:latin typeface="Times New Roman" pitchFamily="18" charset="0"/>
              </a:rPr>
              <a:t>10</a:t>
            </a:r>
            <a:r>
              <a:rPr lang="en-US" sz="2800" b="1" dirty="0">
                <a:latin typeface="Times New Roman" pitchFamily="18" charset="0"/>
              </a:rPr>
              <a:t> </a:t>
            </a:r>
          </a:p>
          <a:p>
            <a:pPr lvl="1" eaLnBrk="1" hangingPunct="1"/>
            <a:endParaRPr lang="en-US" sz="2000" b="1" dirty="0">
              <a:latin typeface="Times New Roman" pitchFamily="18" charset="0"/>
            </a:endParaRPr>
          </a:p>
          <a:p>
            <a:pPr lvl="1" eaLnBrk="1" hangingPunct="1"/>
            <a:r>
              <a:rPr lang="en-US" sz="2800" b="1" dirty="0">
                <a:latin typeface="Times New Roman" pitchFamily="18" charset="0"/>
              </a:rPr>
              <a:t>1000001</a:t>
            </a:r>
            <a:r>
              <a:rPr lang="en-US" sz="2800" b="1" baseline="-25000" dirty="0">
                <a:latin typeface="Times New Roman" pitchFamily="18" charset="0"/>
              </a:rPr>
              <a:t>2</a:t>
            </a:r>
            <a:r>
              <a:rPr lang="en-US" sz="2800" b="1" dirty="0">
                <a:latin typeface="Times New Roman" pitchFamily="18" charset="0"/>
              </a:rPr>
              <a:t>  =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6</a:t>
            </a:r>
            <a:r>
              <a:rPr lang="en-US" sz="2800" b="1" dirty="0">
                <a:latin typeface="Times New Roman" pitchFamily="18" charset="0"/>
              </a:rPr>
              <a:t> +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5</a:t>
            </a:r>
            <a:r>
              <a:rPr lang="en-US" sz="2800" b="1" dirty="0">
                <a:latin typeface="Times New Roman" pitchFamily="18" charset="0"/>
              </a:rPr>
              <a:t>  + … +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1</a:t>
            </a:r>
            <a:r>
              <a:rPr lang="en-US" sz="2800" b="1" dirty="0">
                <a:latin typeface="Times New Roman" pitchFamily="18" charset="0"/>
              </a:rPr>
              <a:t> +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0</a:t>
            </a:r>
            <a:r>
              <a:rPr lang="en-US" sz="2800" b="1" dirty="0">
                <a:latin typeface="Times New Roman" pitchFamily="18" charset="0"/>
              </a:rPr>
              <a:t> = 65</a:t>
            </a:r>
            <a:r>
              <a:rPr lang="en-US" sz="2800" b="1" baseline="-25000" dirty="0">
                <a:latin typeface="Times New Roman" pitchFamily="18" charset="0"/>
              </a:rPr>
              <a:t>10</a:t>
            </a:r>
          </a:p>
          <a:p>
            <a:pPr lvl="1" eaLnBrk="1" hangingPunct="1"/>
            <a:endParaRPr lang="en-US" sz="2000" b="1" baseline="-25000" dirty="0">
              <a:latin typeface="Times New Roman" pitchFamily="18" charset="0"/>
            </a:endParaRPr>
          </a:p>
          <a:p>
            <a:pPr lvl="1" eaLnBrk="1" hangingPunct="1"/>
            <a:r>
              <a:rPr lang="en-US" sz="2800" b="1" dirty="0">
                <a:latin typeface="Times New Roman" pitchFamily="18" charset="0"/>
              </a:rPr>
              <a:t>100010</a:t>
            </a:r>
            <a:r>
              <a:rPr lang="en-US" sz="2800" b="1" baseline="-25000" dirty="0">
                <a:latin typeface="Times New Roman" pitchFamily="18" charset="0"/>
              </a:rPr>
              <a:t>2 </a:t>
            </a:r>
            <a:r>
              <a:rPr lang="en-US" sz="2800" b="1" dirty="0">
                <a:latin typeface="Times New Roman" pitchFamily="18" charset="0"/>
              </a:rPr>
              <a:t>=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5 </a:t>
            </a:r>
            <a:r>
              <a:rPr lang="en-US" sz="2800" b="1" dirty="0">
                <a:latin typeface="Times New Roman" pitchFamily="18" charset="0"/>
              </a:rPr>
              <a:t>+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4 </a:t>
            </a:r>
            <a:r>
              <a:rPr lang="en-US" sz="2800" b="1" dirty="0">
                <a:latin typeface="Times New Roman" pitchFamily="18" charset="0"/>
              </a:rPr>
              <a:t>+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3 </a:t>
            </a:r>
            <a:r>
              <a:rPr lang="en-US" sz="2800" b="1" dirty="0">
                <a:latin typeface="Times New Roman" pitchFamily="18" charset="0"/>
              </a:rPr>
              <a:t>+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2 </a:t>
            </a:r>
            <a:r>
              <a:rPr lang="en-US" sz="2800" b="1" dirty="0">
                <a:latin typeface="Times New Roman" pitchFamily="18" charset="0"/>
              </a:rPr>
              <a:t>+ </a:t>
            </a:r>
            <a:r>
              <a:rPr lang="en-US" sz="2800" b="1" dirty="0">
                <a:solidFill>
                  <a:srgbClr val="FF0066"/>
                </a:solidFill>
                <a:latin typeface="Times New Roman" pitchFamily="18" charset="0"/>
              </a:rPr>
              <a:t>1</a:t>
            </a:r>
            <a:r>
              <a:rPr lang="en-US" sz="2800" b="1" dirty="0">
                <a:latin typeface="Times New Roman" pitchFamily="18" charset="0"/>
              </a:rPr>
              <a:t>.2</a:t>
            </a:r>
            <a:r>
              <a:rPr lang="en-US" sz="2800" b="1" baseline="30000" dirty="0">
                <a:latin typeface="Times New Roman" pitchFamily="18" charset="0"/>
              </a:rPr>
              <a:t>1 </a:t>
            </a:r>
            <a:r>
              <a:rPr lang="en-US" sz="2800" b="1" dirty="0">
                <a:latin typeface="Times New Roman" pitchFamily="18" charset="0"/>
              </a:rPr>
              <a:t>+ </a:t>
            </a:r>
            <a:r>
              <a:rPr lang="en-US" sz="2800" b="1" dirty="0">
                <a:solidFill>
                  <a:srgbClr val="FF0066"/>
                </a:solidFill>
                <a:latin typeface="Times New Roman" pitchFamily="18" charset="0"/>
              </a:rPr>
              <a:t>0</a:t>
            </a:r>
            <a:r>
              <a:rPr lang="en-US" sz="2800" b="1" dirty="0">
                <a:latin typeface="Times New Roman" pitchFamily="18" charset="0"/>
              </a:rPr>
              <a:t>.2</a:t>
            </a:r>
            <a:r>
              <a:rPr lang="en-US" sz="2800" b="1" baseline="30000" dirty="0">
                <a:latin typeface="Times New Roman" pitchFamily="18" charset="0"/>
              </a:rPr>
              <a:t>0 </a:t>
            </a:r>
            <a:r>
              <a:rPr lang="en-US" sz="2800" b="1" dirty="0">
                <a:latin typeface="Times New Roman" pitchFamily="18" charset="0"/>
              </a:rPr>
              <a:t>= 34</a:t>
            </a:r>
            <a:r>
              <a:rPr lang="en-US" sz="2800" b="1" baseline="-25000" dirty="0">
                <a:latin typeface="Times New Roman" pitchFamily="18" charset="0"/>
              </a:rPr>
              <a:t>10</a:t>
            </a:r>
            <a:endParaRPr lang="en-US" sz="2800" dirty="0">
              <a:latin typeface="Times New Roman" pitchFamily="18" charset="0"/>
            </a:endParaRPr>
          </a:p>
        </p:txBody>
      </p:sp>
    </p:spTree>
    <p:extLst>
      <p:ext uri="{BB962C8B-B14F-4D97-AF65-F5344CB8AC3E}">
        <p14:creationId xmlns:p14="http://schemas.microsoft.com/office/powerpoint/2010/main" val="36283433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184745"/>
            <a:ext cx="77724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HỆ ĐẾM</a:t>
            </a:r>
          </a:p>
        </p:txBody>
      </p:sp>
      <p:sp>
        <p:nvSpPr>
          <p:cNvPr id="7" name="Rectangle 2"/>
          <p:cNvSpPr>
            <a:spLocks noGrp="1" noChangeArrowheads="1"/>
          </p:cNvSpPr>
          <p:nvPr>
            <p:ph type="title"/>
          </p:nvPr>
        </p:nvSpPr>
        <p:spPr>
          <a:xfrm>
            <a:off x="1128550" y="1529715"/>
            <a:ext cx="8648495" cy="609600"/>
          </a:xfrm>
        </p:spPr>
        <p:txBody>
          <a:bodyPr/>
          <a:lstStyle/>
          <a:p>
            <a:r>
              <a:rPr lang="en-US" sz="4000" b="1" dirty="0" err="1">
                <a:solidFill>
                  <a:srgbClr val="D51C29"/>
                </a:solidFill>
              </a:rPr>
              <a:t>Hệ</a:t>
            </a:r>
            <a:r>
              <a:rPr lang="en-US" sz="4000" b="1" dirty="0">
                <a:solidFill>
                  <a:srgbClr val="D51C29"/>
                </a:solidFill>
              </a:rPr>
              <a:t> </a:t>
            </a:r>
            <a:r>
              <a:rPr lang="en-US" sz="4000" b="1" dirty="0" err="1">
                <a:solidFill>
                  <a:srgbClr val="D51C29"/>
                </a:solidFill>
              </a:rPr>
              <a:t>bát</a:t>
            </a:r>
            <a:r>
              <a:rPr lang="en-US" sz="4000" b="1" dirty="0">
                <a:solidFill>
                  <a:srgbClr val="D51C29"/>
                </a:solidFill>
              </a:rPr>
              <a:t> </a:t>
            </a:r>
            <a:r>
              <a:rPr lang="en-US" sz="4000" b="1" dirty="0" err="1">
                <a:solidFill>
                  <a:srgbClr val="D51C29"/>
                </a:solidFill>
              </a:rPr>
              <a:t>phân</a:t>
            </a:r>
            <a:r>
              <a:rPr lang="en-US" sz="4000" b="1" dirty="0">
                <a:solidFill>
                  <a:srgbClr val="D51C29"/>
                </a:solidFill>
              </a:rPr>
              <a:t> (Octal system, b=8) :</a:t>
            </a:r>
            <a:endParaRPr lang="en-US" sz="4000" dirty="0">
              <a:solidFill>
                <a:srgbClr val="FF0000"/>
              </a:solidFill>
              <a:latin typeface="Times New Roman" pitchFamily="18" charset="0"/>
            </a:endParaRPr>
          </a:p>
        </p:txBody>
      </p:sp>
      <p:sp>
        <p:nvSpPr>
          <p:cNvPr id="5" name="Rectangle 3"/>
          <p:cNvSpPr txBox="1">
            <a:spLocks noChangeArrowheads="1"/>
          </p:cNvSpPr>
          <p:nvPr/>
        </p:nvSpPr>
        <p:spPr bwMode="auto">
          <a:xfrm>
            <a:off x="1128551" y="2286001"/>
            <a:ext cx="923465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53975" lvl="1" indent="-6350">
              <a:buNone/>
            </a:pPr>
            <a:r>
              <a:rPr lang="en-US" sz="3200" dirty="0" err="1">
                <a:latin typeface="Times New Roman" pitchFamily="18" charset="0"/>
              </a:rPr>
              <a:t>Dùng</a:t>
            </a:r>
            <a:r>
              <a:rPr lang="en-US" sz="3200" dirty="0">
                <a:latin typeface="Times New Roman" pitchFamily="18" charset="0"/>
              </a:rPr>
              <a:t> 8 </a:t>
            </a:r>
            <a:r>
              <a:rPr lang="en-US" sz="3200" dirty="0" err="1">
                <a:latin typeface="Times New Roman" pitchFamily="18" charset="0"/>
              </a:rPr>
              <a:t>ký</a:t>
            </a:r>
            <a:r>
              <a:rPr lang="en-US" sz="3200" dirty="0">
                <a:latin typeface="Times New Roman" pitchFamily="18" charset="0"/>
              </a:rPr>
              <a:t> </a:t>
            </a:r>
            <a:r>
              <a:rPr lang="en-US" sz="3200" dirty="0" err="1">
                <a:latin typeface="Times New Roman" pitchFamily="18" charset="0"/>
              </a:rPr>
              <a:t>số</a:t>
            </a:r>
            <a:r>
              <a:rPr lang="en-US" sz="3200" dirty="0">
                <a:latin typeface="Times New Roman" pitchFamily="18" charset="0"/>
              </a:rPr>
              <a:t>: </a:t>
            </a:r>
            <a:r>
              <a:rPr lang="en-US" sz="3200" dirty="0">
                <a:solidFill>
                  <a:srgbClr val="FF0000"/>
                </a:solidFill>
                <a:latin typeface="Times New Roman" pitchFamily="18" charset="0"/>
              </a:rPr>
              <a:t>0</a:t>
            </a:r>
            <a:r>
              <a:rPr lang="en-US" sz="3200" dirty="0">
                <a:latin typeface="Times New Roman" pitchFamily="18" charset="0"/>
              </a:rPr>
              <a:t>,</a:t>
            </a:r>
            <a:r>
              <a:rPr lang="en-US" sz="3200" dirty="0">
                <a:solidFill>
                  <a:srgbClr val="FF0000"/>
                </a:solidFill>
                <a:latin typeface="Times New Roman" pitchFamily="18" charset="0"/>
              </a:rPr>
              <a:t>1,2,3,4,5,6,7 </a:t>
            </a:r>
            <a:r>
              <a:rPr lang="en-US" sz="3200" dirty="0" err="1">
                <a:latin typeface="Times New Roman" pitchFamily="18" charset="0"/>
              </a:rPr>
              <a:t>để</a:t>
            </a:r>
            <a:r>
              <a:rPr lang="en-US" sz="3200" dirty="0">
                <a:latin typeface="Times New Roman" pitchFamily="18" charset="0"/>
              </a:rPr>
              <a:t> </a:t>
            </a:r>
            <a:r>
              <a:rPr lang="en-US" sz="3200" dirty="0" err="1">
                <a:latin typeface="Times New Roman" pitchFamily="18" charset="0"/>
              </a:rPr>
              <a:t>biểu</a:t>
            </a:r>
            <a:r>
              <a:rPr lang="en-US" sz="3200" dirty="0">
                <a:latin typeface="Times New Roman" pitchFamily="18" charset="0"/>
              </a:rPr>
              <a:t> </a:t>
            </a:r>
            <a:r>
              <a:rPr lang="en-US" sz="3200" dirty="0" err="1">
                <a:latin typeface="Times New Roman" pitchFamily="18" charset="0"/>
              </a:rPr>
              <a:t>diễn</a:t>
            </a:r>
            <a:r>
              <a:rPr lang="en-US" sz="3200" dirty="0">
                <a:latin typeface="Times New Roman" pitchFamily="18" charset="0"/>
              </a:rPr>
              <a:t> </a:t>
            </a:r>
            <a:r>
              <a:rPr lang="en-US" sz="3200" dirty="0" err="1">
                <a:latin typeface="Times New Roman" pitchFamily="18" charset="0"/>
              </a:rPr>
              <a:t>các</a:t>
            </a:r>
            <a:r>
              <a:rPr lang="en-US" sz="3200" dirty="0">
                <a:latin typeface="Times New Roman" pitchFamily="18" charset="0"/>
              </a:rPr>
              <a:t> </a:t>
            </a:r>
            <a:r>
              <a:rPr lang="en-US" sz="3200" dirty="0" err="1">
                <a:latin typeface="Times New Roman" pitchFamily="18" charset="0"/>
              </a:rPr>
              <a:t>số</a:t>
            </a:r>
            <a:r>
              <a:rPr lang="en-US" sz="3200" dirty="0">
                <a:latin typeface="Times New Roman" pitchFamily="18" charset="0"/>
              </a:rPr>
              <a:t>. </a:t>
            </a:r>
          </a:p>
        </p:txBody>
      </p:sp>
      <p:sp>
        <p:nvSpPr>
          <p:cNvPr id="8" name="Text Box 5"/>
          <p:cNvSpPr txBox="1">
            <a:spLocks noChangeArrowheads="1"/>
          </p:cNvSpPr>
          <p:nvPr/>
        </p:nvSpPr>
        <p:spPr bwMode="auto">
          <a:xfrm>
            <a:off x="1246031" y="3375822"/>
            <a:ext cx="8305801"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charset="0"/>
              </a:defRPr>
            </a:lvl1pPr>
            <a:lvl2pPr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6350" lvl="1" eaLnBrk="1" hangingPunct="1"/>
            <a:r>
              <a:rPr lang="en-US" sz="2800" b="1" dirty="0" err="1">
                <a:latin typeface="Times New Roman" pitchFamily="18" charset="0"/>
              </a:rPr>
              <a:t>Ví</a:t>
            </a:r>
            <a:r>
              <a:rPr lang="en-US" sz="2800" b="1" dirty="0">
                <a:latin typeface="Times New Roman" pitchFamily="18" charset="0"/>
              </a:rPr>
              <a:t> </a:t>
            </a:r>
            <a:r>
              <a:rPr lang="en-US" sz="2800" b="1" dirty="0" err="1">
                <a:latin typeface="Times New Roman" pitchFamily="18" charset="0"/>
              </a:rPr>
              <a:t>dụ</a:t>
            </a:r>
            <a:r>
              <a:rPr lang="en-US" sz="2800" b="1" dirty="0">
                <a:latin typeface="Times New Roman" pitchFamily="18" charset="0"/>
              </a:rPr>
              <a:t>: </a:t>
            </a:r>
          </a:p>
          <a:p>
            <a:pPr lvl="1" eaLnBrk="1" hangingPunct="1"/>
            <a:endParaRPr lang="en-US" b="1" dirty="0">
              <a:latin typeface="Times New Roman" pitchFamily="18" charset="0"/>
            </a:endParaRPr>
          </a:p>
          <a:p>
            <a:pPr lvl="1" eaLnBrk="1" hangingPunct="1"/>
            <a:r>
              <a:rPr lang="en-US" sz="2800" b="1" dirty="0">
                <a:latin typeface="Times New Roman" pitchFamily="18" charset="0"/>
              </a:rPr>
              <a:t>173</a:t>
            </a:r>
            <a:r>
              <a:rPr lang="en-US" sz="2800" b="1" baseline="-25000" dirty="0">
                <a:latin typeface="Times New Roman" pitchFamily="18" charset="0"/>
              </a:rPr>
              <a:t>8 </a:t>
            </a:r>
            <a:r>
              <a:rPr lang="en-US" sz="2800" b="1" dirty="0">
                <a:latin typeface="Times New Roman" pitchFamily="18" charset="0"/>
              </a:rPr>
              <a:t> = </a:t>
            </a:r>
            <a:r>
              <a:rPr lang="en-US" sz="2800" b="1" dirty="0">
                <a:solidFill>
                  <a:srgbClr val="FF0066"/>
                </a:solidFill>
                <a:latin typeface="Times New Roman" pitchFamily="18" charset="0"/>
              </a:rPr>
              <a:t>1</a:t>
            </a:r>
            <a:r>
              <a:rPr lang="en-US" sz="2800" b="1" dirty="0">
                <a:latin typeface="Times New Roman" pitchFamily="18" charset="0"/>
              </a:rPr>
              <a:t>.8</a:t>
            </a:r>
            <a:r>
              <a:rPr lang="en-US" sz="2800" b="1" baseline="30000" dirty="0">
                <a:latin typeface="Times New Roman" pitchFamily="18" charset="0"/>
              </a:rPr>
              <a:t>2</a:t>
            </a:r>
            <a:r>
              <a:rPr lang="en-US" sz="2800" b="1" dirty="0">
                <a:latin typeface="Times New Roman" pitchFamily="18" charset="0"/>
              </a:rPr>
              <a:t> + </a:t>
            </a:r>
            <a:r>
              <a:rPr lang="en-US" sz="2800" b="1" dirty="0">
                <a:solidFill>
                  <a:srgbClr val="FF0066"/>
                </a:solidFill>
                <a:latin typeface="Times New Roman" pitchFamily="18" charset="0"/>
              </a:rPr>
              <a:t>7</a:t>
            </a:r>
            <a:r>
              <a:rPr lang="en-US" sz="2800" b="1" dirty="0">
                <a:latin typeface="Times New Roman" pitchFamily="18" charset="0"/>
              </a:rPr>
              <a:t>.8</a:t>
            </a:r>
            <a:r>
              <a:rPr lang="en-US" sz="2800" b="1" baseline="30000" dirty="0">
                <a:latin typeface="Times New Roman" pitchFamily="18" charset="0"/>
              </a:rPr>
              <a:t>1</a:t>
            </a:r>
            <a:r>
              <a:rPr lang="en-US" sz="2800" b="1" dirty="0">
                <a:latin typeface="Times New Roman" pitchFamily="18" charset="0"/>
              </a:rPr>
              <a:t> + </a:t>
            </a:r>
            <a:r>
              <a:rPr lang="en-US" sz="2800" b="1" dirty="0">
                <a:solidFill>
                  <a:srgbClr val="FF0066"/>
                </a:solidFill>
                <a:latin typeface="Times New Roman" pitchFamily="18" charset="0"/>
              </a:rPr>
              <a:t>3</a:t>
            </a:r>
            <a:r>
              <a:rPr lang="en-US" sz="2800" b="1" dirty="0">
                <a:latin typeface="Times New Roman" pitchFamily="18" charset="0"/>
              </a:rPr>
              <a:t>.8</a:t>
            </a:r>
            <a:r>
              <a:rPr lang="en-US" sz="2800" b="1" baseline="30000" dirty="0">
                <a:latin typeface="Times New Roman" pitchFamily="18" charset="0"/>
              </a:rPr>
              <a:t>0</a:t>
            </a:r>
            <a:r>
              <a:rPr lang="en-US" sz="2800" b="1" dirty="0">
                <a:latin typeface="Times New Roman" pitchFamily="18" charset="0"/>
              </a:rPr>
              <a:t>  = 123</a:t>
            </a:r>
            <a:r>
              <a:rPr lang="en-US" sz="2800" b="1" baseline="-25000" dirty="0">
                <a:latin typeface="Times New Roman" pitchFamily="18" charset="0"/>
              </a:rPr>
              <a:t>10</a:t>
            </a:r>
            <a:r>
              <a:rPr lang="en-US" sz="2800" b="1" dirty="0">
                <a:latin typeface="Times New Roman" pitchFamily="18" charset="0"/>
              </a:rPr>
              <a:t> </a:t>
            </a:r>
          </a:p>
          <a:p>
            <a:pPr lvl="1" eaLnBrk="1" hangingPunct="1"/>
            <a:endParaRPr lang="en-US" sz="2000" b="1" dirty="0">
              <a:latin typeface="Times New Roman" pitchFamily="18" charset="0"/>
            </a:endParaRPr>
          </a:p>
          <a:p>
            <a:pPr lvl="1" eaLnBrk="1" hangingPunct="1"/>
            <a:endParaRPr lang="en-US" sz="2800" dirty="0">
              <a:latin typeface="Times New Roman" pitchFamily="18" charset="0"/>
            </a:endParaRPr>
          </a:p>
        </p:txBody>
      </p:sp>
    </p:spTree>
    <p:extLst>
      <p:ext uri="{BB962C8B-B14F-4D97-AF65-F5344CB8AC3E}">
        <p14:creationId xmlns:p14="http://schemas.microsoft.com/office/powerpoint/2010/main" val="2410009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209800" y="152400"/>
            <a:ext cx="7772400" cy="8382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HỆ ĐẾM</a:t>
            </a:r>
          </a:p>
        </p:txBody>
      </p:sp>
      <p:sp>
        <p:nvSpPr>
          <p:cNvPr id="7" name="Rectangle 2"/>
          <p:cNvSpPr>
            <a:spLocks noGrp="1" noChangeArrowheads="1"/>
          </p:cNvSpPr>
          <p:nvPr>
            <p:ph type="title"/>
          </p:nvPr>
        </p:nvSpPr>
        <p:spPr>
          <a:xfrm>
            <a:off x="468923" y="990600"/>
            <a:ext cx="12192000" cy="609600"/>
          </a:xfrm>
        </p:spPr>
        <p:txBody>
          <a:bodyPr/>
          <a:lstStyle/>
          <a:p>
            <a:r>
              <a:rPr lang="en-US" sz="4000" b="1" dirty="0" err="1">
                <a:solidFill>
                  <a:srgbClr val="D51C29"/>
                </a:solidFill>
              </a:rPr>
              <a:t>Hệ</a:t>
            </a:r>
            <a:r>
              <a:rPr lang="en-US" sz="4000" b="1" dirty="0">
                <a:solidFill>
                  <a:srgbClr val="D51C29"/>
                </a:solidFill>
              </a:rPr>
              <a:t> </a:t>
            </a:r>
            <a:r>
              <a:rPr lang="en-US" sz="4000" b="1" dirty="0" err="1">
                <a:solidFill>
                  <a:srgbClr val="D51C29"/>
                </a:solidFill>
              </a:rPr>
              <a:t>thập</a:t>
            </a:r>
            <a:r>
              <a:rPr lang="en-US" sz="4000" b="1" dirty="0">
                <a:solidFill>
                  <a:srgbClr val="D51C29"/>
                </a:solidFill>
              </a:rPr>
              <a:t> </a:t>
            </a:r>
            <a:r>
              <a:rPr lang="en-US" sz="4000" b="1" dirty="0" err="1">
                <a:solidFill>
                  <a:srgbClr val="D51C29"/>
                </a:solidFill>
              </a:rPr>
              <a:t>lục</a:t>
            </a:r>
            <a:r>
              <a:rPr lang="en-US" sz="4000" b="1" dirty="0">
                <a:solidFill>
                  <a:srgbClr val="D51C29"/>
                </a:solidFill>
              </a:rPr>
              <a:t> </a:t>
            </a:r>
            <a:r>
              <a:rPr lang="en-US" sz="4000" b="1" dirty="0" err="1">
                <a:solidFill>
                  <a:srgbClr val="D51C29"/>
                </a:solidFill>
              </a:rPr>
              <a:t>phân</a:t>
            </a:r>
            <a:r>
              <a:rPr lang="en-US" sz="4000" b="1" dirty="0">
                <a:solidFill>
                  <a:srgbClr val="D51C29"/>
                </a:solidFill>
              </a:rPr>
              <a:t> (Hexa-Decimal system, b=16):</a:t>
            </a:r>
            <a:endParaRPr lang="en-US" sz="4000" dirty="0">
              <a:solidFill>
                <a:srgbClr val="FF0000"/>
              </a:solidFill>
              <a:latin typeface="Times New Roman" pitchFamily="18" charset="0"/>
            </a:endParaRPr>
          </a:p>
        </p:txBody>
      </p:sp>
      <p:sp>
        <p:nvSpPr>
          <p:cNvPr id="6" name="Rectangle 3"/>
          <p:cNvSpPr txBox="1">
            <a:spLocks noChangeArrowheads="1"/>
          </p:cNvSpPr>
          <p:nvPr/>
        </p:nvSpPr>
        <p:spPr bwMode="auto">
          <a:xfrm>
            <a:off x="725675" y="2133600"/>
            <a:ext cx="10947042" cy="3933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53975" lvl="1" indent="-6350">
              <a:buNone/>
            </a:pPr>
            <a:r>
              <a:rPr lang="en-US" dirty="0" err="1">
                <a:latin typeface="Times New Roman" pitchFamily="18" charset="0"/>
              </a:rPr>
              <a:t>Dùng</a:t>
            </a:r>
            <a:r>
              <a:rPr lang="en-US" dirty="0">
                <a:latin typeface="Times New Roman" pitchFamily="18" charset="0"/>
              </a:rPr>
              <a:t> 16 </a:t>
            </a:r>
            <a:r>
              <a:rPr lang="en-US" dirty="0" err="1">
                <a:latin typeface="Times New Roman" pitchFamily="18" charset="0"/>
              </a:rPr>
              <a:t>ký</a:t>
            </a:r>
            <a:r>
              <a:rPr lang="en-US" dirty="0">
                <a:latin typeface="Times New Roman" pitchFamily="18" charset="0"/>
              </a:rPr>
              <a:t> </a:t>
            </a:r>
            <a:r>
              <a:rPr lang="en-US" dirty="0" err="1">
                <a:latin typeface="Times New Roman" pitchFamily="18" charset="0"/>
              </a:rPr>
              <a:t>hiệu</a:t>
            </a:r>
            <a:r>
              <a:rPr lang="en-US" dirty="0">
                <a:latin typeface="Times New Roman" pitchFamily="18" charset="0"/>
              </a:rPr>
              <a:t> </a:t>
            </a:r>
            <a:r>
              <a:rPr lang="en-US" dirty="0">
                <a:solidFill>
                  <a:srgbClr val="FF0000"/>
                </a:solidFill>
                <a:latin typeface="Times New Roman" pitchFamily="18" charset="0"/>
              </a:rPr>
              <a:t>0</a:t>
            </a:r>
            <a:r>
              <a:rPr lang="en-US" dirty="0">
                <a:latin typeface="Times New Roman" pitchFamily="18" charset="0"/>
              </a:rPr>
              <a:t>,</a:t>
            </a:r>
            <a:r>
              <a:rPr lang="en-US" dirty="0">
                <a:solidFill>
                  <a:srgbClr val="FF0000"/>
                </a:solidFill>
                <a:latin typeface="Times New Roman" pitchFamily="18" charset="0"/>
              </a:rPr>
              <a:t>1,…,9,A,B,C,D,E,F </a:t>
            </a:r>
            <a:r>
              <a:rPr lang="en-US" dirty="0" err="1">
                <a:latin typeface="Times New Roman" pitchFamily="18" charset="0"/>
              </a:rPr>
              <a:t>để</a:t>
            </a:r>
            <a:r>
              <a:rPr lang="en-US" dirty="0">
                <a:latin typeface="Times New Roman" pitchFamily="18" charset="0"/>
              </a:rPr>
              <a:t> </a:t>
            </a:r>
            <a:r>
              <a:rPr lang="en-US" dirty="0" err="1">
                <a:latin typeface="Times New Roman" pitchFamily="18" charset="0"/>
              </a:rPr>
              <a:t>biểu</a:t>
            </a:r>
            <a:r>
              <a:rPr lang="en-US" dirty="0">
                <a:latin typeface="Times New Roman" pitchFamily="18" charset="0"/>
              </a:rPr>
              <a:t> </a:t>
            </a:r>
            <a:r>
              <a:rPr lang="en-US" dirty="0" err="1">
                <a:latin typeface="Times New Roman" pitchFamily="18" charset="0"/>
              </a:rPr>
              <a:t>diễn</a:t>
            </a:r>
            <a:r>
              <a:rPr lang="en-US" dirty="0">
                <a:latin typeface="Times New Roman" pitchFamily="18" charset="0"/>
              </a:rPr>
              <a:t> </a:t>
            </a:r>
            <a:r>
              <a:rPr lang="en-US" dirty="0" err="1">
                <a:latin typeface="Times New Roman" pitchFamily="18" charset="0"/>
              </a:rPr>
              <a:t>các</a:t>
            </a:r>
            <a:r>
              <a:rPr lang="en-US" dirty="0">
                <a:latin typeface="Times New Roman" pitchFamily="18" charset="0"/>
              </a:rPr>
              <a:t> </a:t>
            </a:r>
            <a:r>
              <a:rPr lang="en-US" dirty="0" err="1">
                <a:latin typeface="Times New Roman" pitchFamily="18" charset="0"/>
              </a:rPr>
              <a:t>số</a:t>
            </a:r>
            <a:r>
              <a:rPr lang="en-US" dirty="0">
                <a:latin typeface="Times New Roman" pitchFamily="18" charset="0"/>
              </a:rPr>
              <a:t> (</a:t>
            </a:r>
            <a:r>
              <a:rPr lang="en-US" dirty="0" err="1">
                <a:latin typeface="Times New Roman" pitchFamily="18" charset="0"/>
              </a:rPr>
              <a:t>tương</a:t>
            </a:r>
            <a:r>
              <a:rPr lang="en-US" dirty="0">
                <a:latin typeface="Times New Roman" pitchFamily="18" charset="0"/>
              </a:rPr>
              <a:t> </a:t>
            </a:r>
            <a:r>
              <a:rPr lang="en-US" dirty="0" err="1">
                <a:latin typeface="Times New Roman" pitchFamily="18" charset="0"/>
              </a:rPr>
              <a:t>ứng</a:t>
            </a:r>
            <a:r>
              <a:rPr lang="en-US" dirty="0">
                <a:latin typeface="Times New Roman" pitchFamily="18" charset="0"/>
              </a:rPr>
              <a:t> </a:t>
            </a:r>
            <a:r>
              <a:rPr lang="en-US" dirty="0" err="1">
                <a:latin typeface="Times New Roman" pitchFamily="18" charset="0"/>
              </a:rPr>
              <a:t>với</a:t>
            </a:r>
            <a:r>
              <a:rPr lang="en-US" dirty="0">
                <a:latin typeface="Times New Roman" pitchFamily="18" charset="0"/>
              </a:rPr>
              <a:t> </a:t>
            </a:r>
            <a:r>
              <a:rPr lang="en-US" dirty="0" err="1">
                <a:latin typeface="Times New Roman" pitchFamily="18" charset="0"/>
              </a:rPr>
              <a:t>giá</a:t>
            </a:r>
            <a:r>
              <a:rPr lang="en-US" dirty="0">
                <a:latin typeface="Times New Roman" pitchFamily="18" charset="0"/>
              </a:rPr>
              <a:t> </a:t>
            </a:r>
            <a:r>
              <a:rPr lang="en-US" dirty="0" err="1">
                <a:latin typeface="Times New Roman" pitchFamily="18" charset="0"/>
              </a:rPr>
              <a:t>trị</a:t>
            </a:r>
            <a:r>
              <a:rPr lang="en-US" dirty="0">
                <a:latin typeface="Times New Roman" pitchFamily="18" charset="0"/>
              </a:rPr>
              <a:t> 0,…15 </a:t>
            </a:r>
            <a:r>
              <a:rPr lang="en-US" dirty="0" err="1">
                <a:latin typeface="Times New Roman" pitchFamily="18" charset="0"/>
              </a:rPr>
              <a:t>trong</a:t>
            </a:r>
            <a:r>
              <a:rPr lang="en-US" dirty="0">
                <a:latin typeface="Times New Roman" pitchFamily="18" charset="0"/>
              </a:rPr>
              <a:t> </a:t>
            </a:r>
            <a:r>
              <a:rPr lang="en-US" dirty="0" err="1">
                <a:latin typeface="Times New Roman" pitchFamily="18" charset="0"/>
              </a:rPr>
              <a:t>hệ</a:t>
            </a:r>
            <a:r>
              <a:rPr lang="en-US" dirty="0">
                <a:latin typeface="Times New Roman" pitchFamily="18" charset="0"/>
              </a:rPr>
              <a:t> </a:t>
            </a:r>
            <a:r>
              <a:rPr lang="en-US" dirty="0" err="1">
                <a:latin typeface="Times New Roman" pitchFamily="18" charset="0"/>
              </a:rPr>
              <a:t>thập</a:t>
            </a:r>
            <a:r>
              <a:rPr lang="en-US" dirty="0">
                <a:latin typeface="Times New Roman" pitchFamily="18" charset="0"/>
              </a:rPr>
              <a:t> </a:t>
            </a:r>
            <a:r>
              <a:rPr lang="en-US" dirty="0" err="1">
                <a:latin typeface="Times New Roman" pitchFamily="18" charset="0"/>
              </a:rPr>
              <a:t>phân</a:t>
            </a:r>
            <a:r>
              <a:rPr lang="en-US" dirty="0">
                <a:latin typeface="Times New Roman" pitchFamily="18" charset="0"/>
              </a:rPr>
              <a:t>). </a:t>
            </a:r>
            <a:r>
              <a:rPr lang="en-US" dirty="0" err="1">
                <a:latin typeface="Times New Roman" pitchFamily="18" charset="0"/>
              </a:rPr>
              <a:t>Mỗi</a:t>
            </a:r>
            <a:r>
              <a:rPr lang="en-US" dirty="0">
                <a:latin typeface="Times New Roman" pitchFamily="18" charset="0"/>
              </a:rPr>
              <a:t> </a:t>
            </a:r>
            <a:r>
              <a:rPr lang="en-US" dirty="0" err="1">
                <a:latin typeface="Times New Roman" pitchFamily="18" charset="0"/>
              </a:rPr>
              <a:t>ký</a:t>
            </a:r>
            <a:r>
              <a:rPr lang="en-US" dirty="0">
                <a:latin typeface="Times New Roman" pitchFamily="18" charset="0"/>
              </a:rPr>
              <a:t> </a:t>
            </a:r>
            <a:r>
              <a:rPr lang="en-US" dirty="0" err="1">
                <a:latin typeface="Times New Roman" pitchFamily="18" charset="0"/>
              </a:rPr>
              <a:t>hiệu</a:t>
            </a:r>
            <a:r>
              <a:rPr lang="en-US" dirty="0">
                <a:latin typeface="Times New Roman" pitchFamily="18" charset="0"/>
              </a:rPr>
              <a:t> </a:t>
            </a:r>
            <a:r>
              <a:rPr lang="en-US" dirty="0" err="1">
                <a:latin typeface="Times New Roman" pitchFamily="18" charset="0"/>
              </a:rPr>
              <a:t>là</a:t>
            </a:r>
            <a:r>
              <a:rPr lang="en-US" dirty="0">
                <a:latin typeface="Times New Roman" pitchFamily="18" charset="0"/>
              </a:rPr>
              <a:t> bit (</a:t>
            </a:r>
            <a:r>
              <a:rPr lang="en-US" i="1" dirty="0">
                <a:latin typeface="Times New Roman" pitchFamily="18" charset="0"/>
              </a:rPr>
              <a:t>Binary digit</a:t>
            </a:r>
            <a:r>
              <a:rPr lang="en-US" dirty="0">
                <a:latin typeface="Times New Roman" pitchFamily="18" charset="0"/>
              </a:rPr>
              <a:t>)</a:t>
            </a:r>
          </a:p>
          <a:p>
            <a:pPr marL="60325" lvl="1" indent="-6350">
              <a:spcBef>
                <a:spcPct val="70000"/>
              </a:spcBef>
              <a:spcAft>
                <a:spcPct val="70000"/>
              </a:spcAft>
              <a:buNone/>
            </a:pPr>
            <a:r>
              <a:rPr lang="en-US" dirty="0" err="1">
                <a:latin typeface="Times New Roman" pitchFamily="18" charset="0"/>
              </a:rPr>
              <a:t>Ví</a:t>
            </a:r>
            <a:r>
              <a:rPr lang="en-US" dirty="0">
                <a:latin typeface="Times New Roman" pitchFamily="18" charset="0"/>
              </a:rPr>
              <a:t> </a:t>
            </a:r>
            <a:r>
              <a:rPr lang="en-US" dirty="0" err="1">
                <a:latin typeface="Times New Roman" pitchFamily="18" charset="0"/>
              </a:rPr>
              <a:t>dụ</a:t>
            </a:r>
            <a:r>
              <a:rPr lang="en-US" dirty="0">
                <a:latin typeface="Times New Roman" pitchFamily="18" charset="0"/>
              </a:rPr>
              <a:t>:</a:t>
            </a:r>
          </a:p>
          <a:p>
            <a:pPr marL="60325" lvl="1" indent="-6350">
              <a:spcBef>
                <a:spcPts val="0"/>
              </a:spcBef>
              <a:spcAft>
                <a:spcPts val="0"/>
              </a:spcAft>
              <a:buNone/>
            </a:pPr>
            <a:r>
              <a:rPr lang="en-US" dirty="0">
                <a:latin typeface="Times New Roman" pitchFamily="18" charset="0"/>
              </a:rPr>
              <a:t>   A4B516</a:t>
            </a:r>
            <a:r>
              <a:rPr lang="en-US" baseline="-25000" dirty="0">
                <a:latin typeface="Times New Roman" pitchFamily="18" charset="0"/>
              </a:rPr>
              <a:t>16</a:t>
            </a:r>
            <a:r>
              <a:rPr lang="en-US" dirty="0">
                <a:latin typeface="Times New Roman" pitchFamily="18" charset="0"/>
              </a:rPr>
              <a:t> = </a:t>
            </a:r>
            <a:r>
              <a:rPr lang="en-US" dirty="0">
                <a:solidFill>
                  <a:srgbClr val="FF0066"/>
                </a:solidFill>
                <a:latin typeface="Times New Roman" pitchFamily="18" charset="0"/>
              </a:rPr>
              <a:t>10</a:t>
            </a:r>
            <a:r>
              <a:rPr lang="en-US" dirty="0">
                <a:latin typeface="Times New Roman" pitchFamily="18" charset="0"/>
              </a:rPr>
              <a:t>.16</a:t>
            </a:r>
            <a:r>
              <a:rPr lang="en-US" baseline="30000" dirty="0">
                <a:latin typeface="Times New Roman" pitchFamily="18" charset="0"/>
              </a:rPr>
              <a:t>5</a:t>
            </a:r>
            <a:r>
              <a:rPr lang="en-US" dirty="0">
                <a:latin typeface="Times New Roman" pitchFamily="18" charset="0"/>
              </a:rPr>
              <a:t> +</a:t>
            </a:r>
            <a:r>
              <a:rPr lang="en-US" dirty="0">
                <a:solidFill>
                  <a:srgbClr val="FF0066"/>
                </a:solidFill>
                <a:latin typeface="Times New Roman" pitchFamily="18" charset="0"/>
              </a:rPr>
              <a:t> 4</a:t>
            </a:r>
            <a:r>
              <a:rPr lang="en-US" dirty="0">
                <a:latin typeface="Times New Roman" pitchFamily="18" charset="0"/>
              </a:rPr>
              <a:t>.16</a:t>
            </a:r>
            <a:r>
              <a:rPr lang="en-US" baseline="30000" dirty="0">
                <a:latin typeface="Times New Roman" pitchFamily="18" charset="0"/>
              </a:rPr>
              <a:t>4</a:t>
            </a:r>
            <a:r>
              <a:rPr lang="en-US" dirty="0">
                <a:latin typeface="Times New Roman" pitchFamily="18" charset="0"/>
              </a:rPr>
              <a:t> + </a:t>
            </a:r>
            <a:r>
              <a:rPr lang="en-US" dirty="0">
                <a:solidFill>
                  <a:srgbClr val="FF0066"/>
                </a:solidFill>
                <a:latin typeface="Times New Roman" pitchFamily="18" charset="0"/>
              </a:rPr>
              <a:t>11</a:t>
            </a:r>
            <a:r>
              <a:rPr lang="en-US" dirty="0">
                <a:latin typeface="Times New Roman" pitchFamily="18" charset="0"/>
              </a:rPr>
              <a:t>.16</a:t>
            </a:r>
            <a:r>
              <a:rPr lang="en-US" baseline="30000" dirty="0">
                <a:latin typeface="Times New Roman" pitchFamily="18" charset="0"/>
              </a:rPr>
              <a:t>3</a:t>
            </a:r>
            <a:r>
              <a:rPr lang="en-US" dirty="0">
                <a:latin typeface="Times New Roman" pitchFamily="18" charset="0"/>
              </a:rPr>
              <a:t> + </a:t>
            </a:r>
            <a:r>
              <a:rPr lang="en-US" dirty="0">
                <a:solidFill>
                  <a:srgbClr val="FF0066"/>
                </a:solidFill>
                <a:latin typeface="Times New Roman" pitchFamily="18" charset="0"/>
              </a:rPr>
              <a:t>5</a:t>
            </a:r>
            <a:r>
              <a:rPr lang="en-US" dirty="0">
                <a:latin typeface="Times New Roman" pitchFamily="18" charset="0"/>
              </a:rPr>
              <a:t>.16</a:t>
            </a:r>
            <a:r>
              <a:rPr lang="en-US" baseline="30000" dirty="0">
                <a:latin typeface="Times New Roman" pitchFamily="18" charset="0"/>
              </a:rPr>
              <a:t>2 </a:t>
            </a:r>
            <a:r>
              <a:rPr lang="en-US" dirty="0">
                <a:latin typeface="Times New Roman" pitchFamily="18" charset="0"/>
              </a:rPr>
              <a:t>+ </a:t>
            </a:r>
            <a:r>
              <a:rPr lang="en-US" dirty="0">
                <a:solidFill>
                  <a:srgbClr val="FF0066"/>
                </a:solidFill>
                <a:latin typeface="Times New Roman" pitchFamily="18" charset="0"/>
              </a:rPr>
              <a:t>1</a:t>
            </a:r>
            <a:r>
              <a:rPr lang="en-US" dirty="0">
                <a:latin typeface="Times New Roman" pitchFamily="18" charset="0"/>
              </a:rPr>
              <a:t>.16</a:t>
            </a:r>
            <a:r>
              <a:rPr lang="en-US" baseline="30000" dirty="0">
                <a:latin typeface="Times New Roman" pitchFamily="18" charset="0"/>
              </a:rPr>
              <a:t>1</a:t>
            </a:r>
            <a:r>
              <a:rPr lang="en-US" dirty="0">
                <a:latin typeface="Times New Roman" pitchFamily="18" charset="0"/>
              </a:rPr>
              <a:t> + </a:t>
            </a:r>
            <a:r>
              <a:rPr lang="en-US" dirty="0">
                <a:solidFill>
                  <a:srgbClr val="FF0066"/>
                </a:solidFill>
                <a:latin typeface="Times New Roman" pitchFamily="18" charset="0"/>
              </a:rPr>
              <a:t>6</a:t>
            </a:r>
            <a:r>
              <a:rPr lang="en-US" dirty="0">
                <a:latin typeface="Times New Roman" pitchFamily="18" charset="0"/>
              </a:rPr>
              <a:t>.16</a:t>
            </a:r>
            <a:r>
              <a:rPr lang="en-US" baseline="30000" dirty="0">
                <a:latin typeface="Times New Roman" pitchFamily="18" charset="0"/>
              </a:rPr>
              <a:t>0 </a:t>
            </a:r>
            <a:r>
              <a:rPr lang="en-US" dirty="0">
                <a:latin typeface="Times New Roman" pitchFamily="18" charset="0"/>
              </a:rPr>
              <a:t>= 10794262</a:t>
            </a:r>
            <a:br>
              <a:rPr lang="en-US" dirty="0">
                <a:latin typeface="Times New Roman" pitchFamily="18" charset="0"/>
              </a:rPr>
            </a:br>
            <a:r>
              <a:rPr lang="en-US" dirty="0">
                <a:latin typeface="Times New Roman" pitchFamily="18" charset="0"/>
              </a:rPr>
              <a:t>                                                            </a:t>
            </a:r>
          </a:p>
          <a:p>
            <a:pPr lvl="1">
              <a:buFont typeface="Wingdings" pitchFamily="2" charset="2"/>
              <a:buNone/>
            </a:pPr>
            <a:r>
              <a:rPr lang="en-US" dirty="0">
                <a:latin typeface="Times New Roman" pitchFamily="18" charset="0"/>
              </a:rPr>
              <a:t>A01</a:t>
            </a:r>
            <a:r>
              <a:rPr lang="en-US" baseline="-25000" dirty="0">
                <a:latin typeface="Times New Roman" pitchFamily="18" charset="0"/>
              </a:rPr>
              <a:t>16</a:t>
            </a:r>
            <a:r>
              <a:rPr lang="en-US" dirty="0">
                <a:latin typeface="Times New Roman" pitchFamily="18" charset="0"/>
              </a:rPr>
              <a:t> = </a:t>
            </a:r>
            <a:r>
              <a:rPr lang="en-US" dirty="0">
                <a:solidFill>
                  <a:srgbClr val="FF0066"/>
                </a:solidFill>
                <a:latin typeface="Times New Roman" pitchFamily="18" charset="0"/>
              </a:rPr>
              <a:t>10</a:t>
            </a:r>
            <a:r>
              <a:rPr lang="en-US" dirty="0">
                <a:latin typeface="Times New Roman" pitchFamily="18" charset="0"/>
              </a:rPr>
              <a:t>.16</a:t>
            </a:r>
            <a:r>
              <a:rPr lang="en-US" baseline="30000" dirty="0">
                <a:latin typeface="Times New Roman" pitchFamily="18" charset="0"/>
              </a:rPr>
              <a:t>2 </a:t>
            </a:r>
            <a:r>
              <a:rPr lang="en-US" dirty="0">
                <a:latin typeface="Times New Roman" pitchFamily="18" charset="0"/>
              </a:rPr>
              <a:t>+ </a:t>
            </a:r>
            <a:r>
              <a:rPr lang="en-US" dirty="0">
                <a:solidFill>
                  <a:srgbClr val="FF0066"/>
                </a:solidFill>
                <a:latin typeface="Times New Roman" pitchFamily="18" charset="0"/>
              </a:rPr>
              <a:t>0</a:t>
            </a:r>
            <a:r>
              <a:rPr lang="en-US" dirty="0">
                <a:latin typeface="Times New Roman" pitchFamily="18" charset="0"/>
              </a:rPr>
              <a:t>.16</a:t>
            </a:r>
            <a:r>
              <a:rPr lang="en-US" baseline="30000" dirty="0">
                <a:latin typeface="Times New Roman" pitchFamily="18" charset="0"/>
              </a:rPr>
              <a:t>1</a:t>
            </a:r>
            <a:r>
              <a:rPr lang="en-US" dirty="0">
                <a:latin typeface="Times New Roman" pitchFamily="18" charset="0"/>
              </a:rPr>
              <a:t> + </a:t>
            </a:r>
            <a:r>
              <a:rPr lang="en-US" dirty="0">
                <a:solidFill>
                  <a:srgbClr val="FF0066"/>
                </a:solidFill>
                <a:latin typeface="Times New Roman" pitchFamily="18" charset="0"/>
              </a:rPr>
              <a:t>1</a:t>
            </a:r>
            <a:r>
              <a:rPr lang="en-US" dirty="0">
                <a:latin typeface="Times New Roman" pitchFamily="18" charset="0"/>
              </a:rPr>
              <a:t>.16</a:t>
            </a:r>
            <a:r>
              <a:rPr lang="en-US" baseline="30000" dirty="0">
                <a:latin typeface="Times New Roman" pitchFamily="18" charset="0"/>
              </a:rPr>
              <a:t>0 </a:t>
            </a:r>
            <a:r>
              <a:rPr lang="en-US" sz="2400" dirty="0">
                <a:latin typeface="Times New Roman" pitchFamily="18" charset="0"/>
              </a:rPr>
              <a:t>= 2561</a:t>
            </a:r>
          </a:p>
        </p:txBody>
      </p:sp>
    </p:spTree>
    <p:extLst>
      <p:ext uri="{BB962C8B-B14F-4D97-AF65-F5344CB8AC3E}">
        <p14:creationId xmlns:p14="http://schemas.microsoft.com/office/powerpoint/2010/main" val="16599969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34662" y="228600"/>
            <a:ext cx="92202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CHUYỂN ĐỔI GIỮA CÁC HỆ ĐẾM</a:t>
            </a:r>
          </a:p>
        </p:txBody>
      </p:sp>
      <p:sp>
        <p:nvSpPr>
          <p:cNvPr id="7" name="Rectangle 2"/>
          <p:cNvSpPr>
            <a:spLocks noGrp="1" noChangeArrowheads="1"/>
          </p:cNvSpPr>
          <p:nvPr>
            <p:ph type="title"/>
          </p:nvPr>
        </p:nvSpPr>
        <p:spPr>
          <a:xfrm>
            <a:off x="1270219" y="1447800"/>
            <a:ext cx="7772400" cy="609600"/>
          </a:xfrm>
        </p:spPr>
        <p:txBody>
          <a:bodyPr/>
          <a:lstStyle/>
          <a:p>
            <a:pPr algn="l" eaLnBrk="1" hangingPunct="1"/>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10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b</a:t>
            </a:r>
          </a:p>
        </p:txBody>
      </p:sp>
      <p:sp>
        <p:nvSpPr>
          <p:cNvPr id="5" name="Text Box 5"/>
          <p:cNvSpPr txBox="1">
            <a:spLocks noChangeArrowheads="1"/>
          </p:cNvSpPr>
          <p:nvPr/>
        </p:nvSpPr>
        <p:spPr bwMode="auto">
          <a:xfrm>
            <a:off x="1378039" y="2209801"/>
            <a:ext cx="10393251" cy="3884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chemeClr val="hlink"/>
              </a:buClr>
              <a:buSzPct val="90000"/>
            </a:pPr>
            <a:r>
              <a:rPr lang="en-US" sz="2800" b="1" u="sng" dirty="0">
                <a:latin typeface="Times New Roman" pitchFamily="18" charset="0"/>
                <a:sym typeface="Wingdings" pitchFamily="2" charset="2"/>
              </a:rPr>
              <a:t>Qui </a:t>
            </a:r>
            <a:r>
              <a:rPr lang="en-US" sz="2800" b="1" u="sng" dirty="0" err="1">
                <a:latin typeface="Times New Roman" pitchFamily="18" charset="0"/>
                <a:sym typeface="Wingdings" pitchFamily="2" charset="2"/>
              </a:rPr>
              <a:t>tắc</a:t>
            </a:r>
            <a:r>
              <a:rPr lang="en-US" sz="2800" b="1" dirty="0">
                <a:latin typeface="Times New Roman" pitchFamily="18" charset="0"/>
                <a:sym typeface="Wingdings" pitchFamily="2" charset="2"/>
              </a:rPr>
              <a:t>:</a:t>
            </a:r>
          </a:p>
          <a:p>
            <a:pPr marL="341313">
              <a:spcBef>
                <a:spcPct val="20000"/>
              </a:spcBef>
              <a:buClr>
                <a:schemeClr val="hlink"/>
              </a:buClr>
              <a:buSzPct val="90000"/>
            </a:pPr>
            <a:r>
              <a:rPr lang="en-US" sz="2800" b="1" i="1" dirty="0" err="1">
                <a:latin typeface="Times New Roman" pitchFamily="18" charset="0"/>
                <a:sym typeface="Wingdings" pitchFamily="2" charset="2"/>
              </a:rPr>
              <a:t>Lấy</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số</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thập</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phân</a:t>
            </a:r>
            <a:r>
              <a:rPr lang="en-US" sz="2800" b="1" i="1" dirty="0">
                <a:latin typeface="Times New Roman" pitchFamily="18" charset="0"/>
                <a:sym typeface="Wingdings" pitchFamily="2" charset="2"/>
              </a:rPr>
              <a:t> chia </a:t>
            </a:r>
            <a:r>
              <a:rPr lang="en-US" sz="2800" b="1" i="1" dirty="0" err="1">
                <a:latin typeface="Times New Roman" pitchFamily="18" charset="0"/>
                <a:sym typeface="Wingdings" pitchFamily="2" charset="2"/>
              </a:rPr>
              <a:t>cho</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cơ</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số</a:t>
            </a:r>
            <a:r>
              <a:rPr lang="en-US" sz="2800" b="1" i="1" dirty="0">
                <a:latin typeface="Times New Roman" pitchFamily="18" charset="0"/>
                <a:sym typeface="Wingdings" pitchFamily="2" charset="2"/>
              </a:rPr>
              <a:t> b </a:t>
            </a:r>
            <a:r>
              <a:rPr lang="en-US" sz="2800" b="1" i="1" dirty="0" err="1">
                <a:latin typeface="Times New Roman" pitchFamily="18" charset="0"/>
                <a:sym typeface="Wingdings" pitchFamily="2" charset="2"/>
              </a:rPr>
              <a:t>cho</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đến</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khi</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phần</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thương</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của</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phép</a:t>
            </a:r>
            <a:r>
              <a:rPr lang="en-US" sz="2800" b="1" i="1" dirty="0">
                <a:latin typeface="Times New Roman" pitchFamily="18" charset="0"/>
                <a:sym typeface="Wingdings" pitchFamily="2" charset="2"/>
              </a:rPr>
              <a:t> chia </a:t>
            </a:r>
            <a:r>
              <a:rPr lang="en-US" sz="2800" b="1" i="1" dirty="0" err="1">
                <a:latin typeface="Times New Roman" pitchFamily="18" charset="0"/>
                <a:sym typeface="Wingdings" pitchFamily="2" charset="2"/>
              </a:rPr>
              <a:t>bằng</a:t>
            </a:r>
            <a:r>
              <a:rPr lang="en-US" sz="2800" b="1" i="1" dirty="0">
                <a:latin typeface="Times New Roman" pitchFamily="18" charset="0"/>
                <a:sym typeface="Wingdings" pitchFamily="2" charset="2"/>
              </a:rPr>
              <a:t> 0, </a:t>
            </a:r>
            <a:r>
              <a:rPr lang="en-US" sz="2800" b="1" i="1" dirty="0" err="1">
                <a:latin typeface="Times New Roman" pitchFamily="18" charset="0"/>
                <a:sym typeface="Wingdings" pitchFamily="2" charset="2"/>
              </a:rPr>
              <a:t>số</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đổi</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được</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chính</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là</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các</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phần</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dư</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của</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phép</a:t>
            </a:r>
            <a:r>
              <a:rPr lang="en-US" sz="2800" b="1" i="1" dirty="0">
                <a:latin typeface="Times New Roman" pitchFamily="18" charset="0"/>
                <a:sym typeface="Wingdings" pitchFamily="2" charset="2"/>
              </a:rPr>
              <a:t> chia </a:t>
            </a:r>
            <a:r>
              <a:rPr lang="en-US" sz="2800" b="1" i="1" dirty="0" err="1">
                <a:latin typeface="Times New Roman" pitchFamily="18" charset="0"/>
                <a:sym typeface="Wingdings" pitchFamily="2" charset="2"/>
              </a:rPr>
              <a:t>theo</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thứ</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tự</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ngược</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lại</a:t>
            </a:r>
            <a:r>
              <a:rPr lang="en-US" sz="2800" b="1" i="1" dirty="0">
                <a:latin typeface="Times New Roman" pitchFamily="18" charset="0"/>
                <a:sym typeface="Wingdings" pitchFamily="2" charset="2"/>
              </a:rPr>
              <a:t>.</a:t>
            </a:r>
          </a:p>
          <a:p>
            <a:pPr>
              <a:spcBef>
                <a:spcPct val="20000"/>
              </a:spcBef>
              <a:buClr>
                <a:schemeClr val="hlink"/>
              </a:buClr>
              <a:buSzPct val="90000"/>
            </a:pPr>
            <a:endParaRPr lang="en-US" sz="1600" b="1" i="1" dirty="0">
              <a:latin typeface="Times New Roman" pitchFamily="18" charset="0"/>
              <a:sym typeface="Wingdings" pitchFamily="2" charset="2"/>
            </a:endParaRPr>
          </a:p>
          <a:p>
            <a:pPr>
              <a:spcBef>
                <a:spcPct val="20000"/>
              </a:spcBef>
              <a:buClr>
                <a:schemeClr val="hlink"/>
              </a:buClr>
              <a:buSzPct val="90000"/>
            </a:pPr>
            <a:r>
              <a:rPr lang="en-US" sz="2800" b="1" dirty="0" err="1">
                <a:latin typeface="Times New Roman" pitchFamily="18" charset="0"/>
                <a:sym typeface="Wingdings" pitchFamily="2" charset="2"/>
              </a:rPr>
              <a:t>Ví</a:t>
            </a:r>
            <a:r>
              <a:rPr lang="en-US" sz="2800" b="1" dirty="0">
                <a:latin typeface="Times New Roman" pitchFamily="18" charset="0"/>
                <a:sym typeface="Wingdings" pitchFamily="2" charset="2"/>
              </a:rPr>
              <a:t> </a:t>
            </a:r>
            <a:r>
              <a:rPr lang="en-US" sz="2800" b="1" dirty="0" err="1">
                <a:latin typeface="Times New Roman" pitchFamily="18" charset="0"/>
                <a:sym typeface="Wingdings" pitchFamily="2" charset="2"/>
              </a:rPr>
              <a:t>dụ</a:t>
            </a:r>
            <a:r>
              <a:rPr lang="en-US" sz="2800" b="1" dirty="0">
                <a:latin typeface="Times New Roman" pitchFamily="18" charset="0"/>
                <a:sym typeface="Wingdings" pitchFamily="2" charset="2"/>
              </a:rPr>
              <a:t>: </a:t>
            </a:r>
          </a:p>
          <a:p>
            <a:pPr>
              <a:spcBef>
                <a:spcPts val="1200"/>
              </a:spcBef>
              <a:buClr>
                <a:schemeClr val="hlink"/>
              </a:buClr>
              <a:buSzPct val="90000"/>
            </a:pPr>
            <a:r>
              <a:rPr lang="en-US" sz="2800" b="1" dirty="0">
                <a:latin typeface="Times New Roman" pitchFamily="18" charset="0"/>
                <a:sym typeface="Wingdings" pitchFamily="2" charset="2"/>
              </a:rPr>
              <a:t>	6</a:t>
            </a:r>
            <a:r>
              <a:rPr lang="en-US" sz="2800" b="1" baseline="-25000" dirty="0">
                <a:solidFill>
                  <a:srgbClr val="FF00FF"/>
                </a:solidFill>
                <a:latin typeface="Times New Roman" pitchFamily="18" charset="0"/>
                <a:sym typeface="Wingdings" pitchFamily="2" charset="2"/>
              </a:rPr>
              <a:t>10</a:t>
            </a:r>
            <a:r>
              <a:rPr lang="en-US" sz="2800" b="1" dirty="0">
                <a:latin typeface="Times New Roman" pitchFamily="18" charset="0"/>
                <a:sym typeface="Wingdings" pitchFamily="2" charset="2"/>
              </a:rPr>
              <a:t>=110</a:t>
            </a:r>
            <a:r>
              <a:rPr lang="en-US" sz="2800" b="1" baseline="-25000" dirty="0">
                <a:solidFill>
                  <a:srgbClr val="FF00FF"/>
                </a:solidFill>
                <a:latin typeface="Times New Roman" pitchFamily="18" charset="0"/>
                <a:sym typeface="Wingdings" pitchFamily="2" charset="2"/>
              </a:rPr>
              <a:t>2</a:t>
            </a:r>
            <a:r>
              <a:rPr lang="en-US" sz="2800" b="1" dirty="0">
                <a:latin typeface="Times New Roman" pitchFamily="18" charset="0"/>
                <a:sym typeface="Wingdings" pitchFamily="2" charset="2"/>
              </a:rPr>
              <a:t> </a:t>
            </a:r>
          </a:p>
          <a:p>
            <a:pPr>
              <a:spcBef>
                <a:spcPts val="1200"/>
              </a:spcBef>
              <a:buClr>
                <a:schemeClr val="hlink"/>
              </a:buClr>
              <a:buSzPct val="90000"/>
            </a:pPr>
            <a:r>
              <a:rPr lang="en-US" sz="2800" b="1" dirty="0">
                <a:latin typeface="Times New Roman" pitchFamily="18" charset="0"/>
                <a:sym typeface="Wingdings" pitchFamily="2" charset="2"/>
              </a:rPr>
              <a:t>	</a:t>
            </a:r>
            <a:r>
              <a:rPr lang="en-US" sz="2800" dirty="0">
                <a:latin typeface="Times New Roman" pitchFamily="18" charset="0"/>
                <a:sym typeface="Wingdings" pitchFamily="2" charset="2"/>
              </a:rPr>
              <a:t>(ở </a:t>
            </a:r>
            <a:r>
              <a:rPr lang="en-US" sz="2800" dirty="0" err="1">
                <a:latin typeface="Times New Roman" pitchFamily="18" charset="0"/>
                <a:sym typeface="Wingdings" pitchFamily="2" charset="2"/>
              </a:rPr>
              <a:t>đây</a:t>
            </a:r>
            <a:r>
              <a:rPr lang="en-US" sz="2800" dirty="0">
                <a:latin typeface="Times New Roman" pitchFamily="18" charset="0"/>
                <a:sym typeface="Wingdings" pitchFamily="2" charset="2"/>
              </a:rPr>
              <a:t> </a:t>
            </a:r>
            <a:r>
              <a:rPr lang="en-US" sz="2800" dirty="0">
                <a:solidFill>
                  <a:srgbClr val="FF0066"/>
                </a:solidFill>
                <a:latin typeface="Times New Roman" pitchFamily="18" charset="0"/>
                <a:sym typeface="Wingdings" pitchFamily="2" charset="2"/>
              </a:rPr>
              <a:t>b=2</a:t>
            </a:r>
            <a:r>
              <a:rPr lang="en-US" sz="2800" dirty="0">
                <a:latin typeface="Times New Roman" pitchFamily="18" charset="0"/>
                <a:sym typeface="Wingdings" pitchFamily="2" charset="2"/>
              </a:rPr>
              <a:t>)</a:t>
            </a:r>
            <a:endParaRPr lang="en-US" sz="2800" dirty="0">
              <a:solidFill>
                <a:srgbClr val="FF0066"/>
              </a:solidFill>
              <a:latin typeface="Times New Roman" pitchFamily="18" charset="0"/>
              <a:sym typeface="Wingdings" pitchFamily="2" charset="2"/>
            </a:endParaRPr>
          </a:p>
        </p:txBody>
      </p:sp>
      <p:pic>
        <p:nvPicPr>
          <p:cNvPr id="1802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289" y="4151871"/>
            <a:ext cx="3719513"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36652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42375" y="272603"/>
            <a:ext cx="90678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FF0000"/>
                </a:solidFill>
              </a:rPr>
              <a:t>CHUYỂN ĐỔI GIỮA CÁC HỆ ĐẾM</a:t>
            </a:r>
          </a:p>
        </p:txBody>
      </p:sp>
      <p:sp>
        <p:nvSpPr>
          <p:cNvPr id="7" name="Rectangle 2"/>
          <p:cNvSpPr>
            <a:spLocks noGrp="1" noChangeArrowheads="1"/>
          </p:cNvSpPr>
          <p:nvPr>
            <p:ph type="title"/>
          </p:nvPr>
        </p:nvSpPr>
        <p:spPr>
          <a:xfrm>
            <a:off x="1081825" y="1415603"/>
            <a:ext cx="7772400" cy="609600"/>
          </a:xfrm>
        </p:spPr>
        <p:txBody>
          <a:bodyPr/>
          <a:lstStyle/>
          <a:p>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lẻ</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10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2</a:t>
            </a:r>
          </a:p>
        </p:txBody>
      </p:sp>
      <p:sp>
        <p:nvSpPr>
          <p:cNvPr id="5" name="Text Box 5"/>
          <p:cNvSpPr txBox="1">
            <a:spLocks noChangeArrowheads="1"/>
          </p:cNvSpPr>
          <p:nvPr/>
        </p:nvSpPr>
        <p:spPr bwMode="auto">
          <a:xfrm>
            <a:off x="1081825" y="2133600"/>
            <a:ext cx="10625071" cy="427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457200" indent="-457200" algn="just">
              <a:spcBef>
                <a:spcPct val="20000"/>
              </a:spcBef>
              <a:buClr>
                <a:schemeClr val="hlink"/>
              </a:buClr>
              <a:buSzPct val="90000"/>
              <a:buFont typeface="Wingdings" pitchFamily="2" charset="2"/>
              <a:buChar char="Ø"/>
            </a:pPr>
            <a:r>
              <a:rPr lang="vi-VN" sz="2800" dirty="0">
                <a:latin typeface="+mj-lt"/>
              </a:rPr>
              <a:t>Đối với phần lẻ của số thập phân, số lẻ được nhân với 2. Phần nguyên của kết quả sẽ là bit nhị phân, phần lẻ của kết quả lại tiếp tục nhân 2 cho đến khi phần lẻ của kết quả bằng 0.</a:t>
            </a:r>
            <a:r>
              <a:rPr lang="en-US" sz="2800" dirty="0">
                <a:latin typeface="+mj-lt"/>
                <a:sym typeface="Wingdings" pitchFamily="2" charset="2"/>
              </a:rPr>
              <a:t>.</a:t>
            </a:r>
            <a:endParaRPr lang="en-US" sz="1600" dirty="0">
              <a:latin typeface="+mj-lt"/>
              <a:sym typeface="Wingdings" pitchFamily="2" charset="2"/>
            </a:endParaRPr>
          </a:p>
          <a:p>
            <a:pPr algn="just">
              <a:spcBef>
                <a:spcPts val="1200"/>
              </a:spcBef>
              <a:buClr>
                <a:schemeClr val="hlink"/>
              </a:buClr>
              <a:buSzPct val="90000"/>
            </a:pPr>
            <a:r>
              <a:rPr lang="en-US" sz="2800" dirty="0" err="1">
                <a:latin typeface="+mj-lt"/>
                <a:sym typeface="Wingdings" pitchFamily="2" charset="2"/>
              </a:rPr>
              <a:t>Ví</a:t>
            </a:r>
            <a:r>
              <a:rPr lang="en-US" sz="2800" dirty="0">
                <a:latin typeface="+mj-lt"/>
                <a:sym typeface="Wingdings" pitchFamily="2" charset="2"/>
              </a:rPr>
              <a:t> </a:t>
            </a:r>
            <a:r>
              <a:rPr lang="en-US" sz="2800" dirty="0" err="1">
                <a:latin typeface="+mj-lt"/>
                <a:sym typeface="Wingdings" pitchFamily="2" charset="2"/>
              </a:rPr>
              <a:t>dụ</a:t>
            </a:r>
            <a:r>
              <a:rPr lang="en-US" sz="2800" dirty="0">
                <a:latin typeface="+mj-lt"/>
                <a:sym typeface="Wingdings" pitchFamily="2" charset="2"/>
              </a:rPr>
              <a:t>: </a:t>
            </a:r>
            <a:r>
              <a:rPr lang="en-US" sz="2800" dirty="0" err="1">
                <a:latin typeface="+mj-lt"/>
              </a:rPr>
              <a:t>Chuyển</a:t>
            </a:r>
            <a:r>
              <a:rPr lang="en-US" sz="2800" dirty="0">
                <a:latin typeface="+mj-lt"/>
              </a:rPr>
              <a:t> </a:t>
            </a:r>
            <a:r>
              <a:rPr lang="en-US" sz="2800" dirty="0" err="1">
                <a:latin typeface="+mj-lt"/>
              </a:rPr>
              <a:t>số</a:t>
            </a:r>
            <a:r>
              <a:rPr lang="en-US" sz="2800" dirty="0">
                <a:latin typeface="+mj-lt"/>
              </a:rPr>
              <a:t> 0.625</a:t>
            </a:r>
            <a:r>
              <a:rPr lang="en-US" sz="2800" baseline="-25000" dirty="0">
                <a:latin typeface="+mj-lt"/>
              </a:rPr>
              <a:t>10</a:t>
            </a:r>
            <a:r>
              <a:rPr lang="en-US" sz="2800" dirty="0">
                <a:latin typeface="+mj-lt"/>
              </a:rPr>
              <a:t> sang </a:t>
            </a:r>
            <a:r>
              <a:rPr lang="en-US" sz="2800" dirty="0" err="1">
                <a:latin typeface="+mj-lt"/>
              </a:rPr>
              <a:t>hệ</a:t>
            </a:r>
            <a:r>
              <a:rPr lang="en-US" sz="2800" dirty="0">
                <a:latin typeface="+mj-lt"/>
              </a:rPr>
              <a:t> </a:t>
            </a:r>
            <a:r>
              <a:rPr lang="en-US" sz="2800" dirty="0" err="1">
                <a:latin typeface="+mj-lt"/>
              </a:rPr>
              <a:t>nhị</a:t>
            </a:r>
            <a:r>
              <a:rPr lang="en-US" sz="2800" dirty="0">
                <a:latin typeface="+mj-lt"/>
              </a:rPr>
              <a:t> </a:t>
            </a:r>
            <a:r>
              <a:rPr lang="en-US" sz="2800" dirty="0" err="1">
                <a:latin typeface="+mj-lt"/>
              </a:rPr>
              <a:t>phân</a:t>
            </a:r>
            <a:endParaRPr lang="en-US" sz="2800" dirty="0">
              <a:latin typeface="+mj-lt"/>
            </a:endParaRPr>
          </a:p>
          <a:p>
            <a:pPr algn="just">
              <a:spcBef>
                <a:spcPct val="20000"/>
              </a:spcBef>
              <a:buClr>
                <a:schemeClr val="hlink"/>
              </a:buClr>
              <a:buSzPct val="90000"/>
            </a:pPr>
            <a:endParaRPr lang="en-US" sz="800" dirty="0">
              <a:solidFill>
                <a:srgbClr val="FFC000"/>
              </a:solidFill>
              <a:latin typeface="+mj-lt"/>
              <a:sym typeface="Wingdings" pitchFamily="2" charset="2"/>
            </a:endParaRPr>
          </a:p>
          <a:p>
            <a:pPr marL="806450" indent="-342900" algn="just">
              <a:spcBef>
                <a:spcPts val="600"/>
              </a:spcBef>
              <a:buFont typeface="Wingdings" pitchFamily="2" charset="2"/>
              <a:buChar char="§"/>
            </a:pPr>
            <a:r>
              <a:rPr lang="vi-VN" sz="2400" dirty="0">
                <a:solidFill>
                  <a:srgbClr val="FFC000"/>
                </a:solidFill>
              </a:rPr>
              <a:t>0.625 x 2 = 1.25, lấy số 1, phần lẻ 0.25</a:t>
            </a:r>
          </a:p>
          <a:p>
            <a:pPr marL="806450" indent="-342900" algn="just">
              <a:spcBef>
                <a:spcPts val="600"/>
              </a:spcBef>
              <a:buFont typeface="Wingdings" pitchFamily="2" charset="2"/>
              <a:buChar char="§"/>
            </a:pPr>
            <a:r>
              <a:rPr lang="vi-VN" sz="2400" dirty="0">
                <a:solidFill>
                  <a:srgbClr val="FFC000"/>
                </a:solidFill>
              </a:rPr>
              <a:t>0.25 x 2 = 0.5, lấy số 0, phần lẻ 0.5</a:t>
            </a:r>
          </a:p>
          <a:p>
            <a:pPr marL="806450" indent="-342900" algn="just">
              <a:spcBef>
                <a:spcPts val="600"/>
              </a:spcBef>
              <a:buFont typeface="Wingdings" pitchFamily="2" charset="2"/>
              <a:buChar char="§"/>
            </a:pPr>
            <a:r>
              <a:rPr lang="vi-VN" sz="2400" dirty="0">
                <a:solidFill>
                  <a:srgbClr val="FFC000"/>
                </a:solidFill>
              </a:rPr>
              <a:t>0.5 x 2 = 1.0, lấy số 1, phần lẻ 0.</a:t>
            </a:r>
            <a:endParaRPr lang="en-US" sz="2400" dirty="0">
              <a:solidFill>
                <a:srgbClr val="FFC000"/>
              </a:solidFill>
            </a:endParaRPr>
          </a:p>
          <a:p>
            <a:pPr marL="463550" algn="just">
              <a:spcBef>
                <a:spcPts val="600"/>
              </a:spcBef>
            </a:pPr>
            <a:r>
              <a:rPr lang="vi-VN" sz="2400" dirty="0">
                <a:solidFill>
                  <a:srgbClr val="FFC000"/>
                </a:solidFill>
              </a:rPr>
              <a:t> </a:t>
            </a:r>
            <a:br>
              <a:rPr lang="en-US" sz="2400" dirty="0">
                <a:solidFill>
                  <a:srgbClr val="FFC000"/>
                </a:solidFill>
              </a:rPr>
            </a:br>
            <a:r>
              <a:rPr lang="vi-VN" sz="2400" dirty="0">
                <a:solidFill>
                  <a:srgbClr val="FFC000"/>
                </a:solidFill>
              </a:rPr>
              <a:t>Kết thúc phép chuyển đổi.</a:t>
            </a:r>
            <a:endParaRPr lang="vi-VN" sz="3200" dirty="0">
              <a:solidFill>
                <a:srgbClr val="FFC000"/>
              </a:solidFill>
            </a:endParaRPr>
          </a:p>
        </p:txBody>
      </p:sp>
    </p:spTree>
    <p:extLst>
      <p:ext uri="{BB962C8B-B14F-4D97-AF65-F5344CB8AC3E}">
        <p14:creationId xmlns:p14="http://schemas.microsoft.com/office/powerpoint/2010/main" val="952008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33953" y="398003"/>
            <a:ext cx="9102969"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CHUYỂN ĐỔI GIỮA CÁC HỆ ĐẾM</a:t>
            </a:r>
          </a:p>
        </p:txBody>
      </p:sp>
      <p:sp>
        <p:nvSpPr>
          <p:cNvPr id="7" name="Rectangle 2"/>
          <p:cNvSpPr>
            <a:spLocks noGrp="1" noChangeArrowheads="1"/>
          </p:cNvSpPr>
          <p:nvPr>
            <p:ph type="title"/>
          </p:nvPr>
        </p:nvSpPr>
        <p:spPr>
          <a:xfrm>
            <a:off x="1244462" y="1407398"/>
            <a:ext cx="7772400" cy="609600"/>
          </a:xfrm>
        </p:spPr>
        <p:txBody>
          <a:bodyPr/>
          <a:lstStyle/>
          <a:p>
            <a:pPr algn="l" eaLnBrk="1" hangingPunct="1"/>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lẻ</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10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2 :</a:t>
            </a:r>
          </a:p>
        </p:txBody>
      </p:sp>
      <p:sp>
        <p:nvSpPr>
          <p:cNvPr id="5" name="Text Box 5"/>
          <p:cNvSpPr txBox="1">
            <a:spLocks noChangeArrowheads="1"/>
          </p:cNvSpPr>
          <p:nvPr/>
        </p:nvSpPr>
        <p:spPr bwMode="auto">
          <a:xfrm>
            <a:off x="1244462" y="2027178"/>
            <a:ext cx="853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20000"/>
              </a:spcBef>
              <a:buClr>
                <a:schemeClr val="hlink"/>
              </a:buClr>
              <a:buSzPct val="90000"/>
            </a:pPr>
            <a:r>
              <a:rPr lang="en-US" sz="2800" dirty="0" err="1"/>
              <a:t>Vậy</a:t>
            </a:r>
            <a:r>
              <a:rPr lang="en-US" sz="2800" dirty="0"/>
              <a:t> </a:t>
            </a:r>
            <a:r>
              <a:rPr lang="en-US" sz="2800" dirty="0" err="1"/>
              <a:t>kết</a:t>
            </a:r>
            <a:r>
              <a:rPr lang="en-US" sz="2800" dirty="0"/>
              <a:t> </a:t>
            </a:r>
            <a:r>
              <a:rPr lang="en-US" sz="2800" dirty="0" err="1"/>
              <a:t>quả</a:t>
            </a:r>
            <a:r>
              <a:rPr lang="en-US" sz="2800" dirty="0"/>
              <a:t> 0.625</a:t>
            </a:r>
            <a:r>
              <a:rPr lang="en-US" sz="2800" baseline="-25000" dirty="0"/>
              <a:t>10</a:t>
            </a:r>
            <a:r>
              <a:rPr lang="en-US" sz="2800" dirty="0"/>
              <a:t>=0.101</a:t>
            </a:r>
            <a:r>
              <a:rPr lang="en-US" sz="2800" baseline="-25000" dirty="0"/>
              <a:t>2</a:t>
            </a:r>
            <a:endParaRPr lang="en-US" sz="2800" dirty="0">
              <a:latin typeface="+mj-lt"/>
              <a:sym typeface="Wingdings" pitchFamily="2" charset="2"/>
            </a:endParaRPr>
          </a:p>
        </p:txBody>
      </p:sp>
      <p:pic>
        <p:nvPicPr>
          <p:cNvPr id="181250" name="Picture 2" descr="http://xfxciq.blu.livefilestore.com/y1pbIi6hN_8vhMSwD0PPKFeprBJhUiSP-YSZPO2lb3_MFNtg8DTXmX-C526zz7vgZ26plOSBLvJ1NlVq8HbpxnqaiJjD3zyl7Z2/thapphan2nhipha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6962" y="2741407"/>
            <a:ext cx="6629400" cy="313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8287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E60223-00B5-4673-92E9-731E4385A17C}"/>
              </a:ext>
            </a:extLst>
          </p:cNvPr>
          <p:cNvSpPr txBox="1"/>
          <p:nvPr/>
        </p:nvSpPr>
        <p:spPr>
          <a:xfrm>
            <a:off x="1300767" y="1447800"/>
            <a:ext cx="9916732" cy="4733604"/>
          </a:xfrm>
          <a:prstGeom prst="rect">
            <a:avLst/>
          </a:prstGeom>
          <a:noFill/>
        </p:spPr>
        <p:txBody>
          <a:bodyPr wrap="square">
            <a:spAutoFit/>
          </a:bodyPr>
          <a:lstStyle/>
          <a:p>
            <a:pPr>
              <a:spcBef>
                <a:spcPct val="10000"/>
              </a:spcBef>
              <a:spcAft>
                <a:spcPct val="10000"/>
              </a:spcAft>
              <a:buClr>
                <a:schemeClr val="accent1"/>
              </a:buClr>
            </a:pPr>
            <a:r>
              <a:rPr lang="en-US" sz="2800" b="1" dirty="0" err="1"/>
              <a:t>Bài</a:t>
            </a:r>
            <a:r>
              <a:rPr lang="en-US" sz="2800" b="1" dirty="0"/>
              <a:t> 1</a:t>
            </a:r>
            <a:r>
              <a:rPr lang="en-US" sz="2800" dirty="0"/>
              <a:t>: </a:t>
            </a:r>
            <a:r>
              <a:rPr lang="en-US" sz="2800" dirty="0" err="1"/>
              <a:t>Hãy</a:t>
            </a:r>
            <a:r>
              <a:rPr lang="en-US" sz="2800" dirty="0"/>
              <a:t> </a:t>
            </a:r>
            <a:r>
              <a:rPr lang="en-US" sz="2800" dirty="0" err="1"/>
              <a:t>đổi</a:t>
            </a:r>
            <a:r>
              <a:rPr lang="en-US" sz="2800" dirty="0"/>
              <a:t> </a:t>
            </a:r>
            <a:r>
              <a:rPr lang="en-US" sz="2800" dirty="0" err="1"/>
              <a:t>các</a:t>
            </a:r>
            <a:r>
              <a:rPr lang="en-US" sz="2800" dirty="0"/>
              <a:t> </a:t>
            </a:r>
            <a:r>
              <a:rPr lang="en-US" sz="2800" dirty="0" err="1"/>
              <a:t>số</a:t>
            </a:r>
            <a:r>
              <a:rPr lang="en-US" sz="2800" dirty="0"/>
              <a:t> </a:t>
            </a:r>
            <a:r>
              <a:rPr lang="en-US" sz="2800" dirty="0" err="1"/>
              <a:t>sau</a:t>
            </a:r>
            <a:r>
              <a:rPr lang="en-US" sz="2800" dirty="0"/>
              <a:t> sang </a:t>
            </a:r>
            <a:r>
              <a:rPr lang="en-US" sz="2800" dirty="0" err="1"/>
              <a:t>hệ</a:t>
            </a:r>
            <a:r>
              <a:rPr lang="en-US" sz="2800" dirty="0"/>
              <a:t> </a:t>
            </a:r>
            <a:r>
              <a:rPr lang="en-US" sz="2800" dirty="0" err="1"/>
              <a:t>thập</a:t>
            </a:r>
            <a:r>
              <a:rPr lang="en-US" sz="2800" dirty="0"/>
              <a:t> </a:t>
            </a:r>
            <a:r>
              <a:rPr lang="en-US" sz="2800" dirty="0" err="1"/>
              <a:t>phân</a:t>
            </a:r>
            <a:r>
              <a:rPr lang="en-US" sz="2800" dirty="0"/>
              <a:t>: </a:t>
            </a:r>
          </a:p>
          <a:p>
            <a:pPr marL="685800" lvl="1" indent="-385763">
              <a:spcBef>
                <a:spcPct val="10000"/>
              </a:spcBef>
              <a:spcAft>
                <a:spcPct val="10000"/>
              </a:spcAft>
              <a:buClr>
                <a:schemeClr val="accent1"/>
              </a:buClr>
              <a:buFontTx/>
              <a:buAutoNum type="alphaLcParenR"/>
            </a:pPr>
            <a:r>
              <a:rPr lang="en-US" sz="2400" dirty="0"/>
              <a:t> </a:t>
            </a:r>
          </a:p>
          <a:p>
            <a:pPr marL="685800" lvl="1" indent="-385763">
              <a:spcBef>
                <a:spcPct val="10000"/>
              </a:spcBef>
              <a:spcAft>
                <a:spcPct val="10000"/>
              </a:spcAft>
              <a:buClr>
                <a:schemeClr val="accent1"/>
              </a:buClr>
              <a:buFontTx/>
              <a:buAutoNum type="alphaLcParenR"/>
            </a:pPr>
            <a:endParaRPr lang="en-US" sz="2400" dirty="0"/>
          </a:p>
          <a:p>
            <a:pPr marL="685800" lvl="1" indent="-385763">
              <a:spcBef>
                <a:spcPct val="10000"/>
              </a:spcBef>
              <a:spcAft>
                <a:spcPct val="10000"/>
              </a:spcAft>
              <a:buClr>
                <a:schemeClr val="accent1"/>
              </a:buClr>
              <a:buFontTx/>
              <a:buAutoNum type="alphaLcParenR"/>
            </a:pPr>
            <a:r>
              <a:rPr lang="en-US" sz="2400" dirty="0"/>
              <a:t> </a:t>
            </a:r>
          </a:p>
          <a:p>
            <a:pPr marL="300038" lvl="1">
              <a:spcBef>
                <a:spcPct val="10000"/>
              </a:spcBef>
              <a:spcAft>
                <a:spcPct val="10000"/>
              </a:spcAft>
              <a:buClr>
                <a:schemeClr val="accent1"/>
              </a:buClr>
            </a:pPr>
            <a:endParaRPr lang="en-US" sz="2400" dirty="0"/>
          </a:p>
          <a:p>
            <a:pPr marL="685800" lvl="1" indent="-385763">
              <a:spcBef>
                <a:spcPct val="10000"/>
              </a:spcBef>
              <a:spcAft>
                <a:spcPct val="10000"/>
              </a:spcAft>
              <a:buClr>
                <a:schemeClr val="accent1"/>
              </a:buClr>
              <a:buFont typeface="+mj-lt"/>
              <a:buAutoNum type="alphaLcParenR" startAt="3"/>
            </a:pPr>
            <a:r>
              <a:rPr lang="en-US" sz="2400" dirty="0"/>
              <a:t> </a:t>
            </a:r>
          </a:p>
          <a:p>
            <a:pPr marL="257175" indent="-257175">
              <a:spcBef>
                <a:spcPct val="10000"/>
              </a:spcBef>
              <a:spcAft>
                <a:spcPct val="10000"/>
              </a:spcAft>
              <a:buClr>
                <a:schemeClr val="accent1"/>
              </a:buClr>
            </a:pPr>
            <a:r>
              <a:rPr lang="en-US" sz="2400" dirty="0">
                <a:solidFill>
                  <a:srgbClr val="0033CC"/>
                </a:solidFill>
              </a:rPr>
              <a:t>	</a:t>
            </a:r>
          </a:p>
          <a:p>
            <a:pPr>
              <a:spcBef>
                <a:spcPct val="10000"/>
              </a:spcBef>
              <a:spcAft>
                <a:spcPct val="10000"/>
              </a:spcAft>
              <a:buClr>
                <a:schemeClr val="accent1"/>
              </a:buClr>
            </a:pPr>
            <a:r>
              <a:rPr lang="en-US" sz="2800" b="1" dirty="0" err="1"/>
              <a:t>Bài</a:t>
            </a:r>
            <a:r>
              <a:rPr lang="en-US" sz="2800" b="1" dirty="0"/>
              <a:t> 2</a:t>
            </a:r>
            <a:r>
              <a:rPr lang="en-US" sz="2800" dirty="0"/>
              <a:t>: </a:t>
            </a:r>
            <a:r>
              <a:rPr lang="en-US" sz="2800" dirty="0" err="1"/>
              <a:t>Hãy</a:t>
            </a:r>
            <a:r>
              <a:rPr lang="en-US" sz="2800" dirty="0"/>
              <a:t> </a:t>
            </a:r>
            <a:r>
              <a:rPr lang="en-US" sz="2800" dirty="0" err="1"/>
              <a:t>đổi</a:t>
            </a:r>
            <a:r>
              <a:rPr lang="en-US" sz="2800" dirty="0"/>
              <a:t> </a:t>
            </a:r>
            <a:r>
              <a:rPr lang="en-US" sz="2800" dirty="0" err="1"/>
              <a:t>các</a:t>
            </a:r>
            <a:r>
              <a:rPr lang="en-US" sz="2800" dirty="0"/>
              <a:t> </a:t>
            </a:r>
            <a:r>
              <a:rPr lang="en-US" sz="2800" dirty="0" err="1"/>
              <a:t>số</a:t>
            </a:r>
            <a:r>
              <a:rPr lang="en-US" sz="2800" dirty="0"/>
              <a:t> </a:t>
            </a:r>
            <a:r>
              <a:rPr lang="en-US" sz="2800" dirty="0" err="1"/>
              <a:t>sau</a:t>
            </a:r>
            <a:r>
              <a:rPr lang="en-US" sz="2800" dirty="0"/>
              <a:t> sang </a:t>
            </a:r>
            <a:r>
              <a:rPr lang="en-US" sz="2800" dirty="0" err="1"/>
              <a:t>hệ</a:t>
            </a:r>
            <a:r>
              <a:rPr lang="en-US" sz="2800" dirty="0"/>
              <a:t> </a:t>
            </a:r>
            <a:r>
              <a:rPr lang="en-US" sz="2800" dirty="0" err="1"/>
              <a:t>nhị</a:t>
            </a:r>
            <a:r>
              <a:rPr lang="en-US" sz="2800" dirty="0"/>
              <a:t> </a:t>
            </a:r>
            <a:r>
              <a:rPr lang="en-US" sz="2800" dirty="0" err="1"/>
              <a:t>phân</a:t>
            </a:r>
            <a:r>
              <a:rPr lang="en-US" sz="2800" dirty="0"/>
              <a:t>:</a:t>
            </a:r>
          </a:p>
          <a:p>
            <a:pPr marL="685800" indent="-389335">
              <a:spcBef>
                <a:spcPct val="10000"/>
              </a:spcBef>
              <a:spcAft>
                <a:spcPct val="10000"/>
              </a:spcAft>
              <a:buClr>
                <a:schemeClr val="accent1"/>
              </a:buClr>
              <a:buFont typeface="+mj-lt"/>
              <a:buAutoNum type="alphaLcParenR"/>
            </a:pPr>
            <a:r>
              <a:rPr lang="en-US" sz="2800" dirty="0"/>
              <a:t>565</a:t>
            </a:r>
            <a:r>
              <a:rPr lang="en-US" sz="2800" baseline="-25000" dirty="0"/>
              <a:t>(10)</a:t>
            </a:r>
          </a:p>
          <a:p>
            <a:pPr marL="685800" indent="-389335">
              <a:spcBef>
                <a:spcPct val="10000"/>
              </a:spcBef>
              <a:spcAft>
                <a:spcPct val="10000"/>
              </a:spcAft>
              <a:buClr>
                <a:schemeClr val="accent1"/>
              </a:buClr>
              <a:buFont typeface="+mj-lt"/>
              <a:buAutoNum type="alphaLcParenR"/>
            </a:pPr>
            <a:r>
              <a:rPr lang="en-US" sz="2800" dirty="0"/>
              <a:t>1036</a:t>
            </a:r>
            <a:r>
              <a:rPr lang="en-US" sz="2800" baseline="-25000" dirty="0"/>
              <a:t>(10)</a:t>
            </a:r>
            <a:endParaRPr lang="en-US" sz="3200" dirty="0"/>
          </a:p>
        </p:txBody>
      </p:sp>
      <p:graphicFrame>
        <p:nvGraphicFramePr>
          <p:cNvPr id="2" name="Table 1">
            <a:extLst>
              <a:ext uri="{FF2B5EF4-FFF2-40B4-BE49-F238E27FC236}">
                <a16:creationId xmlns:a16="http://schemas.microsoft.com/office/drawing/2014/main" id="{66D0368D-DBE3-4D16-BACE-FC64127AF913}"/>
              </a:ext>
            </a:extLst>
          </p:cNvPr>
          <p:cNvGraphicFramePr>
            <a:graphicFrameLocks noGrp="1"/>
          </p:cNvGraphicFramePr>
          <p:nvPr/>
        </p:nvGraphicFramePr>
        <p:xfrm>
          <a:off x="3299223" y="2819401"/>
          <a:ext cx="3101575" cy="563033"/>
        </p:xfrm>
        <a:graphic>
          <a:graphicData uri="http://schemas.openxmlformats.org/drawingml/2006/table">
            <a:tbl>
              <a:tblPr/>
              <a:tblGrid>
                <a:gridCol w="388192">
                  <a:extLst>
                    <a:ext uri="{9D8B030D-6E8A-4147-A177-3AD203B41FA5}">
                      <a16:colId xmlns:a16="http://schemas.microsoft.com/office/drawing/2014/main" val="20000"/>
                    </a:ext>
                  </a:extLst>
                </a:gridCol>
                <a:gridCol w="386871">
                  <a:extLst>
                    <a:ext uri="{9D8B030D-6E8A-4147-A177-3AD203B41FA5}">
                      <a16:colId xmlns:a16="http://schemas.microsoft.com/office/drawing/2014/main" val="20001"/>
                    </a:ext>
                  </a:extLst>
                </a:gridCol>
                <a:gridCol w="388192">
                  <a:extLst>
                    <a:ext uri="{9D8B030D-6E8A-4147-A177-3AD203B41FA5}">
                      <a16:colId xmlns:a16="http://schemas.microsoft.com/office/drawing/2014/main" val="20002"/>
                    </a:ext>
                  </a:extLst>
                </a:gridCol>
                <a:gridCol w="388192">
                  <a:extLst>
                    <a:ext uri="{9D8B030D-6E8A-4147-A177-3AD203B41FA5}">
                      <a16:colId xmlns:a16="http://schemas.microsoft.com/office/drawing/2014/main" val="20003"/>
                    </a:ext>
                  </a:extLst>
                </a:gridCol>
                <a:gridCol w="386873">
                  <a:extLst>
                    <a:ext uri="{9D8B030D-6E8A-4147-A177-3AD203B41FA5}">
                      <a16:colId xmlns:a16="http://schemas.microsoft.com/office/drawing/2014/main" val="20004"/>
                    </a:ext>
                  </a:extLst>
                </a:gridCol>
                <a:gridCol w="388192">
                  <a:extLst>
                    <a:ext uri="{9D8B030D-6E8A-4147-A177-3AD203B41FA5}">
                      <a16:colId xmlns:a16="http://schemas.microsoft.com/office/drawing/2014/main" val="20005"/>
                    </a:ext>
                  </a:extLst>
                </a:gridCol>
                <a:gridCol w="388192">
                  <a:extLst>
                    <a:ext uri="{9D8B030D-6E8A-4147-A177-3AD203B41FA5}">
                      <a16:colId xmlns:a16="http://schemas.microsoft.com/office/drawing/2014/main" val="20006"/>
                    </a:ext>
                  </a:extLst>
                </a:gridCol>
                <a:gridCol w="386871">
                  <a:extLst>
                    <a:ext uri="{9D8B030D-6E8A-4147-A177-3AD203B41FA5}">
                      <a16:colId xmlns:a16="http://schemas.microsoft.com/office/drawing/2014/main" val="20007"/>
                    </a:ext>
                  </a:extLst>
                </a:gridCol>
              </a:tblGrid>
              <a:tr h="563033">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 name="Table 2">
            <a:extLst>
              <a:ext uri="{FF2B5EF4-FFF2-40B4-BE49-F238E27FC236}">
                <a16:creationId xmlns:a16="http://schemas.microsoft.com/office/drawing/2014/main" id="{3D06D709-0920-4F30-9200-47C9DA25E7BB}"/>
              </a:ext>
            </a:extLst>
          </p:cNvPr>
          <p:cNvGraphicFramePr>
            <a:graphicFrameLocks noGrp="1"/>
          </p:cNvGraphicFramePr>
          <p:nvPr/>
        </p:nvGraphicFramePr>
        <p:xfrm>
          <a:off x="3299223" y="3627967"/>
          <a:ext cx="3101577" cy="563033"/>
        </p:xfrm>
        <a:graphic>
          <a:graphicData uri="http://schemas.openxmlformats.org/drawingml/2006/table">
            <a:tbl>
              <a:tblPr/>
              <a:tblGrid>
                <a:gridCol w="388192">
                  <a:extLst>
                    <a:ext uri="{9D8B030D-6E8A-4147-A177-3AD203B41FA5}">
                      <a16:colId xmlns:a16="http://schemas.microsoft.com/office/drawing/2014/main" val="20000"/>
                    </a:ext>
                  </a:extLst>
                </a:gridCol>
                <a:gridCol w="386873">
                  <a:extLst>
                    <a:ext uri="{9D8B030D-6E8A-4147-A177-3AD203B41FA5}">
                      <a16:colId xmlns:a16="http://schemas.microsoft.com/office/drawing/2014/main" val="20001"/>
                    </a:ext>
                  </a:extLst>
                </a:gridCol>
                <a:gridCol w="388192">
                  <a:extLst>
                    <a:ext uri="{9D8B030D-6E8A-4147-A177-3AD203B41FA5}">
                      <a16:colId xmlns:a16="http://schemas.microsoft.com/office/drawing/2014/main" val="20002"/>
                    </a:ext>
                  </a:extLst>
                </a:gridCol>
                <a:gridCol w="388192">
                  <a:extLst>
                    <a:ext uri="{9D8B030D-6E8A-4147-A177-3AD203B41FA5}">
                      <a16:colId xmlns:a16="http://schemas.microsoft.com/office/drawing/2014/main" val="20003"/>
                    </a:ext>
                  </a:extLst>
                </a:gridCol>
                <a:gridCol w="386871">
                  <a:extLst>
                    <a:ext uri="{9D8B030D-6E8A-4147-A177-3AD203B41FA5}">
                      <a16:colId xmlns:a16="http://schemas.microsoft.com/office/drawing/2014/main" val="20004"/>
                    </a:ext>
                  </a:extLst>
                </a:gridCol>
                <a:gridCol w="388192">
                  <a:extLst>
                    <a:ext uri="{9D8B030D-6E8A-4147-A177-3AD203B41FA5}">
                      <a16:colId xmlns:a16="http://schemas.microsoft.com/office/drawing/2014/main" val="20005"/>
                    </a:ext>
                  </a:extLst>
                </a:gridCol>
                <a:gridCol w="388192">
                  <a:extLst>
                    <a:ext uri="{9D8B030D-6E8A-4147-A177-3AD203B41FA5}">
                      <a16:colId xmlns:a16="http://schemas.microsoft.com/office/drawing/2014/main" val="20006"/>
                    </a:ext>
                  </a:extLst>
                </a:gridCol>
                <a:gridCol w="386873">
                  <a:extLst>
                    <a:ext uri="{9D8B030D-6E8A-4147-A177-3AD203B41FA5}">
                      <a16:colId xmlns:a16="http://schemas.microsoft.com/office/drawing/2014/main" val="20007"/>
                    </a:ext>
                  </a:extLst>
                </a:gridCol>
              </a:tblGrid>
              <a:tr h="563033">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1"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Table 8">
            <a:extLst>
              <a:ext uri="{FF2B5EF4-FFF2-40B4-BE49-F238E27FC236}">
                <a16:creationId xmlns:a16="http://schemas.microsoft.com/office/drawing/2014/main" id="{584B16C6-E683-4C3A-9BB7-30ACBA04520B}"/>
              </a:ext>
            </a:extLst>
          </p:cNvPr>
          <p:cNvGraphicFramePr>
            <a:graphicFrameLocks noGrp="1"/>
          </p:cNvGraphicFramePr>
          <p:nvPr/>
        </p:nvGraphicFramePr>
        <p:xfrm>
          <a:off x="3299223" y="2057401"/>
          <a:ext cx="3101577" cy="563033"/>
        </p:xfrm>
        <a:graphic>
          <a:graphicData uri="http://schemas.openxmlformats.org/drawingml/2006/table">
            <a:tbl>
              <a:tblPr/>
              <a:tblGrid>
                <a:gridCol w="388192">
                  <a:extLst>
                    <a:ext uri="{9D8B030D-6E8A-4147-A177-3AD203B41FA5}">
                      <a16:colId xmlns:a16="http://schemas.microsoft.com/office/drawing/2014/main" val="20000"/>
                    </a:ext>
                  </a:extLst>
                </a:gridCol>
                <a:gridCol w="386873">
                  <a:extLst>
                    <a:ext uri="{9D8B030D-6E8A-4147-A177-3AD203B41FA5}">
                      <a16:colId xmlns:a16="http://schemas.microsoft.com/office/drawing/2014/main" val="20001"/>
                    </a:ext>
                  </a:extLst>
                </a:gridCol>
                <a:gridCol w="388192">
                  <a:extLst>
                    <a:ext uri="{9D8B030D-6E8A-4147-A177-3AD203B41FA5}">
                      <a16:colId xmlns:a16="http://schemas.microsoft.com/office/drawing/2014/main" val="20002"/>
                    </a:ext>
                  </a:extLst>
                </a:gridCol>
                <a:gridCol w="388192">
                  <a:extLst>
                    <a:ext uri="{9D8B030D-6E8A-4147-A177-3AD203B41FA5}">
                      <a16:colId xmlns:a16="http://schemas.microsoft.com/office/drawing/2014/main" val="20003"/>
                    </a:ext>
                  </a:extLst>
                </a:gridCol>
                <a:gridCol w="386871">
                  <a:extLst>
                    <a:ext uri="{9D8B030D-6E8A-4147-A177-3AD203B41FA5}">
                      <a16:colId xmlns:a16="http://schemas.microsoft.com/office/drawing/2014/main" val="20004"/>
                    </a:ext>
                  </a:extLst>
                </a:gridCol>
                <a:gridCol w="388192">
                  <a:extLst>
                    <a:ext uri="{9D8B030D-6E8A-4147-A177-3AD203B41FA5}">
                      <a16:colId xmlns:a16="http://schemas.microsoft.com/office/drawing/2014/main" val="20005"/>
                    </a:ext>
                  </a:extLst>
                </a:gridCol>
                <a:gridCol w="388192">
                  <a:extLst>
                    <a:ext uri="{9D8B030D-6E8A-4147-A177-3AD203B41FA5}">
                      <a16:colId xmlns:a16="http://schemas.microsoft.com/office/drawing/2014/main" val="20006"/>
                    </a:ext>
                  </a:extLst>
                </a:gridCol>
                <a:gridCol w="386873">
                  <a:extLst>
                    <a:ext uri="{9D8B030D-6E8A-4147-A177-3AD203B41FA5}">
                      <a16:colId xmlns:a16="http://schemas.microsoft.com/office/drawing/2014/main" val="20007"/>
                    </a:ext>
                  </a:extLst>
                </a:gridCol>
              </a:tblGrid>
              <a:tr h="563033">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1</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chemeClr val="accent1"/>
                        </a:buClr>
                        <a:buSzTx/>
                        <a:buFont typeface="Wingdings" pitchFamily="2" charset="2"/>
                        <a:buNone/>
                        <a:tabLst/>
                      </a:pPr>
                      <a:r>
                        <a:rPr kumimoji="0" lang="en-US" sz="2400" b="0" i="0" u="none" strike="noStrike" cap="none" normalizeH="0" baseline="0" dirty="0">
                          <a:ln>
                            <a:noFill/>
                          </a:ln>
                          <a:solidFill>
                            <a:schemeClr val="tx1"/>
                          </a:solidFill>
                          <a:effectLst/>
                          <a:latin typeface="Verdana" pitchFamily="34" charset="0"/>
                        </a:rPr>
                        <a:t>0</a:t>
                      </a: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7" name="Title 1">
            <a:extLst>
              <a:ext uri="{FF2B5EF4-FFF2-40B4-BE49-F238E27FC236}">
                <a16:creationId xmlns:a16="http://schemas.microsoft.com/office/drawing/2014/main" id="{17B5A757-E26B-4F67-9F7A-6D093D3514E2}"/>
              </a:ext>
            </a:extLst>
          </p:cNvPr>
          <p:cNvSpPr txBox="1">
            <a:spLocks/>
          </p:cNvSpPr>
          <p:nvPr/>
        </p:nvSpPr>
        <p:spPr>
          <a:xfrm>
            <a:off x="2095500" y="220135"/>
            <a:ext cx="80010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002060"/>
                </a:solidFill>
              </a:rPr>
              <a:t>BÀI TẬP 1</a:t>
            </a:r>
          </a:p>
        </p:txBody>
      </p:sp>
    </p:spTree>
    <p:extLst>
      <p:ext uri="{BB962C8B-B14F-4D97-AF65-F5344CB8AC3E}">
        <p14:creationId xmlns:p14="http://schemas.microsoft.com/office/powerpoint/2010/main" val="1143333653"/>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25829" y="392723"/>
            <a:ext cx="9108831"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CHUYỂN ĐỔI GIỮA CÁC HỆ ĐẾM</a:t>
            </a:r>
          </a:p>
        </p:txBody>
      </p:sp>
      <p:sp>
        <p:nvSpPr>
          <p:cNvPr id="7" name="Rectangle 2"/>
          <p:cNvSpPr>
            <a:spLocks noGrp="1" noChangeArrowheads="1"/>
          </p:cNvSpPr>
          <p:nvPr>
            <p:ph type="title"/>
          </p:nvPr>
        </p:nvSpPr>
        <p:spPr>
          <a:xfrm>
            <a:off x="1257340" y="1524000"/>
            <a:ext cx="7772400" cy="609600"/>
          </a:xfrm>
        </p:spPr>
        <p:txBody>
          <a:bodyPr/>
          <a:lstStyle/>
          <a:p>
            <a:pPr algn="l" eaLnBrk="1" hangingPunct="1"/>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b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10</a:t>
            </a:r>
          </a:p>
        </p:txBody>
      </p:sp>
      <p:sp>
        <p:nvSpPr>
          <p:cNvPr id="12" name="Rectangle 3"/>
          <p:cNvSpPr txBox="1">
            <a:spLocks noChangeArrowheads="1"/>
          </p:cNvSpPr>
          <p:nvPr/>
        </p:nvSpPr>
        <p:spPr bwMode="auto">
          <a:xfrm>
            <a:off x="1257340" y="2438400"/>
            <a:ext cx="9496519"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eaLnBrk="1" fontAlgn="base" hangingPunct="1">
              <a:spcBef>
                <a:spcPct val="20000"/>
              </a:spcBef>
              <a:spcAft>
                <a:spcPct val="0"/>
              </a:spcAft>
              <a:buSzPct val="100000"/>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SzPct val="100000"/>
              <a:buChar char="–"/>
              <a:defRPr sz="2800">
                <a:solidFill>
                  <a:schemeClr val="tx1"/>
                </a:solidFill>
                <a:latin typeface="+mn-lt"/>
              </a:defRPr>
            </a:lvl2pPr>
            <a:lvl3pPr marL="1143000" indent="-228600" algn="l" rtl="0" eaLnBrk="1" fontAlgn="base" hangingPunct="1">
              <a:spcBef>
                <a:spcPct val="20000"/>
              </a:spcBef>
              <a:spcAft>
                <a:spcPct val="0"/>
              </a:spcAft>
              <a:buSzPct val="100000"/>
              <a:buChar char="•"/>
              <a:defRPr sz="2400">
                <a:solidFill>
                  <a:schemeClr val="tx1"/>
                </a:solidFill>
                <a:latin typeface="+mn-lt"/>
              </a:defRPr>
            </a:lvl3pPr>
            <a:lvl4pPr marL="1600200" indent="-228600" algn="l" rtl="0" eaLnBrk="1" fontAlgn="base" hangingPunct="1">
              <a:spcBef>
                <a:spcPct val="20000"/>
              </a:spcBef>
              <a:spcAft>
                <a:spcPct val="0"/>
              </a:spcAft>
              <a:buSzPct val="100000"/>
              <a:buChar char="–"/>
              <a:defRPr sz="2000">
                <a:solidFill>
                  <a:schemeClr val="tx1"/>
                </a:solidFill>
                <a:latin typeface="+mn-lt"/>
              </a:defRPr>
            </a:lvl4pPr>
            <a:lvl5pPr marL="2057400" indent="-228600" algn="l" rtl="0" eaLnBrk="1" fontAlgn="base" hangingPunct="1">
              <a:spcBef>
                <a:spcPct val="20000"/>
              </a:spcBef>
              <a:spcAft>
                <a:spcPct val="0"/>
              </a:spcAft>
              <a:buSzPct val="100000"/>
              <a:buChar char="•"/>
              <a:defRPr sz="2000">
                <a:solidFill>
                  <a:schemeClr val="tx1"/>
                </a:solidFill>
                <a:latin typeface="+mn-lt"/>
              </a:defRPr>
            </a:lvl5pPr>
            <a:lvl6pPr marL="2514600" indent="-228600" algn="l" rtl="0" eaLnBrk="1" fontAlgn="base" hangingPunct="1">
              <a:spcBef>
                <a:spcPct val="20000"/>
              </a:spcBef>
              <a:spcAft>
                <a:spcPct val="0"/>
              </a:spcAft>
              <a:buSzPct val="100000"/>
              <a:buChar char="•"/>
              <a:defRPr sz="2000">
                <a:solidFill>
                  <a:schemeClr val="tx1"/>
                </a:solidFill>
                <a:latin typeface="+mn-lt"/>
              </a:defRPr>
            </a:lvl6pPr>
            <a:lvl7pPr marL="2971800" indent="-228600" algn="l" rtl="0" eaLnBrk="1" fontAlgn="base" hangingPunct="1">
              <a:spcBef>
                <a:spcPct val="20000"/>
              </a:spcBef>
              <a:spcAft>
                <a:spcPct val="0"/>
              </a:spcAft>
              <a:buSzPct val="100000"/>
              <a:buChar char="•"/>
              <a:defRPr sz="2000">
                <a:solidFill>
                  <a:schemeClr val="tx1"/>
                </a:solidFill>
                <a:latin typeface="+mn-lt"/>
              </a:defRPr>
            </a:lvl7pPr>
            <a:lvl8pPr marL="3429000" indent="-228600" algn="l" rtl="0" eaLnBrk="1" fontAlgn="base" hangingPunct="1">
              <a:spcBef>
                <a:spcPct val="20000"/>
              </a:spcBef>
              <a:spcAft>
                <a:spcPct val="0"/>
              </a:spcAft>
              <a:buSzPct val="100000"/>
              <a:buChar char="•"/>
              <a:defRPr sz="2000">
                <a:solidFill>
                  <a:schemeClr val="tx1"/>
                </a:solidFill>
                <a:latin typeface="+mn-lt"/>
              </a:defRPr>
            </a:lvl8pPr>
            <a:lvl9pPr marL="3886200" indent="-228600" algn="l" rtl="0" eaLnBrk="1" fontAlgn="base" hangingPunct="1">
              <a:spcBef>
                <a:spcPct val="20000"/>
              </a:spcBef>
              <a:spcAft>
                <a:spcPct val="0"/>
              </a:spcAft>
              <a:buSzPct val="100000"/>
              <a:buChar char="•"/>
              <a:defRPr sz="2000">
                <a:solidFill>
                  <a:schemeClr val="tx1"/>
                </a:solidFill>
                <a:latin typeface="+mn-lt"/>
              </a:defRPr>
            </a:lvl9pPr>
          </a:lstStyle>
          <a:p>
            <a:pPr marL="0" indent="0">
              <a:buNone/>
            </a:pPr>
            <a:r>
              <a:rPr lang="en-US" sz="2800" b="1" i="1" dirty="0" err="1">
                <a:latin typeface="Times New Roman" pitchFamily="18" charset="0"/>
                <a:sym typeface="Wingdings" pitchFamily="2" charset="2"/>
              </a:rPr>
              <a:t>Chuyển</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đổi</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từ</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hệ</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cơ</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số</a:t>
            </a:r>
            <a:r>
              <a:rPr lang="en-US" sz="2800" b="1" i="1" dirty="0">
                <a:latin typeface="Times New Roman" pitchFamily="18" charset="0"/>
                <a:sym typeface="Wingdings" pitchFamily="2" charset="2"/>
              </a:rPr>
              <a:t> b sang </a:t>
            </a:r>
            <a:r>
              <a:rPr lang="en-US" sz="2800" b="1" i="1" dirty="0" err="1">
                <a:latin typeface="Times New Roman" pitchFamily="18" charset="0"/>
                <a:sym typeface="Wingdings" pitchFamily="2" charset="2"/>
              </a:rPr>
              <a:t>hệ</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cơ</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số</a:t>
            </a:r>
            <a:r>
              <a:rPr lang="en-US" sz="2800" b="1" i="1" dirty="0">
                <a:latin typeface="Times New Roman" pitchFamily="18" charset="0"/>
                <a:sym typeface="Wingdings" pitchFamily="2" charset="2"/>
              </a:rPr>
              <a:t> 10 </a:t>
            </a:r>
            <a:r>
              <a:rPr lang="en-US" sz="2800" b="1" i="1" dirty="0" err="1">
                <a:latin typeface="Times New Roman" pitchFamily="18" charset="0"/>
                <a:sym typeface="Wingdings" pitchFamily="2" charset="2"/>
              </a:rPr>
              <a:t>sử</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dụng</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công</a:t>
            </a:r>
            <a:r>
              <a:rPr lang="en-US" sz="2800" b="1" i="1" dirty="0">
                <a:latin typeface="Times New Roman" pitchFamily="18" charset="0"/>
                <a:sym typeface="Wingdings" pitchFamily="2" charset="2"/>
              </a:rPr>
              <a:t> </a:t>
            </a:r>
            <a:r>
              <a:rPr lang="en-US" sz="2800" b="1" i="1" dirty="0" err="1">
                <a:latin typeface="Times New Roman" pitchFamily="18" charset="0"/>
                <a:sym typeface="Wingdings" pitchFamily="2" charset="2"/>
              </a:rPr>
              <a:t>thức</a:t>
            </a:r>
            <a:r>
              <a:rPr lang="en-US" sz="2800" b="1" i="1" dirty="0">
                <a:latin typeface="Times New Roman" pitchFamily="18" charset="0"/>
                <a:sym typeface="Wingdings" pitchFamily="2" charset="2"/>
              </a:rPr>
              <a:t>:</a:t>
            </a:r>
          </a:p>
          <a:p>
            <a:pPr algn="r">
              <a:buFont typeface="Wingdings" pitchFamily="2" charset="2"/>
              <a:buNone/>
            </a:pPr>
            <a:r>
              <a:rPr lang="en-US" sz="2800" b="1" dirty="0">
                <a:solidFill>
                  <a:srgbClr val="FFC000"/>
                </a:solidFill>
                <a:latin typeface="Times New Roman" pitchFamily="18" charset="0"/>
                <a:cs typeface="Tahoma" pitchFamily="34" charset="0"/>
              </a:rPr>
              <a:t>X = a</a:t>
            </a:r>
            <a:r>
              <a:rPr lang="en-US" sz="2800" b="1" baseline="-25000" dirty="0">
                <a:solidFill>
                  <a:srgbClr val="FFC000"/>
                </a:solidFill>
                <a:latin typeface="Times New Roman" pitchFamily="18" charset="0"/>
                <a:cs typeface="Tahoma" pitchFamily="34" charset="0"/>
              </a:rPr>
              <a:t>n</a:t>
            </a:r>
            <a:r>
              <a:rPr lang="en-US" sz="2800" b="1" dirty="0">
                <a:solidFill>
                  <a:srgbClr val="FFC000"/>
                </a:solidFill>
                <a:latin typeface="Times New Roman" pitchFamily="18" charset="0"/>
                <a:cs typeface="Tahoma" pitchFamily="34" charset="0"/>
              </a:rPr>
              <a:t> a</a:t>
            </a:r>
            <a:r>
              <a:rPr lang="en-US" sz="2800" b="1" baseline="-25000" dirty="0">
                <a:solidFill>
                  <a:srgbClr val="FFC000"/>
                </a:solidFill>
                <a:latin typeface="Times New Roman" pitchFamily="18" charset="0"/>
                <a:cs typeface="Tahoma" pitchFamily="34" charset="0"/>
              </a:rPr>
              <a:t>n-1</a:t>
            </a:r>
            <a:r>
              <a:rPr lang="en-US" sz="2800" b="1" dirty="0">
                <a:solidFill>
                  <a:srgbClr val="FFC000"/>
                </a:solidFill>
                <a:latin typeface="Times New Roman" pitchFamily="18" charset="0"/>
                <a:cs typeface="Tahoma" pitchFamily="34" charset="0"/>
              </a:rPr>
              <a:t> ... a</a:t>
            </a:r>
            <a:r>
              <a:rPr lang="en-US" sz="2800" b="1" baseline="-25000" dirty="0">
                <a:solidFill>
                  <a:srgbClr val="FFC000"/>
                </a:solidFill>
                <a:latin typeface="Times New Roman" pitchFamily="18" charset="0"/>
                <a:cs typeface="Tahoma" pitchFamily="34" charset="0"/>
              </a:rPr>
              <a:t>1</a:t>
            </a:r>
            <a:r>
              <a:rPr lang="en-US" sz="2800" b="1" dirty="0">
                <a:solidFill>
                  <a:srgbClr val="FFC000"/>
                </a:solidFill>
                <a:latin typeface="Times New Roman" pitchFamily="18" charset="0"/>
                <a:cs typeface="Tahoma" pitchFamily="34" charset="0"/>
              </a:rPr>
              <a:t> a</a:t>
            </a:r>
            <a:r>
              <a:rPr lang="en-US" sz="2800" b="1" baseline="-25000" dirty="0">
                <a:solidFill>
                  <a:srgbClr val="FFC000"/>
                </a:solidFill>
                <a:latin typeface="Times New Roman" pitchFamily="18" charset="0"/>
                <a:cs typeface="Tahoma" pitchFamily="34" charset="0"/>
              </a:rPr>
              <a:t>0</a:t>
            </a:r>
            <a:r>
              <a:rPr lang="en-US" sz="2800" b="1" dirty="0">
                <a:solidFill>
                  <a:srgbClr val="FFC000"/>
                </a:solidFill>
                <a:latin typeface="Times New Roman" pitchFamily="18" charset="0"/>
                <a:cs typeface="Tahoma" pitchFamily="34" charset="0"/>
              </a:rPr>
              <a:t> =   </a:t>
            </a:r>
            <a:r>
              <a:rPr lang="en-US" sz="2800" b="1" dirty="0" err="1">
                <a:solidFill>
                  <a:srgbClr val="FFC000"/>
                </a:solidFill>
                <a:latin typeface="Times New Roman" pitchFamily="18" charset="0"/>
                <a:cs typeface="Tahoma" pitchFamily="34" charset="0"/>
              </a:rPr>
              <a:t>a</a:t>
            </a:r>
            <a:r>
              <a:rPr lang="en-US" sz="2800" b="1" baseline="-25000" dirty="0" err="1">
                <a:solidFill>
                  <a:srgbClr val="FFC000"/>
                </a:solidFill>
                <a:latin typeface="Times New Roman" pitchFamily="18" charset="0"/>
                <a:cs typeface="Tahoma" pitchFamily="34" charset="0"/>
              </a:rPr>
              <a:t>n</a:t>
            </a:r>
            <a:r>
              <a:rPr lang="en-US" sz="2800" b="1" dirty="0" err="1">
                <a:solidFill>
                  <a:srgbClr val="FFC000"/>
                </a:solidFill>
                <a:latin typeface="Times New Roman" pitchFamily="18" charset="0"/>
                <a:cs typeface="Tahoma" pitchFamily="34" charset="0"/>
              </a:rPr>
              <a:t>b</a:t>
            </a:r>
            <a:r>
              <a:rPr lang="en-US" sz="2800" b="1" baseline="30000" dirty="0" err="1">
                <a:solidFill>
                  <a:srgbClr val="FFC000"/>
                </a:solidFill>
                <a:latin typeface="Times New Roman" pitchFamily="18" charset="0"/>
                <a:cs typeface="Tahoma" pitchFamily="34" charset="0"/>
              </a:rPr>
              <a:t>n</a:t>
            </a:r>
            <a:r>
              <a:rPr lang="en-US" sz="2800" b="1" dirty="0">
                <a:solidFill>
                  <a:srgbClr val="FFC000"/>
                </a:solidFill>
                <a:latin typeface="Times New Roman" pitchFamily="18" charset="0"/>
                <a:cs typeface="Tahoma" pitchFamily="34" charset="0"/>
              </a:rPr>
              <a:t> + a</a:t>
            </a:r>
            <a:r>
              <a:rPr lang="en-US" sz="2800" b="1" baseline="-25000" dirty="0">
                <a:solidFill>
                  <a:srgbClr val="FFC000"/>
                </a:solidFill>
                <a:latin typeface="Times New Roman" pitchFamily="18" charset="0"/>
                <a:cs typeface="Tahoma" pitchFamily="34" charset="0"/>
              </a:rPr>
              <a:t>n-1</a:t>
            </a:r>
            <a:r>
              <a:rPr lang="en-US" sz="2800" b="1" dirty="0">
                <a:solidFill>
                  <a:srgbClr val="FFC000"/>
                </a:solidFill>
                <a:latin typeface="Times New Roman" pitchFamily="18" charset="0"/>
                <a:cs typeface="Tahoma" pitchFamily="34" charset="0"/>
              </a:rPr>
              <a:t>b</a:t>
            </a:r>
            <a:r>
              <a:rPr lang="en-US" sz="2800" b="1" baseline="30000" dirty="0">
                <a:solidFill>
                  <a:srgbClr val="FFC000"/>
                </a:solidFill>
                <a:latin typeface="Times New Roman" pitchFamily="18" charset="0"/>
                <a:cs typeface="Tahoma" pitchFamily="34" charset="0"/>
              </a:rPr>
              <a:t>n-1</a:t>
            </a:r>
            <a:r>
              <a:rPr lang="en-US" sz="2800" b="1" dirty="0">
                <a:solidFill>
                  <a:srgbClr val="FFC000"/>
                </a:solidFill>
                <a:latin typeface="Times New Roman" pitchFamily="18" charset="0"/>
                <a:cs typeface="Tahoma" pitchFamily="34" charset="0"/>
              </a:rPr>
              <a:t> +... + a</a:t>
            </a:r>
            <a:r>
              <a:rPr lang="en-US" sz="2800" b="1" baseline="-25000" dirty="0">
                <a:solidFill>
                  <a:srgbClr val="FFC000"/>
                </a:solidFill>
                <a:latin typeface="Times New Roman" pitchFamily="18" charset="0"/>
                <a:cs typeface="Tahoma" pitchFamily="34" charset="0"/>
              </a:rPr>
              <a:t>1</a:t>
            </a:r>
            <a:r>
              <a:rPr lang="en-US" sz="2800" b="1" dirty="0">
                <a:solidFill>
                  <a:srgbClr val="FFC000"/>
                </a:solidFill>
                <a:latin typeface="Times New Roman" pitchFamily="18" charset="0"/>
                <a:cs typeface="Tahoma" pitchFamily="34" charset="0"/>
              </a:rPr>
              <a:t>b</a:t>
            </a:r>
            <a:r>
              <a:rPr lang="en-US" sz="2800" b="1" baseline="30000" dirty="0">
                <a:solidFill>
                  <a:srgbClr val="FFC000"/>
                </a:solidFill>
                <a:latin typeface="Times New Roman" pitchFamily="18" charset="0"/>
                <a:cs typeface="Tahoma" pitchFamily="34" charset="0"/>
              </a:rPr>
              <a:t>1</a:t>
            </a:r>
            <a:r>
              <a:rPr lang="en-US" sz="2800" b="1" dirty="0">
                <a:solidFill>
                  <a:srgbClr val="FFC000"/>
                </a:solidFill>
                <a:latin typeface="Times New Roman" pitchFamily="18" charset="0"/>
                <a:cs typeface="Tahoma" pitchFamily="34" charset="0"/>
              </a:rPr>
              <a:t> + a</a:t>
            </a:r>
            <a:r>
              <a:rPr lang="en-US" sz="2800" b="1" baseline="-25000" dirty="0">
                <a:solidFill>
                  <a:srgbClr val="FFC000"/>
                </a:solidFill>
                <a:latin typeface="Times New Roman" pitchFamily="18" charset="0"/>
                <a:cs typeface="Tahoma" pitchFamily="34" charset="0"/>
              </a:rPr>
              <a:t>0</a:t>
            </a:r>
            <a:r>
              <a:rPr lang="en-US" sz="2800" b="1" dirty="0">
                <a:solidFill>
                  <a:srgbClr val="FFC000"/>
                </a:solidFill>
                <a:latin typeface="Times New Roman" pitchFamily="18" charset="0"/>
                <a:cs typeface="Tahoma" pitchFamily="34" charset="0"/>
              </a:rPr>
              <a:t>b</a:t>
            </a:r>
            <a:r>
              <a:rPr lang="en-US" sz="2800" b="1" baseline="30000" dirty="0">
                <a:solidFill>
                  <a:srgbClr val="FFC000"/>
                </a:solidFill>
                <a:latin typeface="Times New Roman" pitchFamily="18" charset="0"/>
                <a:cs typeface="Tahoma" pitchFamily="34" charset="0"/>
              </a:rPr>
              <a:t>0</a:t>
            </a:r>
            <a:r>
              <a:rPr lang="en-US" sz="2800" b="1" dirty="0">
                <a:solidFill>
                  <a:srgbClr val="FFC000"/>
                </a:solidFill>
                <a:latin typeface="Times New Roman" pitchFamily="18" charset="0"/>
                <a:cs typeface="Tahoma" pitchFamily="34" charset="0"/>
              </a:rPr>
              <a:t> </a:t>
            </a:r>
            <a:endParaRPr lang="en-US" sz="2800" b="1" i="1" dirty="0">
              <a:solidFill>
                <a:srgbClr val="FFC000"/>
              </a:solidFill>
              <a:latin typeface="Times New Roman" pitchFamily="18" charset="0"/>
              <a:sym typeface="Wingdings" pitchFamily="2" charset="2"/>
            </a:endParaRPr>
          </a:p>
          <a:p>
            <a:pPr marL="0" indent="0">
              <a:buNone/>
            </a:pPr>
            <a:endParaRPr lang="en-US" sz="2800" b="1" dirty="0">
              <a:latin typeface="Times New Roman" pitchFamily="18" charset="0"/>
              <a:sym typeface="Wingdings" pitchFamily="2" charset="2"/>
            </a:endParaRPr>
          </a:p>
          <a:p>
            <a:pPr marL="0" indent="0">
              <a:buNone/>
            </a:pPr>
            <a:r>
              <a:rPr lang="en-US" sz="2800" b="1" dirty="0" err="1">
                <a:latin typeface="Times New Roman" pitchFamily="18" charset="0"/>
                <a:sym typeface="Wingdings" pitchFamily="2" charset="2"/>
              </a:rPr>
              <a:t>Ví</a:t>
            </a:r>
            <a:r>
              <a:rPr lang="en-US" sz="2800" b="1" dirty="0">
                <a:latin typeface="Times New Roman" pitchFamily="18" charset="0"/>
                <a:sym typeface="Wingdings" pitchFamily="2" charset="2"/>
              </a:rPr>
              <a:t> </a:t>
            </a:r>
            <a:r>
              <a:rPr lang="en-US" sz="2800" b="1" dirty="0" err="1">
                <a:latin typeface="Times New Roman" pitchFamily="18" charset="0"/>
                <a:sym typeface="Wingdings" pitchFamily="2" charset="2"/>
              </a:rPr>
              <a:t>dụ</a:t>
            </a:r>
            <a:r>
              <a:rPr lang="en-US" sz="2800" b="1" dirty="0">
                <a:latin typeface="Times New Roman" pitchFamily="18" charset="0"/>
                <a:sym typeface="Wingdings" pitchFamily="2" charset="2"/>
              </a:rPr>
              <a:t>:</a:t>
            </a:r>
          </a:p>
          <a:p>
            <a:pPr>
              <a:buFont typeface="Wingdings" pitchFamily="2" charset="2"/>
              <a:buNone/>
            </a:pPr>
            <a:r>
              <a:rPr lang="en-US" sz="2800" b="1" dirty="0">
                <a:latin typeface="Times New Roman" pitchFamily="18" charset="0"/>
                <a:sym typeface="Wingdings" pitchFamily="2" charset="2"/>
              </a:rPr>
              <a:t>    	X = 110</a:t>
            </a:r>
            <a:r>
              <a:rPr lang="en-US" sz="2800" b="1" baseline="-25000" dirty="0">
                <a:solidFill>
                  <a:srgbClr val="FF0066"/>
                </a:solidFill>
                <a:latin typeface="Times New Roman" pitchFamily="18" charset="0"/>
                <a:sym typeface="Wingdings" pitchFamily="2" charset="2"/>
              </a:rPr>
              <a:t>2 </a:t>
            </a:r>
            <a:r>
              <a:rPr lang="en-US" sz="2800" b="1" dirty="0">
                <a:latin typeface="Times New Roman" pitchFamily="18" charset="0"/>
                <a:sym typeface="Wingdings" pitchFamily="2" charset="2"/>
              </a:rPr>
              <a:t>= 1*2</a:t>
            </a:r>
            <a:r>
              <a:rPr lang="en-US" sz="2800" b="1" baseline="30000" dirty="0">
                <a:latin typeface="Times New Roman" pitchFamily="18" charset="0"/>
                <a:sym typeface="Wingdings" pitchFamily="2" charset="2"/>
              </a:rPr>
              <a:t>2</a:t>
            </a:r>
            <a:r>
              <a:rPr lang="en-US" sz="2800" b="1" dirty="0">
                <a:latin typeface="Times New Roman" pitchFamily="18" charset="0"/>
                <a:sym typeface="Wingdings" pitchFamily="2" charset="2"/>
              </a:rPr>
              <a:t> + 1*2</a:t>
            </a:r>
            <a:r>
              <a:rPr lang="en-US" sz="2800" b="1" baseline="30000" dirty="0">
                <a:latin typeface="Times New Roman" pitchFamily="18" charset="0"/>
                <a:sym typeface="Wingdings" pitchFamily="2" charset="2"/>
              </a:rPr>
              <a:t>1</a:t>
            </a:r>
            <a:r>
              <a:rPr lang="en-US" sz="2800" b="1" dirty="0">
                <a:latin typeface="Times New Roman" pitchFamily="18" charset="0"/>
                <a:sym typeface="Wingdings" pitchFamily="2" charset="2"/>
              </a:rPr>
              <a:t> + 0 = 6</a:t>
            </a:r>
            <a:r>
              <a:rPr lang="en-US" sz="2800" b="1" baseline="-25000" dirty="0">
                <a:solidFill>
                  <a:srgbClr val="FF0066"/>
                </a:solidFill>
                <a:latin typeface="Times New Roman" pitchFamily="18" charset="0"/>
                <a:sym typeface="Wingdings" pitchFamily="2" charset="2"/>
              </a:rPr>
              <a:t>10</a:t>
            </a:r>
            <a:endParaRPr lang="en-US" sz="2800" b="1" dirty="0">
              <a:latin typeface="Times New Roman" pitchFamily="18" charset="0"/>
              <a:sym typeface="Wingdings" pitchFamily="2" charset="2"/>
            </a:endParaRPr>
          </a:p>
          <a:p>
            <a:pPr>
              <a:buFont typeface="Wingdings" pitchFamily="2" charset="2"/>
              <a:buNone/>
            </a:pPr>
            <a:r>
              <a:rPr lang="en-US" sz="2800" b="1" dirty="0">
                <a:latin typeface="Times New Roman" pitchFamily="18" charset="0"/>
                <a:sym typeface="Wingdings" pitchFamily="2" charset="2"/>
              </a:rPr>
              <a:t>    	Y = 10A</a:t>
            </a:r>
            <a:r>
              <a:rPr lang="en-US" sz="2800" b="1" baseline="-25000" dirty="0">
                <a:solidFill>
                  <a:srgbClr val="FF0066"/>
                </a:solidFill>
                <a:latin typeface="Times New Roman" pitchFamily="18" charset="0"/>
                <a:sym typeface="Wingdings" pitchFamily="2" charset="2"/>
              </a:rPr>
              <a:t>16</a:t>
            </a:r>
            <a:r>
              <a:rPr lang="en-US" sz="2800" b="1" dirty="0">
                <a:latin typeface="Times New Roman" pitchFamily="18" charset="0"/>
                <a:sym typeface="Wingdings" pitchFamily="2" charset="2"/>
              </a:rPr>
              <a:t> = 1*16</a:t>
            </a:r>
            <a:r>
              <a:rPr lang="en-US" sz="2800" b="1" baseline="30000" dirty="0">
                <a:latin typeface="Times New Roman" pitchFamily="18" charset="0"/>
                <a:sym typeface="Wingdings" pitchFamily="2" charset="2"/>
              </a:rPr>
              <a:t>2</a:t>
            </a:r>
            <a:r>
              <a:rPr lang="en-US" sz="2800" b="1" dirty="0">
                <a:latin typeface="Times New Roman" pitchFamily="18" charset="0"/>
                <a:sym typeface="Wingdings" pitchFamily="2" charset="2"/>
              </a:rPr>
              <a:t> + 0*16</a:t>
            </a:r>
            <a:r>
              <a:rPr lang="en-US" sz="2800" b="1" baseline="30000" dirty="0">
                <a:latin typeface="Times New Roman" pitchFamily="18" charset="0"/>
                <a:sym typeface="Wingdings" pitchFamily="2" charset="2"/>
              </a:rPr>
              <a:t>1</a:t>
            </a:r>
            <a:r>
              <a:rPr lang="en-US" sz="2800" b="1" dirty="0">
                <a:latin typeface="Times New Roman" pitchFamily="18" charset="0"/>
                <a:sym typeface="Wingdings" pitchFamily="2" charset="2"/>
              </a:rPr>
              <a:t> + 10*16</a:t>
            </a:r>
            <a:r>
              <a:rPr lang="en-US" sz="2800" b="1" baseline="30000" dirty="0">
                <a:latin typeface="Times New Roman" pitchFamily="18" charset="0"/>
                <a:sym typeface="Wingdings" pitchFamily="2" charset="2"/>
              </a:rPr>
              <a:t>0 </a:t>
            </a:r>
            <a:r>
              <a:rPr lang="en-US" sz="2800" b="1" dirty="0">
                <a:latin typeface="Times New Roman" pitchFamily="18" charset="0"/>
                <a:sym typeface="Wingdings" pitchFamily="2" charset="2"/>
              </a:rPr>
              <a:t>=266</a:t>
            </a:r>
            <a:r>
              <a:rPr lang="en-US" sz="2800" b="1" baseline="-25000" dirty="0">
                <a:solidFill>
                  <a:srgbClr val="FF0066"/>
                </a:solidFill>
                <a:latin typeface="Times New Roman" pitchFamily="18" charset="0"/>
                <a:sym typeface="Wingdings" pitchFamily="2" charset="2"/>
              </a:rPr>
              <a:t>10</a:t>
            </a:r>
            <a:endParaRPr lang="en-US" sz="2800" b="1" dirty="0">
              <a:latin typeface="Times New Roman" pitchFamily="18" charset="0"/>
            </a:endParaRPr>
          </a:p>
        </p:txBody>
      </p:sp>
    </p:spTree>
    <p:extLst>
      <p:ext uri="{BB962C8B-B14F-4D97-AF65-F5344CB8AC3E}">
        <p14:creationId xmlns:p14="http://schemas.microsoft.com/office/powerpoint/2010/main" val="42664956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171700" y="213575"/>
            <a:ext cx="9059008"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CHUYỂN ĐỔI GIỮA CÁC HỆ ĐẾM</a:t>
            </a:r>
          </a:p>
        </p:txBody>
      </p:sp>
      <p:sp>
        <p:nvSpPr>
          <p:cNvPr id="7" name="Rectangle 2"/>
          <p:cNvSpPr>
            <a:spLocks noGrp="1" noChangeArrowheads="1"/>
          </p:cNvSpPr>
          <p:nvPr>
            <p:ph type="title"/>
          </p:nvPr>
        </p:nvSpPr>
        <p:spPr>
          <a:xfrm>
            <a:off x="1411887" y="1356575"/>
            <a:ext cx="9059008" cy="609600"/>
          </a:xfrm>
        </p:spPr>
        <p:txBody>
          <a:bodyPr/>
          <a:lstStyle/>
          <a:p>
            <a:pPr algn="l" eaLnBrk="1" hangingPunct="1"/>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2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8 và </a:t>
            </a:r>
            <a:r>
              <a:rPr lang="en-US" sz="4000" dirty="0" err="1">
                <a:solidFill>
                  <a:srgbClr val="FF0000"/>
                </a:solidFill>
                <a:latin typeface="Times New Roman" pitchFamily="18" charset="0"/>
              </a:rPr>
              <a:t>ngược</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lại</a:t>
            </a:r>
            <a:r>
              <a:rPr lang="en-US" sz="4000" dirty="0">
                <a:solidFill>
                  <a:srgbClr val="FF0000"/>
                </a:solidFill>
                <a:latin typeface="Times New Roman" pitchFamily="18" charset="0"/>
              </a:rPr>
              <a:t>:</a:t>
            </a:r>
          </a:p>
        </p:txBody>
      </p:sp>
      <p:sp>
        <p:nvSpPr>
          <p:cNvPr id="5" name="Text Box 5"/>
          <p:cNvSpPr txBox="1">
            <a:spLocks noChangeArrowheads="1"/>
          </p:cNvSpPr>
          <p:nvPr/>
        </p:nvSpPr>
        <p:spPr bwMode="auto">
          <a:xfrm>
            <a:off x="668215" y="2133600"/>
            <a:ext cx="11193227"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903288" lvl="2" indent="-457200" algn="just">
              <a:buFont typeface="Wingdings" panose="05000000000000000000" pitchFamily="2" charset="2"/>
              <a:buChar char="v"/>
            </a:pPr>
            <a:r>
              <a:rPr lang="en-US" sz="2600" dirty="0" err="1"/>
              <a:t>Phép</a:t>
            </a:r>
            <a:r>
              <a:rPr lang="en-US" sz="2600" dirty="0"/>
              <a:t> </a:t>
            </a:r>
            <a:r>
              <a:rPr lang="en-US" sz="2600" dirty="0" err="1"/>
              <a:t>đổi</a:t>
            </a:r>
            <a:r>
              <a:rPr lang="en-US" sz="2600" dirty="0"/>
              <a:t> </a:t>
            </a:r>
            <a:r>
              <a:rPr lang="en-US" sz="2600" dirty="0" err="1"/>
              <a:t>từ</a:t>
            </a:r>
            <a:r>
              <a:rPr lang="en-US" sz="2600" dirty="0"/>
              <a:t> </a:t>
            </a:r>
            <a:r>
              <a:rPr lang="en-US" sz="2600" dirty="0" err="1"/>
              <a:t>bát</a:t>
            </a:r>
            <a:r>
              <a:rPr lang="en-US" sz="2600" dirty="0"/>
              <a:t> </a:t>
            </a:r>
            <a:r>
              <a:rPr lang="en-US" sz="2600" dirty="0" err="1"/>
              <a:t>phân</a:t>
            </a:r>
            <a:r>
              <a:rPr lang="en-US" sz="2600" dirty="0"/>
              <a:t> sang </a:t>
            </a:r>
            <a:r>
              <a:rPr lang="en-US" sz="2600" dirty="0" err="1"/>
              <a:t>nhị</a:t>
            </a:r>
            <a:r>
              <a:rPr lang="en-US" sz="2600" dirty="0"/>
              <a:t> </a:t>
            </a:r>
            <a:r>
              <a:rPr lang="en-US" sz="2600" dirty="0" err="1"/>
              <a:t>phân</a:t>
            </a:r>
            <a:r>
              <a:rPr lang="en-US" sz="2600" dirty="0"/>
              <a:t> (</a:t>
            </a:r>
            <a:r>
              <a:rPr lang="en-US" sz="2600" dirty="0" err="1"/>
              <a:t>hoặc</a:t>
            </a:r>
            <a:r>
              <a:rPr lang="en-US" sz="2600" dirty="0"/>
              <a:t> </a:t>
            </a:r>
            <a:r>
              <a:rPr lang="en-US" sz="2600" dirty="0" err="1"/>
              <a:t>ngược</a:t>
            </a:r>
            <a:r>
              <a:rPr lang="en-US" sz="2600" dirty="0"/>
              <a:t> </a:t>
            </a:r>
            <a:r>
              <a:rPr lang="en-US" sz="2600" dirty="0" err="1"/>
              <a:t>lại</a:t>
            </a:r>
            <a:r>
              <a:rPr lang="en-US" sz="2600" dirty="0"/>
              <a:t>) </a:t>
            </a:r>
            <a:r>
              <a:rPr lang="en-US" sz="2600" dirty="0" err="1"/>
              <a:t>đuợc</a:t>
            </a:r>
            <a:r>
              <a:rPr lang="en-US" sz="2600" dirty="0"/>
              <a:t> thực </a:t>
            </a:r>
            <a:r>
              <a:rPr lang="en-US" sz="2600" dirty="0" err="1"/>
              <a:t>hiện</a:t>
            </a:r>
            <a:r>
              <a:rPr lang="en-US" sz="2600" dirty="0"/>
              <a:t> </a:t>
            </a:r>
            <a:r>
              <a:rPr lang="en-US" sz="2600" dirty="0" err="1"/>
              <a:t>bằng</a:t>
            </a:r>
            <a:r>
              <a:rPr lang="en-US" sz="2600" dirty="0"/>
              <a:t> cách </a:t>
            </a:r>
            <a:r>
              <a:rPr lang="en-US" sz="2600" dirty="0" err="1"/>
              <a:t>đổi</a:t>
            </a:r>
            <a:r>
              <a:rPr lang="en-US" sz="2600" dirty="0"/>
              <a:t> </a:t>
            </a:r>
            <a:r>
              <a:rPr lang="en-US" sz="2600" dirty="0" err="1"/>
              <a:t>từng</a:t>
            </a:r>
            <a:r>
              <a:rPr lang="en-US" sz="2600" dirty="0"/>
              <a:t> </a:t>
            </a:r>
            <a:r>
              <a:rPr lang="en-US" sz="2600" dirty="0" err="1"/>
              <a:t>ký</a:t>
            </a:r>
            <a:r>
              <a:rPr lang="en-US" sz="2600" dirty="0"/>
              <a:t> </a:t>
            </a:r>
            <a:r>
              <a:rPr lang="en-US" sz="2600" dirty="0" err="1"/>
              <a:t>số</a:t>
            </a:r>
            <a:r>
              <a:rPr lang="en-US" sz="2600" dirty="0"/>
              <a:t> </a:t>
            </a:r>
            <a:r>
              <a:rPr lang="en-US" sz="2600" dirty="0" err="1"/>
              <a:t>bát</a:t>
            </a:r>
            <a:r>
              <a:rPr lang="en-US" sz="2600" dirty="0"/>
              <a:t> </a:t>
            </a:r>
            <a:r>
              <a:rPr lang="en-US" sz="2600" dirty="0" err="1"/>
              <a:t>phân</a:t>
            </a:r>
            <a:r>
              <a:rPr lang="en-US" sz="2600" dirty="0"/>
              <a:t> sang </a:t>
            </a:r>
            <a:r>
              <a:rPr lang="en-US" sz="2600" dirty="0" err="1"/>
              <a:t>số</a:t>
            </a:r>
            <a:r>
              <a:rPr lang="en-US" sz="2600" dirty="0"/>
              <a:t> </a:t>
            </a:r>
            <a:r>
              <a:rPr lang="en-US" sz="2600" dirty="0" err="1"/>
              <a:t>nhị</a:t>
            </a:r>
            <a:r>
              <a:rPr lang="en-US" sz="2600" dirty="0"/>
              <a:t> </a:t>
            </a:r>
            <a:r>
              <a:rPr lang="en-US" sz="2600" dirty="0" err="1"/>
              <a:t>phân</a:t>
            </a:r>
            <a:r>
              <a:rPr lang="en-US" sz="2600" dirty="0"/>
              <a:t> 3 bit </a:t>
            </a:r>
            <a:r>
              <a:rPr lang="en-US" sz="2600" dirty="0" err="1"/>
              <a:t>tương</a:t>
            </a:r>
            <a:r>
              <a:rPr lang="en-US" sz="2600" dirty="0"/>
              <a:t> </a:t>
            </a:r>
            <a:r>
              <a:rPr lang="en-US" sz="2600" dirty="0" err="1"/>
              <a:t>đương</a:t>
            </a:r>
            <a:r>
              <a:rPr lang="en-US" sz="2600" dirty="0"/>
              <a:t>. </a:t>
            </a:r>
            <a:r>
              <a:rPr lang="en-US" sz="2600" dirty="0" err="1"/>
              <a:t>Tám</a:t>
            </a:r>
            <a:r>
              <a:rPr lang="en-US" sz="2600" dirty="0"/>
              <a:t> </a:t>
            </a:r>
            <a:r>
              <a:rPr lang="en-US" sz="2600" dirty="0" err="1"/>
              <a:t>ký</a:t>
            </a:r>
            <a:r>
              <a:rPr lang="en-US" sz="2600" dirty="0"/>
              <a:t> </a:t>
            </a:r>
            <a:r>
              <a:rPr lang="en-US" sz="2600" dirty="0" err="1"/>
              <a:t>số</a:t>
            </a:r>
            <a:r>
              <a:rPr lang="en-US" sz="2600" dirty="0"/>
              <a:t> </a:t>
            </a:r>
            <a:r>
              <a:rPr lang="en-US" sz="2600" dirty="0" err="1"/>
              <a:t>bát</a:t>
            </a:r>
            <a:r>
              <a:rPr lang="en-US" sz="2600" dirty="0"/>
              <a:t> </a:t>
            </a:r>
            <a:r>
              <a:rPr lang="en-US" sz="2600" dirty="0" err="1"/>
              <a:t>phân</a:t>
            </a:r>
            <a:r>
              <a:rPr lang="en-US" sz="2600" dirty="0"/>
              <a:t> </a:t>
            </a:r>
            <a:r>
              <a:rPr lang="en-US" sz="2600" dirty="0" err="1"/>
              <a:t>được</a:t>
            </a:r>
            <a:r>
              <a:rPr lang="en-US" sz="2600" dirty="0"/>
              <a:t> </a:t>
            </a:r>
            <a:r>
              <a:rPr lang="en-US" sz="2600" dirty="0" err="1"/>
              <a:t>đổi</a:t>
            </a:r>
            <a:r>
              <a:rPr lang="en-US" sz="2600" dirty="0"/>
              <a:t> </a:t>
            </a:r>
            <a:r>
              <a:rPr lang="en-US" sz="2600" dirty="0" err="1"/>
              <a:t>như</a:t>
            </a:r>
            <a:r>
              <a:rPr lang="en-US" sz="2600" dirty="0"/>
              <a:t> </a:t>
            </a:r>
            <a:r>
              <a:rPr lang="en-US" sz="2600" dirty="0" err="1"/>
              <a:t>bảng</a:t>
            </a:r>
            <a:r>
              <a:rPr lang="en-US" sz="2600" dirty="0"/>
              <a:t> </a:t>
            </a:r>
            <a:r>
              <a:rPr lang="en-US" sz="2600" dirty="0" err="1"/>
              <a:t>sau</a:t>
            </a:r>
            <a:r>
              <a:rPr lang="en-US" sz="2600" dirty="0"/>
              <a:t> </a:t>
            </a:r>
            <a:r>
              <a:rPr lang="en-US" sz="2600" dirty="0" err="1"/>
              <a:t>đây</a:t>
            </a:r>
            <a:r>
              <a:rPr lang="en-US" sz="2600" dirty="0"/>
              <a:t>:</a:t>
            </a:r>
          </a:p>
        </p:txBody>
      </p:sp>
      <p:graphicFrame>
        <p:nvGraphicFramePr>
          <p:cNvPr id="2" name="Group 42">
            <a:extLst>
              <a:ext uri="{FF2B5EF4-FFF2-40B4-BE49-F238E27FC236}">
                <a16:creationId xmlns:a16="http://schemas.microsoft.com/office/drawing/2014/main" id="{1F68D739-901A-CE9E-8DE1-9E7C87BE6A8E}"/>
              </a:ext>
            </a:extLst>
          </p:cNvPr>
          <p:cNvGraphicFramePr>
            <a:graphicFrameLocks/>
          </p:cNvGraphicFramePr>
          <p:nvPr>
            <p:extLst>
              <p:ext uri="{D42A27DB-BD31-4B8C-83A1-F6EECF244321}">
                <p14:modId xmlns:p14="http://schemas.microsoft.com/office/powerpoint/2010/main" val="2089395934"/>
              </p:ext>
            </p:extLst>
          </p:nvPr>
        </p:nvGraphicFramePr>
        <p:xfrm>
          <a:off x="1886998" y="3634808"/>
          <a:ext cx="8839615" cy="2514036"/>
        </p:xfrm>
        <a:graphic>
          <a:graphicData uri="http://schemas.openxmlformats.org/drawingml/2006/table">
            <a:tbl>
              <a:tblPr/>
              <a:tblGrid>
                <a:gridCol w="1281461">
                  <a:extLst>
                    <a:ext uri="{9D8B030D-6E8A-4147-A177-3AD203B41FA5}">
                      <a16:colId xmlns:a16="http://schemas.microsoft.com/office/drawing/2014/main" val="20000"/>
                    </a:ext>
                  </a:extLst>
                </a:gridCol>
                <a:gridCol w="681803">
                  <a:extLst>
                    <a:ext uri="{9D8B030D-6E8A-4147-A177-3AD203B41FA5}">
                      <a16:colId xmlns:a16="http://schemas.microsoft.com/office/drawing/2014/main" val="20001"/>
                    </a:ext>
                  </a:extLst>
                </a:gridCol>
                <a:gridCol w="983275">
                  <a:extLst>
                    <a:ext uri="{9D8B030D-6E8A-4147-A177-3AD203B41FA5}">
                      <a16:colId xmlns:a16="http://schemas.microsoft.com/office/drawing/2014/main" val="20002"/>
                    </a:ext>
                  </a:extLst>
                </a:gridCol>
                <a:gridCol w="983275">
                  <a:extLst>
                    <a:ext uri="{9D8B030D-6E8A-4147-A177-3AD203B41FA5}">
                      <a16:colId xmlns:a16="http://schemas.microsoft.com/office/drawing/2014/main" val="20003"/>
                    </a:ext>
                  </a:extLst>
                </a:gridCol>
                <a:gridCol w="979988">
                  <a:extLst>
                    <a:ext uri="{9D8B030D-6E8A-4147-A177-3AD203B41FA5}">
                      <a16:colId xmlns:a16="http://schemas.microsoft.com/office/drawing/2014/main" val="20004"/>
                    </a:ext>
                  </a:extLst>
                </a:gridCol>
                <a:gridCol w="983275">
                  <a:extLst>
                    <a:ext uri="{9D8B030D-6E8A-4147-A177-3AD203B41FA5}">
                      <a16:colId xmlns:a16="http://schemas.microsoft.com/office/drawing/2014/main" val="20005"/>
                    </a:ext>
                  </a:extLst>
                </a:gridCol>
                <a:gridCol w="983275">
                  <a:extLst>
                    <a:ext uri="{9D8B030D-6E8A-4147-A177-3AD203B41FA5}">
                      <a16:colId xmlns:a16="http://schemas.microsoft.com/office/drawing/2014/main" val="20006"/>
                    </a:ext>
                  </a:extLst>
                </a:gridCol>
                <a:gridCol w="979988">
                  <a:extLst>
                    <a:ext uri="{9D8B030D-6E8A-4147-A177-3AD203B41FA5}">
                      <a16:colId xmlns:a16="http://schemas.microsoft.com/office/drawing/2014/main" val="20007"/>
                    </a:ext>
                  </a:extLst>
                </a:gridCol>
                <a:gridCol w="983275">
                  <a:extLst>
                    <a:ext uri="{9D8B030D-6E8A-4147-A177-3AD203B41FA5}">
                      <a16:colId xmlns:a16="http://schemas.microsoft.com/office/drawing/2014/main" val="20008"/>
                    </a:ext>
                  </a:extLst>
                </a:gridCol>
              </a:tblGrid>
              <a:tr h="914195">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err="1">
                          <a:ln>
                            <a:noFill/>
                          </a:ln>
                          <a:solidFill>
                            <a:schemeClr val="tx1"/>
                          </a:solidFill>
                          <a:effectLst/>
                          <a:latin typeface="Verdana" pitchFamily="34" charset="0"/>
                        </a:rPr>
                        <a:t>Ký</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số</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bát</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phân</a:t>
                      </a:r>
                      <a:endParaRPr kumimoji="0" lang="en-US" sz="1800" b="0" i="0" u="none" strike="noStrike" cap="none" normalizeH="0" baseline="0" dirty="0">
                        <a:ln>
                          <a:noFill/>
                        </a:ln>
                        <a:solidFill>
                          <a:schemeClr val="tx1"/>
                        </a:solidFill>
                        <a:effectLst/>
                        <a:latin typeface="Verdana"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99841">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err="1">
                          <a:ln>
                            <a:noFill/>
                          </a:ln>
                          <a:solidFill>
                            <a:schemeClr val="tx1"/>
                          </a:solidFill>
                          <a:effectLst/>
                          <a:latin typeface="Verdana" pitchFamily="34" charset="0"/>
                        </a:rPr>
                        <a:t>Số</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nhị</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phân</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tương</a:t>
                      </a:r>
                      <a:r>
                        <a:rPr kumimoji="0" lang="en-US" sz="1800" b="0" i="0" u="none" strike="noStrike" cap="none" normalizeH="0" baseline="0" dirty="0">
                          <a:ln>
                            <a:noFill/>
                          </a:ln>
                          <a:solidFill>
                            <a:schemeClr val="tx1"/>
                          </a:solidFill>
                          <a:effectLst/>
                          <a:latin typeface="Verdana" pitchFamily="34" charset="0"/>
                        </a:rPr>
                        <a:t> </a:t>
                      </a:r>
                      <a:r>
                        <a:rPr kumimoji="0" lang="en-US" sz="1800" b="0" i="0" u="none" strike="noStrike" cap="none" normalizeH="0" baseline="0" dirty="0" err="1">
                          <a:ln>
                            <a:noFill/>
                          </a:ln>
                          <a:solidFill>
                            <a:schemeClr val="tx1"/>
                          </a:solidFill>
                          <a:effectLst/>
                          <a:latin typeface="Verdana" pitchFamily="34" charset="0"/>
                        </a:rPr>
                        <a:t>đương</a:t>
                      </a:r>
                      <a:endParaRPr kumimoji="0" lang="en-US" sz="1800" b="0" i="0" u="none" strike="noStrike" cap="none" normalizeH="0" baseline="0" dirty="0">
                        <a:ln>
                          <a:noFill/>
                        </a:ln>
                        <a:solidFill>
                          <a:schemeClr val="tx1"/>
                        </a:solidFill>
                        <a:effectLst/>
                        <a:latin typeface="Verdana" pitchFamily="34"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97868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B0F32-B843-DFFC-90AE-D17880C808C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C2B0E49-7A77-F584-22A9-06A679EF8609}"/>
              </a:ext>
            </a:extLst>
          </p:cNvPr>
          <p:cNvSpPr txBox="1">
            <a:spLocks/>
          </p:cNvSpPr>
          <p:nvPr/>
        </p:nvSpPr>
        <p:spPr>
          <a:xfrm>
            <a:off x="2171700" y="213575"/>
            <a:ext cx="9059008"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C00000"/>
                </a:solidFill>
              </a:rPr>
              <a:t>CHUYỂN ĐỔI GIỮA CÁC HỆ ĐẾM</a:t>
            </a:r>
          </a:p>
        </p:txBody>
      </p:sp>
      <p:sp>
        <p:nvSpPr>
          <p:cNvPr id="7" name="Rectangle 2">
            <a:extLst>
              <a:ext uri="{FF2B5EF4-FFF2-40B4-BE49-F238E27FC236}">
                <a16:creationId xmlns:a16="http://schemas.microsoft.com/office/drawing/2014/main" id="{13050FD7-FF0B-2C5F-9BF0-11D3498EFF60}"/>
              </a:ext>
            </a:extLst>
          </p:cNvPr>
          <p:cNvSpPr>
            <a:spLocks noGrp="1" noChangeArrowheads="1"/>
          </p:cNvSpPr>
          <p:nvPr>
            <p:ph type="title"/>
          </p:nvPr>
        </p:nvSpPr>
        <p:spPr>
          <a:xfrm>
            <a:off x="1411886" y="1356575"/>
            <a:ext cx="8880975" cy="609600"/>
          </a:xfrm>
        </p:spPr>
        <p:txBody>
          <a:bodyPr/>
          <a:lstStyle/>
          <a:p>
            <a:pPr algn="l" eaLnBrk="1" hangingPunct="1"/>
            <a:r>
              <a:rPr lang="en-US" sz="4000" dirty="0" err="1">
                <a:solidFill>
                  <a:srgbClr val="FF0000"/>
                </a:solidFill>
                <a:latin typeface="Times New Roman" pitchFamily="18" charset="0"/>
              </a:rPr>
              <a:t>Chuyển</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số</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từ</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2 </a:t>
            </a:r>
            <a:r>
              <a:rPr lang="en-US" sz="4000" dirty="0">
                <a:solidFill>
                  <a:srgbClr val="FF0000"/>
                </a:solidFill>
                <a:latin typeface="Times New Roman" pitchFamily="18" charset="0"/>
                <a:sym typeface="Wingdings" panose="05000000000000000000" pitchFamily="2" charset="2"/>
              </a:rPr>
              <a:t></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hệ</a:t>
            </a:r>
            <a:r>
              <a:rPr lang="en-US" sz="4000" dirty="0">
                <a:solidFill>
                  <a:srgbClr val="FF0000"/>
                </a:solidFill>
                <a:latin typeface="Times New Roman" pitchFamily="18" charset="0"/>
              </a:rPr>
              <a:t> 16 và </a:t>
            </a:r>
            <a:r>
              <a:rPr lang="en-US" sz="4000" dirty="0" err="1">
                <a:solidFill>
                  <a:srgbClr val="FF0000"/>
                </a:solidFill>
                <a:latin typeface="Times New Roman" pitchFamily="18" charset="0"/>
              </a:rPr>
              <a:t>ngược</a:t>
            </a:r>
            <a:r>
              <a:rPr lang="en-US" sz="4000" dirty="0">
                <a:solidFill>
                  <a:srgbClr val="FF0000"/>
                </a:solidFill>
                <a:latin typeface="Times New Roman" pitchFamily="18" charset="0"/>
              </a:rPr>
              <a:t> </a:t>
            </a:r>
            <a:r>
              <a:rPr lang="en-US" sz="4000" dirty="0" err="1">
                <a:solidFill>
                  <a:srgbClr val="FF0000"/>
                </a:solidFill>
                <a:latin typeface="Times New Roman" pitchFamily="18" charset="0"/>
              </a:rPr>
              <a:t>lại</a:t>
            </a:r>
            <a:r>
              <a:rPr lang="en-US" sz="4000" dirty="0">
                <a:solidFill>
                  <a:srgbClr val="FF0000"/>
                </a:solidFill>
                <a:latin typeface="Times New Roman" pitchFamily="18" charset="0"/>
              </a:rPr>
              <a:t>: </a:t>
            </a:r>
          </a:p>
        </p:txBody>
      </p:sp>
      <p:sp>
        <p:nvSpPr>
          <p:cNvPr id="2" name="Text Box 5">
            <a:extLst>
              <a:ext uri="{FF2B5EF4-FFF2-40B4-BE49-F238E27FC236}">
                <a16:creationId xmlns:a16="http://schemas.microsoft.com/office/drawing/2014/main" id="{3B85A6ED-7B05-D9C0-552B-66B9813A3CF2}"/>
              </a:ext>
            </a:extLst>
          </p:cNvPr>
          <p:cNvSpPr txBox="1">
            <a:spLocks noChangeArrowheads="1"/>
          </p:cNvSpPr>
          <p:nvPr/>
        </p:nvSpPr>
        <p:spPr bwMode="auto">
          <a:xfrm>
            <a:off x="668215" y="2133600"/>
            <a:ext cx="11193227"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903288" lvl="2" indent="-457200" algn="just">
              <a:buFont typeface="Wingdings" panose="05000000000000000000" pitchFamily="2" charset="2"/>
              <a:buChar char="v"/>
            </a:pPr>
            <a:r>
              <a:rPr lang="en-US" sz="2600" dirty="0" err="1"/>
              <a:t>Phép</a:t>
            </a:r>
            <a:r>
              <a:rPr lang="en-US" sz="2600" dirty="0"/>
              <a:t> </a:t>
            </a:r>
            <a:r>
              <a:rPr lang="en-US" sz="2600" dirty="0" err="1"/>
              <a:t>đổi</a:t>
            </a:r>
            <a:r>
              <a:rPr lang="en-US" sz="2600" dirty="0"/>
              <a:t> </a:t>
            </a:r>
            <a:r>
              <a:rPr lang="en-US" sz="2600" dirty="0" err="1"/>
              <a:t>từ</a:t>
            </a:r>
            <a:r>
              <a:rPr lang="en-US" sz="2600" dirty="0"/>
              <a:t> </a:t>
            </a:r>
            <a:r>
              <a:rPr lang="en-US" sz="2600" dirty="0" err="1"/>
              <a:t>thập</a:t>
            </a:r>
            <a:r>
              <a:rPr lang="en-US" sz="2600" dirty="0"/>
              <a:t> </a:t>
            </a:r>
            <a:r>
              <a:rPr lang="en-US" sz="2600" dirty="0" err="1"/>
              <a:t>lục</a:t>
            </a:r>
            <a:r>
              <a:rPr lang="en-US" sz="2600" dirty="0"/>
              <a:t> </a:t>
            </a:r>
            <a:r>
              <a:rPr lang="en-US" sz="2600" dirty="0" err="1"/>
              <a:t>phân</a:t>
            </a:r>
            <a:r>
              <a:rPr lang="en-US" sz="2600" dirty="0"/>
              <a:t> sang </a:t>
            </a:r>
            <a:r>
              <a:rPr lang="en-US" sz="2600" dirty="0" err="1"/>
              <a:t>nhị</a:t>
            </a:r>
            <a:r>
              <a:rPr lang="en-US" sz="2600" dirty="0"/>
              <a:t> </a:t>
            </a:r>
            <a:r>
              <a:rPr lang="en-US" sz="2600" dirty="0" err="1"/>
              <a:t>phân</a:t>
            </a:r>
            <a:r>
              <a:rPr lang="en-US" sz="2600" dirty="0"/>
              <a:t> (</a:t>
            </a:r>
            <a:r>
              <a:rPr lang="en-US" sz="2600" dirty="0" err="1"/>
              <a:t>hoặc</a:t>
            </a:r>
            <a:r>
              <a:rPr lang="en-US" sz="2600" dirty="0"/>
              <a:t> </a:t>
            </a:r>
            <a:r>
              <a:rPr lang="en-US" sz="2600" dirty="0" err="1"/>
              <a:t>ngược</a:t>
            </a:r>
            <a:r>
              <a:rPr lang="en-US" sz="2600" dirty="0"/>
              <a:t> </a:t>
            </a:r>
            <a:r>
              <a:rPr lang="en-US" sz="2600" dirty="0" err="1"/>
              <a:t>lại</a:t>
            </a:r>
            <a:r>
              <a:rPr lang="en-US" sz="2600" dirty="0"/>
              <a:t>) </a:t>
            </a:r>
            <a:r>
              <a:rPr lang="en-US" sz="2600" dirty="0" err="1"/>
              <a:t>đuợc</a:t>
            </a:r>
            <a:r>
              <a:rPr lang="en-US" sz="2600" dirty="0"/>
              <a:t> thực </a:t>
            </a:r>
            <a:r>
              <a:rPr lang="en-US" sz="2600" dirty="0" err="1"/>
              <a:t>hiện</a:t>
            </a:r>
            <a:r>
              <a:rPr lang="en-US" sz="2600" dirty="0"/>
              <a:t> </a:t>
            </a:r>
            <a:r>
              <a:rPr lang="en-US" sz="2600" dirty="0" err="1"/>
              <a:t>bằng</a:t>
            </a:r>
            <a:r>
              <a:rPr lang="en-US" sz="2600" dirty="0"/>
              <a:t> cách </a:t>
            </a:r>
            <a:r>
              <a:rPr lang="en-US" sz="2600" dirty="0" err="1"/>
              <a:t>đổi</a:t>
            </a:r>
            <a:r>
              <a:rPr lang="en-US" sz="2600" dirty="0"/>
              <a:t> </a:t>
            </a:r>
            <a:r>
              <a:rPr lang="en-US" sz="2600" dirty="0" err="1"/>
              <a:t>từng</a:t>
            </a:r>
            <a:r>
              <a:rPr lang="en-US" sz="2600" dirty="0"/>
              <a:t> </a:t>
            </a:r>
            <a:r>
              <a:rPr lang="en-US" sz="2600" dirty="0" err="1"/>
              <a:t>ký</a:t>
            </a:r>
            <a:r>
              <a:rPr lang="en-US" sz="2600" dirty="0"/>
              <a:t> </a:t>
            </a:r>
            <a:r>
              <a:rPr lang="en-US" sz="2600" dirty="0" err="1"/>
              <a:t>số</a:t>
            </a:r>
            <a:r>
              <a:rPr lang="en-US" sz="2600" dirty="0"/>
              <a:t> </a:t>
            </a:r>
            <a:r>
              <a:rPr lang="en-US" sz="2600" dirty="0" err="1"/>
              <a:t>bát</a:t>
            </a:r>
            <a:r>
              <a:rPr lang="en-US" sz="2600" dirty="0"/>
              <a:t> </a:t>
            </a:r>
            <a:r>
              <a:rPr lang="en-US" sz="2600" dirty="0" err="1"/>
              <a:t>phân</a:t>
            </a:r>
            <a:r>
              <a:rPr lang="en-US" sz="2600" dirty="0"/>
              <a:t> sang </a:t>
            </a:r>
            <a:r>
              <a:rPr lang="en-US" sz="2600" dirty="0" err="1"/>
              <a:t>số</a:t>
            </a:r>
            <a:r>
              <a:rPr lang="en-US" sz="2600" dirty="0"/>
              <a:t> </a:t>
            </a:r>
            <a:r>
              <a:rPr lang="en-US" sz="2600" dirty="0" err="1"/>
              <a:t>nhị</a:t>
            </a:r>
            <a:r>
              <a:rPr lang="en-US" sz="2600" dirty="0"/>
              <a:t> </a:t>
            </a:r>
            <a:r>
              <a:rPr lang="en-US" sz="2600" dirty="0" err="1"/>
              <a:t>phân</a:t>
            </a:r>
            <a:r>
              <a:rPr lang="en-US" sz="2600" dirty="0"/>
              <a:t> 4 bit </a:t>
            </a:r>
            <a:r>
              <a:rPr lang="en-US" sz="2600" dirty="0" err="1"/>
              <a:t>tương</a:t>
            </a:r>
            <a:r>
              <a:rPr lang="en-US" sz="2600" dirty="0"/>
              <a:t> </a:t>
            </a:r>
            <a:r>
              <a:rPr lang="en-US" sz="2600" dirty="0" err="1"/>
              <a:t>đương</a:t>
            </a:r>
            <a:r>
              <a:rPr lang="en-US" sz="2600" dirty="0"/>
              <a:t>. </a:t>
            </a:r>
            <a:r>
              <a:rPr lang="en-US" sz="2600" dirty="0" err="1"/>
              <a:t>Tám</a:t>
            </a:r>
            <a:r>
              <a:rPr lang="en-US" sz="2600" dirty="0"/>
              <a:t> </a:t>
            </a:r>
            <a:r>
              <a:rPr lang="en-US" sz="2600" dirty="0" err="1"/>
              <a:t>ký</a:t>
            </a:r>
            <a:r>
              <a:rPr lang="en-US" sz="2600" dirty="0"/>
              <a:t> </a:t>
            </a:r>
            <a:r>
              <a:rPr lang="en-US" sz="2600" dirty="0" err="1"/>
              <a:t>số</a:t>
            </a:r>
            <a:r>
              <a:rPr lang="en-US" sz="2600" dirty="0"/>
              <a:t> </a:t>
            </a:r>
            <a:r>
              <a:rPr lang="en-US" sz="2600" dirty="0" err="1"/>
              <a:t>bát</a:t>
            </a:r>
            <a:r>
              <a:rPr lang="en-US" sz="2600" dirty="0"/>
              <a:t> </a:t>
            </a:r>
            <a:r>
              <a:rPr lang="en-US" sz="2600" dirty="0" err="1"/>
              <a:t>phân</a:t>
            </a:r>
            <a:r>
              <a:rPr lang="en-US" sz="2600" dirty="0"/>
              <a:t> </a:t>
            </a:r>
            <a:r>
              <a:rPr lang="en-US" sz="2600" dirty="0" err="1"/>
              <a:t>được</a:t>
            </a:r>
            <a:r>
              <a:rPr lang="en-US" sz="2600" dirty="0"/>
              <a:t> </a:t>
            </a:r>
            <a:r>
              <a:rPr lang="en-US" sz="2600" dirty="0" err="1"/>
              <a:t>đổi</a:t>
            </a:r>
            <a:r>
              <a:rPr lang="en-US" sz="2600" dirty="0"/>
              <a:t> </a:t>
            </a:r>
            <a:r>
              <a:rPr lang="en-US" sz="2600" dirty="0" err="1"/>
              <a:t>như</a:t>
            </a:r>
            <a:r>
              <a:rPr lang="en-US" sz="2600" dirty="0"/>
              <a:t> </a:t>
            </a:r>
            <a:r>
              <a:rPr lang="en-US" sz="2600" dirty="0" err="1"/>
              <a:t>bảng</a:t>
            </a:r>
            <a:r>
              <a:rPr lang="en-US" sz="2600" dirty="0"/>
              <a:t> </a:t>
            </a:r>
            <a:r>
              <a:rPr lang="en-US" sz="2600" dirty="0" err="1"/>
              <a:t>sau</a:t>
            </a:r>
            <a:r>
              <a:rPr lang="en-US" sz="2600" dirty="0"/>
              <a:t> </a:t>
            </a:r>
            <a:r>
              <a:rPr lang="en-US" sz="2600" dirty="0" err="1"/>
              <a:t>đây</a:t>
            </a:r>
            <a:r>
              <a:rPr lang="en-US" sz="2600" dirty="0"/>
              <a:t>:</a:t>
            </a:r>
          </a:p>
        </p:txBody>
      </p:sp>
      <p:graphicFrame>
        <p:nvGraphicFramePr>
          <p:cNvPr id="3" name="Group 42">
            <a:extLst>
              <a:ext uri="{FF2B5EF4-FFF2-40B4-BE49-F238E27FC236}">
                <a16:creationId xmlns:a16="http://schemas.microsoft.com/office/drawing/2014/main" id="{B288A0D2-36FA-CDD9-18B4-E41737892E64}"/>
              </a:ext>
            </a:extLst>
          </p:cNvPr>
          <p:cNvGraphicFramePr>
            <a:graphicFrameLocks/>
          </p:cNvGraphicFramePr>
          <p:nvPr>
            <p:extLst>
              <p:ext uri="{D42A27DB-BD31-4B8C-83A1-F6EECF244321}">
                <p14:modId xmlns:p14="http://schemas.microsoft.com/office/powerpoint/2010/main" val="27993162"/>
              </p:ext>
            </p:extLst>
          </p:nvPr>
        </p:nvGraphicFramePr>
        <p:xfrm>
          <a:off x="263905" y="3593687"/>
          <a:ext cx="11664190" cy="2438400"/>
        </p:xfrm>
        <a:graphic>
          <a:graphicData uri="http://schemas.openxmlformats.org/drawingml/2006/table">
            <a:tbl>
              <a:tblPr/>
              <a:tblGrid>
                <a:gridCol w="747318">
                  <a:extLst>
                    <a:ext uri="{9D8B030D-6E8A-4147-A177-3AD203B41FA5}">
                      <a16:colId xmlns:a16="http://schemas.microsoft.com/office/drawing/2014/main" val="20000"/>
                    </a:ext>
                  </a:extLst>
                </a:gridCol>
                <a:gridCol w="623454">
                  <a:extLst>
                    <a:ext uri="{9D8B030D-6E8A-4147-A177-3AD203B41FA5}">
                      <a16:colId xmlns:a16="http://schemas.microsoft.com/office/drawing/2014/main" val="20001"/>
                    </a:ext>
                  </a:extLst>
                </a:gridCol>
                <a:gridCol w="686534">
                  <a:extLst>
                    <a:ext uri="{9D8B030D-6E8A-4147-A177-3AD203B41FA5}">
                      <a16:colId xmlns:a16="http://schemas.microsoft.com/office/drawing/2014/main" val="20002"/>
                    </a:ext>
                  </a:extLst>
                </a:gridCol>
                <a:gridCol w="686534">
                  <a:extLst>
                    <a:ext uri="{9D8B030D-6E8A-4147-A177-3AD203B41FA5}">
                      <a16:colId xmlns:a16="http://schemas.microsoft.com/office/drawing/2014/main" val="20003"/>
                    </a:ext>
                  </a:extLst>
                </a:gridCol>
                <a:gridCol w="684238">
                  <a:extLst>
                    <a:ext uri="{9D8B030D-6E8A-4147-A177-3AD203B41FA5}">
                      <a16:colId xmlns:a16="http://schemas.microsoft.com/office/drawing/2014/main" val="20004"/>
                    </a:ext>
                  </a:extLst>
                </a:gridCol>
                <a:gridCol w="686534">
                  <a:extLst>
                    <a:ext uri="{9D8B030D-6E8A-4147-A177-3AD203B41FA5}">
                      <a16:colId xmlns:a16="http://schemas.microsoft.com/office/drawing/2014/main" val="20005"/>
                    </a:ext>
                  </a:extLst>
                </a:gridCol>
                <a:gridCol w="686534">
                  <a:extLst>
                    <a:ext uri="{9D8B030D-6E8A-4147-A177-3AD203B41FA5}">
                      <a16:colId xmlns:a16="http://schemas.microsoft.com/office/drawing/2014/main" val="20006"/>
                    </a:ext>
                  </a:extLst>
                </a:gridCol>
                <a:gridCol w="684238">
                  <a:extLst>
                    <a:ext uri="{9D8B030D-6E8A-4147-A177-3AD203B41FA5}">
                      <a16:colId xmlns:a16="http://schemas.microsoft.com/office/drawing/2014/main" val="20007"/>
                    </a:ext>
                  </a:extLst>
                </a:gridCol>
                <a:gridCol w="686534">
                  <a:extLst>
                    <a:ext uri="{9D8B030D-6E8A-4147-A177-3AD203B41FA5}">
                      <a16:colId xmlns:a16="http://schemas.microsoft.com/office/drawing/2014/main" val="20008"/>
                    </a:ext>
                  </a:extLst>
                </a:gridCol>
                <a:gridCol w="686534">
                  <a:extLst>
                    <a:ext uri="{9D8B030D-6E8A-4147-A177-3AD203B41FA5}">
                      <a16:colId xmlns:a16="http://schemas.microsoft.com/office/drawing/2014/main" val="75507077"/>
                    </a:ext>
                  </a:extLst>
                </a:gridCol>
                <a:gridCol w="686534">
                  <a:extLst>
                    <a:ext uri="{9D8B030D-6E8A-4147-A177-3AD203B41FA5}">
                      <a16:colId xmlns:a16="http://schemas.microsoft.com/office/drawing/2014/main" val="37057891"/>
                    </a:ext>
                  </a:extLst>
                </a:gridCol>
                <a:gridCol w="686534">
                  <a:extLst>
                    <a:ext uri="{9D8B030D-6E8A-4147-A177-3AD203B41FA5}">
                      <a16:colId xmlns:a16="http://schemas.microsoft.com/office/drawing/2014/main" val="3387258425"/>
                    </a:ext>
                  </a:extLst>
                </a:gridCol>
                <a:gridCol w="686534">
                  <a:extLst>
                    <a:ext uri="{9D8B030D-6E8A-4147-A177-3AD203B41FA5}">
                      <a16:colId xmlns:a16="http://schemas.microsoft.com/office/drawing/2014/main" val="3417013854"/>
                    </a:ext>
                  </a:extLst>
                </a:gridCol>
                <a:gridCol w="686534">
                  <a:extLst>
                    <a:ext uri="{9D8B030D-6E8A-4147-A177-3AD203B41FA5}">
                      <a16:colId xmlns:a16="http://schemas.microsoft.com/office/drawing/2014/main" val="808873422"/>
                    </a:ext>
                  </a:extLst>
                </a:gridCol>
                <a:gridCol w="686534">
                  <a:extLst>
                    <a:ext uri="{9D8B030D-6E8A-4147-A177-3AD203B41FA5}">
                      <a16:colId xmlns:a16="http://schemas.microsoft.com/office/drawing/2014/main" val="1305689950"/>
                    </a:ext>
                  </a:extLst>
                </a:gridCol>
                <a:gridCol w="686534">
                  <a:extLst>
                    <a:ext uri="{9D8B030D-6E8A-4147-A177-3AD203B41FA5}">
                      <a16:colId xmlns:a16="http://schemas.microsoft.com/office/drawing/2014/main" val="92055006"/>
                    </a:ext>
                  </a:extLst>
                </a:gridCol>
                <a:gridCol w="686534">
                  <a:extLst>
                    <a:ext uri="{9D8B030D-6E8A-4147-A177-3AD203B41FA5}">
                      <a16:colId xmlns:a16="http://schemas.microsoft.com/office/drawing/2014/main" val="597932001"/>
                    </a:ext>
                  </a:extLst>
                </a:gridCol>
              </a:tblGrid>
              <a:tr h="1091518">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Ký số bát phân</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A</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C</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d</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e</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46882">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a:ln>
                            <a:noFill/>
                          </a:ln>
                          <a:solidFill>
                            <a:schemeClr val="tx1"/>
                          </a:solidFill>
                          <a:effectLst/>
                          <a:latin typeface="Verdana" pitchFamily="34" charset="0"/>
                        </a:rPr>
                        <a:t>Số nhị phân tương đương</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0011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0111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1011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10000"/>
                        </a:spcBef>
                        <a:spcAft>
                          <a:spcPct val="10000"/>
                        </a:spcAft>
                        <a:buClr>
                          <a:schemeClr val="accent1"/>
                        </a:buClr>
                        <a:buSzTx/>
                        <a:buFont typeface="Wingdings" pitchFamily="2" charset="2"/>
                        <a:buNone/>
                        <a:tabLst/>
                      </a:pPr>
                      <a:r>
                        <a:rPr kumimoji="0" lang="en-US" sz="1800" b="0" i="0" u="none" strike="noStrike" cap="none" normalizeH="0" baseline="0" dirty="0">
                          <a:ln>
                            <a:noFill/>
                          </a:ln>
                          <a:solidFill>
                            <a:schemeClr val="tx1"/>
                          </a:solidFill>
                          <a:effectLst/>
                          <a:latin typeface="Verdana" pitchFamily="34" charset="0"/>
                        </a:rPr>
                        <a:t>1111</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793120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E60223-00B5-4673-92E9-731E4385A17C}"/>
              </a:ext>
            </a:extLst>
          </p:cNvPr>
          <p:cNvSpPr txBox="1"/>
          <p:nvPr/>
        </p:nvSpPr>
        <p:spPr>
          <a:xfrm>
            <a:off x="1249251" y="1186172"/>
            <a:ext cx="10212946" cy="5336846"/>
          </a:xfrm>
          <a:prstGeom prst="rect">
            <a:avLst/>
          </a:prstGeom>
          <a:noFill/>
        </p:spPr>
        <p:txBody>
          <a:bodyPr wrap="square">
            <a:spAutoFit/>
          </a:bodyPr>
          <a:lstStyle/>
          <a:p>
            <a:pPr>
              <a:spcBef>
                <a:spcPct val="10000"/>
              </a:spcBef>
              <a:spcAft>
                <a:spcPct val="10000"/>
              </a:spcAft>
              <a:buClr>
                <a:schemeClr val="accent1"/>
              </a:buClr>
            </a:pPr>
            <a:r>
              <a:rPr lang="vi-VN" sz="2400" b="1" dirty="0"/>
              <a:t>Câu</a:t>
            </a:r>
            <a:r>
              <a:rPr lang="en-US" sz="2400" b="1" dirty="0"/>
              <a:t> 3</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hệ </a:t>
            </a:r>
            <a:r>
              <a:rPr lang="en-US" sz="2400" dirty="0" err="1"/>
              <a:t>thập</a:t>
            </a:r>
            <a:r>
              <a:rPr lang="en-US" sz="2400" dirty="0"/>
              <a:t> </a:t>
            </a:r>
            <a:r>
              <a:rPr lang="en-US" sz="2400" dirty="0" err="1"/>
              <a:t>lục</a:t>
            </a:r>
            <a:r>
              <a:rPr lang="en-US" sz="2400" dirty="0"/>
              <a:t> </a:t>
            </a:r>
            <a:r>
              <a:rPr lang="en-US" sz="2400" dirty="0" err="1"/>
              <a:t>phân</a:t>
            </a:r>
            <a:r>
              <a:rPr lang="en-US" sz="2400" dirty="0"/>
              <a:t> (16) sang hệ </a:t>
            </a:r>
            <a:r>
              <a:rPr lang="en-US" sz="2400" dirty="0" err="1"/>
              <a:t>thập</a:t>
            </a:r>
            <a:r>
              <a:rPr lang="en-US" sz="2400" dirty="0"/>
              <a:t> </a:t>
            </a:r>
            <a:r>
              <a:rPr lang="en-US" sz="2400" dirty="0" err="1"/>
              <a:t>phân</a:t>
            </a:r>
            <a:r>
              <a:rPr lang="en-US" sz="2400" dirty="0"/>
              <a:t>: </a:t>
            </a:r>
          </a:p>
          <a:p>
            <a:pPr marL="685800" lvl="1" indent="-385763">
              <a:spcBef>
                <a:spcPct val="10000"/>
              </a:spcBef>
              <a:spcAft>
                <a:spcPct val="10000"/>
              </a:spcAft>
              <a:buClr>
                <a:schemeClr val="accent1"/>
              </a:buClr>
              <a:buFontTx/>
              <a:buAutoNum type="alphaLcParenR"/>
            </a:pPr>
            <a:r>
              <a:rPr lang="en-US" sz="2400" dirty="0"/>
              <a:t>5FA </a:t>
            </a:r>
            <a:r>
              <a:rPr lang="en-US" sz="2400" baseline="-25000" dirty="0"/>
              <a:t>(16)</a:t>
            </a:r>
            <a:r>
              <a:rPr lang="en-US" sz="2400" dirty="0"/>
              <a:t>          </a:t>
            </a:r>
            <a:r>
              <a:rPr lang="en-US" sz="2400" dirty="0">
                <a:solidFill>
                  <a:srgbClr val="00B050"/>
                </a:solidFill>
              </a:rPr>
              <a:t> b) </a:t>
            </a:r>
            <a:r>
              <a:rPr lang="en-US" sz="2400" dirty="0"/>
              <a:t>3EF</a:t>
            </a:r>
            <a:r>
              <a:rPr lang="en-US" sz="2400" baseline="-25000" dirty="0"/>
              <a:t>(16)</a:t>
            </a:r>
            <a:endParaRPr lang="en-US" sz="2400" dirty="0">
              <a:solidFill>
                <a:srgbClr val="0033CC"/>
              </a:solidFill>
            </a:endParaRPr>
          </a:p>
          <a:p>
            <a:pPr>
              <a:spcBef>
                <a:spcPct val="10000"/>
              </a:spcBef>
              <a:spcAft>
                <a:spcPct val="10000"/>
              </a:spcAft>
              <a:buClr>
                <a:schemeClr val="accent1"/>
              </a:buClr>
            </a:pPr>
            <a:r>
              <a:rPr lang="vi-VN" sz="2400" b="1" dirty="0"/>
              <a:t>Câu</a:t>
            </a:r>
            <a:r>
              <a:rPr lang="en-US" sz="2400" b="1" dirty="0"/>
              <a:t> 4</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a:t>
            </a:r>
            <a:r>
              <a:rPr lang="en-US" sz="2400" dirty="0" err="1"/>
              <a:t>bát</a:t>
            </a:r>
            <a:r>
              <a:rPr lang="en-US" sz="2400" dirty="0"/>
              <a:t> </a:t>
            </a:r>
            <a:r>
              <a:rPr lang="en-US" sz="2400" dirty="0" err="1"/>
              <a:t>phân</a:t>
            </a:r>
            <a:r>
              <a:rPr lang="en-US" sz="2400" dirty="0"/>
              <a:t> (8) sang </a:t>
            </a:r>
            <a:r>
              <a:rPr lang="en-US" sz="2400" dirty="0" err="1"/>
              <a:t>thập</a:t>
            </a:r>
            <a:r>
              <a:rPr lang="en-US" sz="2400" dirty="0"/>
              <a:t> </a:t>
            </a:r>
            <a:r>
              <a:rPr lang="en-US" sz="2400" dirty="0" err="1"/>
              <a:t>phân</a:t>
            </a:r>
            <a:r>
              <a:rPr lang="en-US" sz="2400" dirty="0"/>
              <a:t>:</a:t>
            </a:r>
          </a:p>
          <a:p>
            <a:pPr marL="685800" indent="-389335">
              <a:spcBef>
                <a:spcPct val="10000"/>
              </a:spcBef>
              <a:spcAft>
                <a:spcPct val="10000"/>
              </a:spcAft>
              <a:buClr>
                <a:schemeClr val="accent1"/>
              </a:buClr>
              <a:buFont typeface="+mj-lt"/>
              <a:buAutoNum type="alphaLcParenR"/>
            </a:pPr>
            <a:r>
              <a:rPr lang="en-US" sz="2400" dirty="0"/>
              <a:t>565</a:t>
            </a:r>
            <a:r>
              <a:rPr lang="en-US" sz="2400" baseline="-25000" dirty="0"/>
              <a:t>(8)     </a:t>
            </a:r>
            <a:r>
              <a:rPr lang="en-US" sz="2400" dirty="0"/>
              <a:t>      </a:t>
            </a:r>
            <a:r>
              <a:rPr lang="en-US" sz="2400" dirty="0">
                <a:solidFill>
                  <a:srgbClr val="00B050"/>
                </a:solidFill>
              </a:rPr>
              <a:t>b)</a:t>
            </a:r>
            <a:r>
              <a:rPr lang="en-US" sz="2400" dirty="0"/>
              <a:t> 1036</a:t>
            </a:r>
            <a:r>
              <a:rPr lang="en-US" sz="2400" baseline="-25000" dirty="0"/>
              <a:t>(8)</a:t>
            </a:r>
            <a:endParaRPr lang="vi-VN" sz="2400" baseline="-25000" dirty="0"/>
          </a:p>
          <a:p>
            <a:pPr>
              <a:spcBef>
                <a:spcPct val="10000"/>
              </a:spcBef>
              <a:spcAft>
                <a:spcPct val="10000"/>
              </a:spcAft>
              <a:buClr>
                <a:schemeClr val="accent1"/>
              </a:buClr>
            </a:pPr>
            <a:r>
              <a:rPr lang="vi-VN" sz="2400" b="1" dirty="0"/>
              <a:t>Câu</a:t>
            </a:r>
            <a:r>
              <a:rPr lang="en-US" sz="2400" b="1" dirty="0"/>
              <a:t> 5</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hệ </a:t>
            </a:r>
            <a:r>
              <a:rPr lang="en-US" sz="2400" dirty="0" err="1"/>
              <a:t>thập</a:t>
            </a:r>
            <a:r>
              <a:rPr lang="en-US" sz="2400" dirty="0"/>
              <a:t> </a:t>
            </a:r>
            <a:r>
              <a:rPr lang="en-US" sz="2400" dirty="0" err="1"/>
              <a:t>phân</a:t>
            </a:r>
            <a:r>
              <a:rPr lang="en-US" sz="2400" dirty="0"/>
              <a:t> sang hệ </a:t>
            </a:r>
            <a:r>
              <a:rPr lang="en-US" sz="2400" dirty="0" err="1"/>
              <a:t>thập</a:t>
            </a:r>
            <a:r>
              <a:rPr lang="en-US" sz="2400" dirty="0"/>
              <a:t> </a:t>
            </a:r>
            <a:r>
              <a:rPr lang="en-US" sz="2400" dirty="0" err="1"/>
              <a:t>lục</a:t>
            </a:r>
            <a:r>
              <a:rPr lang="en-US" sz="2400" dirty="0"/>
              <a:t> </a:t>
            </a:r>
            <a:r>
              <a:rPr lang="en-US" sz="2400" dirty="0" err="1"/>
              <a:t>phân</a:t>
            </a:r>
            <a:r>
              <a:rPr lang="en-US" sz="2400" dirty="0"/>
              <a:t> (16): </a:t>
            </a:r>
          </a:p>
          <a:p>
            <a:pPr marL="685800" lvl="1" indent="-385763">
              <a:spcBef>
                <a:spcPct val="10000"/>
              </a:spcBef>
              <a:spcAft>
                <a:spcPct val="10000"/>
              </a:spcAft>
              <a:buClr>
                <a:schemeClr val="accent1"/>
              </a:buClr>
              <a:buFontTx/>
              <a:buAutoNum type="alphaLcParenR"/>
            </a:pPr>
            <a:r>
              <a:rPr lang="en-US" sz="2400" dirty="0"/>
              <a:t>1369 </a:t>
            </a:r>
            <a:r>
              <a:rPr lang="en-US" sz="2400" baseline="-25000" dirty="0"/>
              <a:t>(10)</a:t>
            </a:r>
            <a:r>
              <a:rPr lang="en-US" sz="2400" dirty="0"/>
              <a:t>          </a:t>
            </a:r>
            <a:r>
              <a:rPr lang="en-US" sz="2400" dirty="0">
                <a:solidFill>
                  <a:srgbClr val="00B050"/>
                </a:solidFill>
              </a:rPr>
              <a:t> b) </a:t>
            </a:r>
            <a:r>
              <a:rPr lang="en-US" sz="2400" dirty="0"/>
              <a:t>2577</a:t>
            </a:r>
            <a:r>
              <a:rPr lang="en-US" sz="2400" baseline="-25000" dirty="0"/>
              <a:t>(10)</a:t>
            </a:r>
            <a:endParaRPr lang="en-US" sz="2400" dirty="0"/>
          </a:p>
          <a:p>
            <a:pPr>
              <a:spcBef>
                <a:spcPct val="10000"/>
              </a:spcBef>
              <a:spcAft>
                <a:spcPct val="10000"/>
              </a:spcAft>
              <a:buClr>
                <a:schemeClr val="accent1"/>
              </a:buClr>
            </a:pPr>
            <a:r>
              <a:rPr lang="vi-VN" sz="2400" b="1" dirty="0"/>
              <a:t>Câu</a:t>
            </a:r>
            <a:r>
              <a:rPr lang="en-US" sz="2400" b="1" dirty="0"/>
              <a:t> 6</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a:t>
            </a:r>
            <a:r>
              <a:rPr lang="en-US" sz="2400" dirty="0" err="1"/>
              <a:t>thập</a:t>
            </a:r>
            <a:r>
              <a:rPr lang="en-US" sz="2400" dirty="0"/>
              <a:t> </a:t>
            </a:r>
            <a:r>
              <a:rPr lang="en-US" sz="2400" dirty="0" err="1"/>
              <a:t>phân</a:t>
            </a:r>
            <a:r>
              <a:rPr lang="en-US" sz="2400" dirty="0"/>
              <a:t> sang hệ </a:t>
            </a:r>
            <a:r>
              <a:rPr lang="en-US" sz="2400" dirty="0" err="1"/>
              <a:t>bát</a:t>
            </a:r>
            <a:r>
              <a:rPr lang="en-US" sz="2400" dirty="0"/>
              <a:t> </a:t>
            </a:r>
            <a:r>
              <a:rPr lang="en-US" sz="2400" dirty="0" err="1"/>
              <a:t>phân</a:t>
            </a:r>
            <a:r>
              <a:rPr lang="en-US" sz="2400" dirty="0"/>
              <a:t> (8):</a:t>
            </a:r>
          </a:p>
          <a:p>
            <a:pPr marL="685800" indent="-389335">
              <a:spcBef>
                <a:spcPct val="10000"/>
              </a:spcBef>
              <a:spcAft>
                <a:spcPct val="10000"/>
              </a:spcAft>
              <a:buClr>
                <a:schemeClr val="accent1"/>
              </a:buClr>
              <a:buFont typeface="+mj-lt"/>
              <a:buAutoNum type="alphaLcParenR"/>
            </a:pPr>
            <a:r>
              <a:rPr lang="en-US" sz="2400" dirty="0"/>
              <a:t>1369</a:t>
            </a:r>
            <a:r>
              <a:rPr lang="en-US" sz="2400" baseline="-25000" dirty="0"/>
              <a:t>(10)        </a:t>
            </a:r>
            <a:r>
              <a:rPr lang="en-US" sz="2400" dirty="0"/>
              <a:t>   </a:t>
            </a:r>
            <a:r>
              <a:rPr lang="en-US" sz="2400" dirty="0">
                <a:solidFill>
                  <a:srgbClr val="00B050"/>
                </a:solidFill>
              </a:rPr>
              <a:t>b)</a:t>
            </a:r>
            <a:r>
              <a:rPr lang="en-US" sz="2400" dirty="0"/>
              <a:t> 2577</a:t>
            </a:r>
            <a:r>
              <a:rPr lang="en-US" sz="2400" baseline="-25000" dirty="0"/>
              <a:t>(10)</a:t>
            </a:r>
            <a:endParaRPr lang="en-US" sz="2400" dirty="0"/>
          </a:p>
          <a:p>
            <a:pPr>
              <a:spcBef>
                <a:spcPct val="10000"/>
              </a:spcBef>
              <a:spcAft>
                <a:spcPct val="10000"/>
              </a:spcAft>
              <a:buClr>
                <a:schemeClr val="accent1"/>
              </a:buClr>
            </a:pPr>
            <a:r>
              <a:rPr lang="vi-VN" sz="2400" b="1" dirty="0"/>
              <a:t>Câu</a:t>
            </a:r>
            <a:r>
              <a:rPr lang="en-US" sz="2400" b="1" dirty="0"/>
              <a:t> </a:t>
            </a:r>
            <a:r>
              <a:rPr lang="vi-VN" sz="2400" b="1" dirty="0"/>
              <a:t>7</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a:t>
            </a:r>
            <a:r>
              <a:rPr lang="vi-VN" sz="2400" dirty="0"/>
              <a:t>nhị phân sang thập lục phân</a:t>
            </a:r>
            <a:r>
              <a:rPr lang="en-US" sz="2400" dirty="0"/>
              <a:t>:</a:t>
            </a:r>
          </a:p>
          <a:p>
            <a:pPr marL="685800" indent="-389335">
              <a:spcBef>
                <a:spcPct val="10000"/>
              </a:spcBef>
              <a:spcAft>
                <a:spcPct val="10000"/>
              </a:spcAft>
              <a:buClr>
                <a:schemeClr val="accent1"/>
              </a:buClr>
              <a:buFont typeface="+mj-lt"/>
              <a:buAutoNum type="alphaLcParenR"/>
            </a:pPr>
            <a:r>
              <a:rPr lang="en-US" sz="2400" dirty="0">
                <a:latin typeface="Times New Roman" pitchFamily="18" charset="0"/>
                <a:sym typeface="Wingdings" pitchFamily="2" charset="2"/>
              </a:rPr>
              <a:t>1110.0110.1011</a:t>
            </a:r>
            <a:r>
              <a:rPr lang="en-US" sz="2400" baseline="-25000" dirty="0"/>
              <a:t>(</a:t>
            </a:r>
            <a:r>
              <a:rPr lang="vi-VN" sz="2400" baseline="-25000" dirty="0"/>
              <a:t>2</a:t>
            </a:r>
            <a:r>
              <a:rPr lang="en-US" sz="2400" baseline="-25000" dirty="0"/>
              <a:t>)        </a:t>
            </a:r>
            <a:r>
              <a:rPr lang="en-US" sz="2400" dirty="0"/>
              <a:t>   </a:t>
            </a:r>
            <a:r>
              <a:rPr lang="en-US" sz="2400" dirty="0">
                <a:solidFill>
                  <a:srgbClr val="00B050"/>
                </a:solidFill>
              </a:rPr>
              <a:t>b)</a:t>
            </a:r>
            <a:r>
              <a:rPr lang="en-US" sz="2400" dirty="0"/>
              <a:t> </a:t>
            </a:r>
            <a:r>
              <a:rPr lang="vi-VN" sz="2400" dirty="0"/>
              <a:t>10.</a:t>
            </a:r>
            <a:r>
              <a:rPr lang="en-US" sz="2400" dirty="0">
                <a:latin typeface="Times New Roman" pitchFamily="18" charset="0"/>
                <a:sym typeface="Wingdings" pitchFamily="2" charset="2"/>
              </a:rPr>
              <a:t>1110.011</a:t>
            </a:r>
            <a:r>
              <a:rPr lang="vi-VN" sz="2400" dirty="0">
                <a:latin typeface="Times New Roman" pitchFamily="18" charset="0"/>
                <a:sym typeface="Wingdings" pitchFamily="2" charset="2"/>
              </a:rPr>
              <a:t>1</a:t>
            </a:r>
            <a:r>
              <a:rPr lang="en-US" sz="2400" dirty="0">
                <a:latin typeface="Times New Roman" pitchFamily="18" charset="0"/>
                <a:sym typeface="Wingdings" pitchFamily="2" charset="2"/>
              </a:rPr>
              <a:t>.1</a:t>
            </a:r>
            <a:r>
              <a:rPr lang="vi-VN" sz="2400" dirty="0">
                <a:latin typeface="Times New Roman" pitchFamily="18" charset="0"/>
                <a:sym typeface="Wingdings" pitchFamily="2" charset="2"/>
              </a:rPr>
              <a:t>0</a:t>
            </a:r>
            <a:r>
              <a:rPr lang="en-US" sz="2400" dirty="0">
                <a:latin typeface="Times New Roman" pitchFamily="18" charset="0"/>
                <a:sym typeface="Wingdings" pitchFamily="2" charset="2"/>
              </a:rPr>
              <a:t>011</a:t>
            </a:r>
            <a:r>
              <a:rPr lang="en-US" sz="2400" baseline="-25000" dirty="0"/>
              <a:t>(</a:t>
            </a:r>
            <a:r>
              <a:rPr lang="vi-VN" sz="2400" baseline="-25000" dirty="0"/>
              <a:t>2</a:t>
            </a:r>
            <a:r>
              <a:rPr lang="en-US" sz="2400" baseline="-25000" dirty="0"/>
              <a:t>)</a:t>
            </a:r>
            <a:endParaRPr lang="en-US" sz="2400" dirty="0"/>
          </a:p>
          <a:p>
            <a:pPr>
              <a:spcBef>
                <a:spcPct val="10000"/>
              </a:spcBef>
              <a:spcAft>
                <a:spcPct val="10000"/>
              </a:spcAft>
              <a:buClr>
                <a:schemeClr val="accent1"/>
              </a:buClr>
            </a:pPr>
            <a:r>
              <a:rPr lang="vi-VN" sz="2400" b="1" dirty="0"/>
              <a:t>Câu</a:t>
            </a:r>
            <a:r>
              <a:rPr lang="en-US" sz="2400" b="1" dirty="0"/>
              <a:t> </a:t>
            </a:r>
            <a:r>
              <a:rPr lang="vi-VN" sz="2400" b="1" dirty="0"/>
              <a:t>8</a:t>
            </a:r>
            <a:r>
              <a:rPr lang="en-US" sz="2400" dirty="0"/>
              <a:t>: </a:t>
            </a:r>
            <a:r>
              <a:rPr lang="en-US" sz="2400" dirty="0" err="1"/>
              <a:t>Hãy</a:t>
            </a:r>
            <a:r>
              <a:rPr lang="en-US" sz="2400" dirty="0"/>
              <a:t> </a:t>
            </a:r>
            <a:r>
              <a:rPr lang="en-US" sz="2400" dirty="0" err="1"/>
              <a:t>đổi</a:t>
            </a:r>
            <a:r>
              <a:rPr lang="en-US" sz="2400" dirty="0"/>
              <a:t> </a:t>
            </a:r>
            <a:r>
              <a:rPr lang="en-US" sz="2400" dirty="0" err="1"/>
              <a:t>các</a:t>
            </a:r>
            <a:r>
              <a:rPr lang="en-US" sz="2400" dirty="0"/>
              <a:t> </a:t>
            </a:r>
            <a:r>
              <a:rPr lang="en-US" sz="2400" dirty="0" err="1"/>
              <a:t>số</a:t>
            </a:r>
            <a:r>
              <a:rPr lang="en-US" sz="2400" dirty="0"/>
              <a:t> </a:t>
            </a:r>
            <a:r>
              <a:rPr lang="en-US" sz="2400" dirty="0" err="1"/>
              <a:t>thập</a:t>
            </a:r>
            <a:r>
              <a:rPr lang="en-US" sz="2400" dirty="0"/>
              <a:t> </a:t>
            </a:r>
            <a:r>
              <a:rPr lang="vi-VN" sz="2400" dirty="0"/>
              <a:t>lục </a:t>
            </a:r>
            <a:r>
              <a:rPr lang="en-US" sz="2400" dirty="0" err="1"/>
              <a:t>phân</a:t>
            </a:r>
            <a:r>
              <a:rPr lang="en-US" sz="2400" dirty="0"/>
              <a:t> sang </a:t>
            </a:r>
            <a:r>
              <a:rPr lang="vi-VN" sz="2400" dirty="0"/>
              <a:t>nhị phân</a:t>
            </a:r>
            <a:r>
              <a:rPr lang="en-US" sz="2400" dirty="0"/>
              <a:t>:</a:t>
            </a:r>
          </a:p>
          <a:p>
            <a:pPr marL="685800" indent="-389335">
              <a:spcBef>
                <a:spcPct val="10000"/>
              </a:spcBef>
              <a:spcAft>
                <a:spcPct val="10000"/>
              </a:spcAft>
              <a:buClr>
                <a:schemeClr val="accent1"/>
              </a:buClr>
              <a:buFont typeface="+mj-lt"/>
              <a:buAutoNum type="alphaLcParenR"/>
            </a:pPr>
            <a:r>
              <a:rPr lang="en-US" sz="2400" dirty="0">
                <a:latin typeface="Times New Roman" pitchFamily="18" charset="0"/>
                <a:sym typeface="Wingdings" pitchFamily="2" charset="2"/>
              </a:rPr>
              <a:t>E6B</a:t>
            </a:r>
            <a:r>
              <a:rPr lang="en-US" sz="2400" baseline="-25000" dirty="0"/>
              <a:t>(1</a:t>
            </a:r>
            <a:r>
              <a:rPr lang="vi-VN" sz="2400" baseline="-25000" dirty="0"/>
              <a:t>6</a:t>
            </a:r>
            <a:r>
              <a:rPr lang="en-US" sz="2400" baseline="-25000" dirty="0"/>
              <a:t>)        </a:t>
            </a:r>
            <a:r>
              <a:rPr lang="en-US" sz="2400" dirty="0"/>
              <a:t>   </a:t>
            </a:r>
            <a:r>
              <a:rPr lang="en-US" sz="2400" dirty="0">
                <a:solidFill>
                  <a:srgbClr val="00B050"/>
                </a:solidFill>
              </a:rPr>
              <a:t>b)</a:t>
            </a:r>
            <a:r>
              <a:rPr lang="en-US" sz="2400" dirty="0"/>
              <a:t> 25</a:t>
            </a:r>
            <a:r>
              <a:rPr lang="vi-VN" sz="2400" dirty="0"/>
              <a:t>EA</a:t>
            </a:r>
            <a:r>
              <a:rPr lang="en-US" sz="2400" baseline="-25000" dirty="0"/>
              <a:t>(1</a:t>
            </a:r>
            <a:r>
              <a:rPr lang="vi-VN" sz="2400" baseline="-25000" dirty="0"/>
              <a:t>6</a:t>
            </a:r>
            <a:r>
              <a:rPr lang="en-US" sz="2400" baseline="-25000" dirty="0"/>
              <a:t>)</a:t>
            </a:r>
            <a:endParaRPr lang="en-US" sz="2400" dirty="0"/>
          </a:p>
        </p:txBody>
      </p:sp>
      <p:sp>
        <p:nvSpPr>
          <p:cNvPr id="7" name="Title 1">
            <a:extLst>
              <a:ext uri="{FF2B5EF4-FFF2-40B4-BE49-F238E27FC236}">
                <a16:creationId xmlns:a16="http://schemas.microsoft.com/office/drawing/2014/main" id="{17B5A757-E26B-4F67-9F7A-6D093D3514E2}"/>
              </a:ext>
            </a:extLst>
          </p:cNvPr>
          <p:cNvSpPr txBox="1">
            <a:spLocks/>
          </p:cNvSpPr>
          <p:nvPr/>
        </p:nvSpPr>
        <p:spPr>
          <a:xfrm>
            <a:off x="2133600" y="174938"/>
            <a:ext cx="8001000" cy="1143000"/>
          </a:xfrm>
          <a:prstGeom prst="rect">
            <a:avLst/>
          </a:prstGeom>
        </p:spPr>
        <p:txBody>
          <a:bodyPr/>
          <a:lst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Times New Roman" pitchFamily="18" charset="0"/>
              </a:defRPr>
            </a:lvl2pPr>
            <a:lvl3pPr algn="ctr" rtl="0" eaLnBrk="1" fontAlgn="base" hangingPunct="1">
              <a:spcBef>
                <a:spcPct val="0"/>
              </a:spcBef>
              <a:spcAft>
                <a:spcPct val="0"/>
              </a:spcAft>
              <a:defRPr sz="4400" b="1">
                <a:solidFill>
                  <a:schemeClr val="tx2"/>
                </a:solidFill>
                <a:latin typeface="Times New Roman" pitchFamily="18" charset="0"/>
              </a:defRPr>
            </a:lvl3pPr>
            <a:lvl4pPr algn="ctr" rtl="0" eaLnBrk="1" fontAlgn="base" hangingPunct="1">
              <a:spcBef>
                <a:spcPct val="0"/>
              </a:spcBef>
              <a:spcAft>
                <a:spcPct val="0"/>
              </a:spcAft>
              <a:defRPr sz="4400" b="1">
                <a:solidFill>
                  <a:schemeClr val="tx2"/>
                </a:solidFill>
                <a:latin typeface="Times New Roman" pitchFamily="18" charset="0"/>
              </a:defRPr>
            </a:lvl4pPr>
            <a:lvl5pPr algn="ctr" rtl="0" eaLnBrk="1" fontAlgn="base" hangingPunct="1">
              <a:spcBef>
                <a:spcPct val="0"/>
              </a:spcBef>
              <a:spcAft>
                <a:spcPct val="0"/>
              </a:spcAft>
              <a:defRPr sz="4400" b="1">
                <a:solidFill>
                  <a:schemeClr val="tx2"/>
                </a:solidFill>
                <a:latin typeface="Times New Roman" pitchFamily="18" charset="0"/>
              </a:defRPr>
            </a:lvl5pPr>
            <a:lvl6pPr marL="457200" algn="ctr" rtl="0" eaLnBrk="1" fontAlgn="base" hangingPunct="1">
              <a:spcBef>
                <a:spcPct val="0"/>
              </a:spcBef>
              <a:spcAft>
                <a:spcPct val="0"/>
              </a:spcAft>
              <a:defRPr sz="4400" b="1">
                <a:solidFill>
                  <a:schemeClr val="tx2"/>
                </a:solidFill>
                <a:latin typeface="Times New Roman" pitchFamily="18" charset="0"/>
              </a:defRPr>
            </a:lvl6pPr>
            <a:lvl7pPr marL="914400" algn="ctr" rtl="0" eaLnBrk="1" fontAlgn="base" hangingPunct="1">
              <a:spcBef>
                <a:spcPct val="0"/>
              </a:spcBef>
              <a:spcAft>
                <a:spcPct val="0"/>
              </a:spcAft>
              <a:defRPr sz="4400" b="1">
                <a:solidFill>
                  <a:schemeClr val="tx2"/>
                </a:solidFill>
                <a:latin typeface="Times New Roman" pitchFamily="18" charset="0"/>
              </a:defRPr>
            </a:lvl7pPr>
            <a:lvl8pPr marL="1371600" algn="ctr" rtl="0" eaLnBrk="1" fontAlgn="base" hangingPunct="1">
              <a:spcBef>
                <a:spcPct val="0"/>
              </a:spcBef>
              <a:spcAft>
                <a:spcPct val="0"/>
              </a:spcAft>
              <a:defRPr sz="4400" b="1">
                <a:solidFill>
                  <a:schemeClr val="tx2"/>
                </a:solidFill>
                <a:latin typeface="Times New Roman" pitchFamily="18" charset="0"/>
              </a:defRPr>
            </a:lvl8pPr>
            <a:lvl9pPr marL="1828800" algn="ctr" rtl="0" eaLnBrk="1" fontAlgn="base" hangingPunct="1">
              <a:spcBef>
                <a:spcPct val="0"/>
              </a:spcBef>
              <a:spcAft>
                <a:spcPct val="0"/>
              </a:spcAft>
              <a:defRPr sz="4400" b="1">
                <a:solidFill>
                  <a:schemeClr val="tx2"/>
                </a:solidFill>
                <a:latin typeface="Times New Roman" pitchFamily="18" charset="0"/>
              </a:defRPr>
            </a:lvl9pPr>
          </a:lstStyle>
          <a:p>
            <a:r>
              <a:rPr lang="en-US" dirty="0">
                <a:solidFill>
                  <a:srgbClr val="002060"/>
                </a:solidFill>
              </a:rPr>
              <a:t>BÀI TẬP 2</a:t>
            </a:r>
          </a:p>
        </p:txBody>
      </p:sp>
    </p:spTree>
    <p:extLst>
      <p:ext uri="{BB962C8B-B14F-4D97-AF65-F5344CB8AC3E}">
        <p14:creationId xmlns:p14="http://schemas.microsoft.com/office/powerpoint/2010/main" val="4201078632"/>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Quora vs. Wikipedia – Q&amp;A not effective in Social Me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856" y="1236757"/>
            <a:ext cx="5037756" cy="4385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561764"/>
      </p:ext>
    </p:extLst>
  </p:cSld>
  <p:clrMapOvr>
    <a:masterClrMapping/>
  </p:clrMapOvr>
  <mc:AlternateContent xmlns:mc="http://schemas.openxmlformats.org/markup-compatibility/2006" xmlns:p14="http://schemas.microsoft.com/office/powerpoint/2010/main">
    <mc:Choice Requires="p14">
      <p:transition spd="slow" p14:dur="1750" advClick="0">
        <p14:doors dir="vert"/>
      </p:transition>
    </mc:Choice>
    <mc:Fallback xmlns="">
      <p:transition spd="slow" advClick="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包图主题2">
  <a:themeElements>
    <a:clrScheme name="自定义 190">
      <a:dk1>
        <a:sysClr val="windowText" lastClr="000000"/>
      </a:dk1>
      <a:lt1>
        <a:sysClr val="window" lastClr="FFFFFF"/>
      </a:lt1>
      <a:dk2>
        <a:srgbClr val="44546A"/>
      </a:dk2>
      <a:lt2>
        <a:srgbClr val="E7E6E6"/>
      </a:lt2>
      <a:accent1>
        <a:srgbClr val="DF213B"/>
      </a:accent1>
      <a:accent2>
        <a:srgbClr val="595959"/>
      </a:accent2>
      <a:accent3>
        <a:srgbClr val="DF213B"/>
      </a:accent3>
      <a:accent4>
        <a:srgbClr val="595959"/>
      </a:accent4>
      <a:accent5>
        <a:srgbClr val="DF213B"/>
      </a:accent5>
      <a:accent6>
        <a:srgbClr val="595959"/>
      </a:accent6>
      <a:hlink>
        <a:srgbClr val="DF213B"/>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0CD753C1D6C9419661183C5D1677C3" ma:contentTypeVersion="14" ma:contentTypeDescription="Create a new document." ma:contentTypeScope="" ma:versionID="a24fed21b6d9caa5ee2173779b567bfc">
  <xsd:schema xmlns:xsd="http://www.w3.org/2001/XMLSchema" xmlns:xs="http://www.w3.org/2001/XMLSchema" xmlns:p="http://schemas.microsoft.com/office/2006/metadata/properties" xmlns:ns2="3498a131-afed-47bd-b7a1-c89bbe150c11" xmlns:ns3="ff6df28d-3e13-49e9-af11-580a25c40dea" targetNamespace="http://schemas.microsoft.com/office/2006/metadata/properties" ma:root="true" ma:fieldsID="3272be95c895d5bad2804123fc256ded" ns2:_="" ns3:_="">
    <xsd:import namespace="3498a131-afed-47bd-b7a1-c89bbe150c11"/>
    <xsd:import namespace="ff6df28d-3e13-49e9-af11-580a25c40de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8a131-afed-47bd-b7a1-c89bbe150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6e223da-9cd4-4054-9db2-46160edab5d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6df28d-3e13-49e9-af11-580a25c40de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f2744da-b85c-47d1-8254-d1cc557b43cf}" ma:internalName="TaxCatchAll" ma:showField="CatchAllData" ma:web="ff6df28d-3e13-49e9-af11-580a25c40de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98a131-afed-47bd-b7a1-c89bbe150c11">
      <Terms xmlns="http://schemas.microsoft.com/office/infopath/2007/PartnerControls"/>
    </lcf76f155ced4ddcb4097134ff3c332f>
    <TaxCatchAll xmlns="ff6df28d-3e13-49e9-af11-580a25c40dea" xsi:nil="true"/>
  </documentManagement>
</p:properties>
</file>

<file path=customXml/itemProps1.xml><?xml version="1.0" encoding="utf-8"?>
<ds:datastoreItem xmlns:ds="http://schemas.openxmlformats.org/officeDocument/2006/customXml" ds:itemID="{5C5B95F1-52AB-4BBA-AC15-994EDA76B3A2}">
  <ds:schemaRefs>
    <ds:schemaRef ds:uri="http://schemas.microsoft.com/sharepoint/v3/contenttype/forms"/>
  </ds:schemaRefs>
</ds:datastoreItem>
</file>

<file path=customXml/itemProps2.xml><?xml version="1.0" encoding="utf-8"?>
<ds:datastoreItem xmlns:ds="http://schemas.openxmlformats.org/officeDocument/2006/customXml" ds:itemID="{24C283B2-974D-49AD-9672-EA6A564083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498a131-afed-47bd-b7a1-c89bbe150c11"/>
    <ds:schemaRef ds:uri="ff6df28d-3e13-49e9-af11-580a25c40d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2CE54CC-E759-42CB-BC23-847105118362}">
  <ds:schemaRefs>
    <ds:schemaRef ds:uri="http://purl.org/dc/elements/1.1/"/>
    <ds:schemaRef ds:uri="http://purl.org/dc/terms/"/>
    <ds:schemaRef ds:uri="http://www.w3.org/XML/1998/namespace"/>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3498a131-afed-47bd-b7a1-c89bbe150c11"/>
    <ds:schemaRef ds:uri="http://schemas.microsoft.com/office/2006/metadata/properties"/>
    <ds:schemaRef ds:uri="ff6df28d-3e13-49e9-af11-580a25c40dea"/>
  </ds:schemaRefs>
</ds:datastoreItem>
</file>

<file path=docMetadata/LabelInfo.xml><?xml version="1.0" encoding="utf-8"?>
<clbl:labelList xmlns:clbl="http://schemas.microsoft.com/office/2020/mipLabelMetadata">
  <clbl:label id="{3011a54b-0a5d-4929-bf02-a00787877c6a}" enabled="0" method="" siteId="{3011a54b-0a5d-4929-bf02-a00787877c6a}" removed="1"/>
</clbl:labelList>
</file>

<file path=docProps/app.xml><?xml version="1.0" encoding="utf-8"?>
<Properties xmlns="http://schemas.openxmlformats.org/officeDocument/2006/extended-properties" xmlns:vt="http://schemas.openxmlformats.org/officeDocument/2006/docPropsVTypes">
  <Template/>
  <TotalTime>2988</TotalTime>
  <Words>5486</Words>
  <Application>Microsoft Office PowerPoint</Application>
  <PresentationFormat>Widescreen</PresentationFormat>
  <Paragraphs>525</Paragraphs>
  <Slides>77</Slides>
  <Notes>49</Notes>
  <HiddenSlides>1</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77</vt:i4>
      </vt:variant>
    </vt:vector>
  </HeadingPairs>
  <TitlesOfParts>
    <vt:vector size="90" baseType="lpstr">
      <vt:lpstr>等线</vt:lpstr>
      <vt:lpstr>微软雅黑</vt:lpstr>
      <vt:lpstr>Arial</vt:lpstr>
      <vt:lpstr>Calibri</vt:lpstr>
      <vt:lpstr>Cambria</vt:lpstr>
      <vt:lpstr>Courier New</vt:lpstr>
      <vt:lpstr>Montserrat</vt:lpstr>
      <vt:lpstr>Roboto</vt:lpstr>
      <vt:lpstr>Tahoma</vt:lpstr>
      <vt:lpstr>Times New Roman</vt:lpstr>
      <vt:lpstr>Verdana</vt:lpstr>
      <vt:lpstr>Wingdings</vt:lpstr>
      <vt:lpstr>包图主题2</vt:lpstr>
      <vt:lpstr>PowerPoint Presentation</vt:lpstr>
      <vt:lpstr>PowerPoint Presentation</vt:lpstr>
      <vt:lpstr>PowerPoint Presentation</vt:lpstr>
      <vt:lpstr>PowerPoint Presentation</vt:lpstr>
      <vt:lpstr>PowerPoint Presentation</vt:lpstr>
      <vt:lpstr>PowerPoint Presentation</vt:lpstr>
      <vt:lpstr>LỊCH SỬ MÁY TÍNH</vt:lpstr>
      <vt:lpstr>PowerPoint Presentation</vt:lpstr>
      <vt:lpstr>LỊCH SỬ MÁY TÍNH: THẾ KỶ 18 </vt:lpstr>
      <vt:lpstr>PowerPoint Presentation</vt:lpstr>
      <vt:lpstr>CÂU HỎI</vt:lpstr>
      <vt:lpstr>LỊCH SỬ MÁY TÍNH: THẾ HỆ 1</vt:lpstr>
      <vt:lpstr>PowerPoint Presentation</vt:lpstr>
      <vt:lpstr>PowerPoint Presentation</vt:lpstr>
      <vt:lpstr>LỊCH SỬ MÁY TÍNH : MÁY TÍNH CÁ NHÂN</vt:lpstr>
      <vt:lpstr>MÁY TÍNH CÁ NHÂN</vt:lpstr>
      <vt:lpstr>MÁY CHỦ -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ĐẶC TRƯNG: KẾT NỐI</vt:lpstr>
      <vt:lpstr>Đặc trưng: KẾT NỐI Kết nối Rộng giữa các đối tượng:</vt:lpstr>
      <vt:lpstr>Big Data</vt:lpstr>
      <vt:lpstr>Trí tuệ nhân tạo (AI)</vt:lpstr>
      <vt:lpstr>Kết nối vạn vật – Internet of Things</vt:lpstr>
      <vt:lpstr>PowerPoint Presentation</vt:lpstr>
      <vt:lpstr>PowerPoint Presentation</vt:lpstr>
      <vt:lpstr>TRUNG TÂM DỮ LIỆU – DATA CENTER</vt:lpstr>
      <vt:lpstr>TƯƠNG LAI CỦA ĐIỆN TOÁN</vt:lpstr>
      <vt:lpstr>PowerPoint Presentation</vt:lpstr>
      <vt:lpstr>PowerPoint Presentation</vt:lpstr>
      <vt:lpstr>TẦM QUAN TRỌNG CỦA CNTT</vt:lpstr>
      <vt:lpstr>TẦM QUAN TRỌNG CỦA CNTT</vt:lpstr>
      <vt:lpstr>TẦM QUAN TRỌNG CỦA CNTT</vt:lpstr>
      <vt:lpstr>TẦM QUAN TRỌNG CỦA CNTT</vt:lpstr>
      <vt:lpstr>PowerPoint Presentation</vt:lpstr>
      <vt:lpstr>PowerPoint Presentation</vt:lpstr>
      <vt:lpstr>PowerPoint Presentation</vt:lpstr>
      <vt:lpstr>PowerPoint Presentation</vt:lpstr>
      <vt:lpstr>PowerPoint Presentation</vt:lpstr>
      <vt:lpstr>Bảng mã ASCII</vt:lpstr>
      <vt:lpstr>PowerPoint Presentation</vt:lpstr>
      <vt:lpstr>PowerPoint Presentation</vt:lpstr>
      <vt:lpstr>Hệ thập phân (Decimal system, b=10) :</vt:lpstr>
      <vt:lpstr>Hệ nhị phân (Binary system, b=2) :</vt:lpstr>
      <vt:lpstr>Hệ bát phân (Octal system, b=8) :</vt:lpstr>
      <vt:lpstr>Hệ thập lục phân (Hexa-Decimal system, b=16):</vt:lpstr>
      <vt:lpstr>Chuyển số từ hệ 10  hệ b</vt:lpstr>
      <vt:lpstr>Chuyển số lẻ từ hệ 10  hệ 2</vt:lpstr>
      <vt:lpstr>Chuyển số lẻ từ hệ 10  hệ 2 :</vt:lpstr>
      <vt:lpstr>PowerPoint Presentation</vt:lpstr>
      <vt:lpstr>Chuyển số từ hệ b  hệ 10</vt:lpstr>
      <vt:lpstr>Chuyển số từ hệ 2  hệ 8 và ngược lại:</vt:lpstr>
      <vt:lpstr>Chuyển số từ hệ 2  hệ 16 và ngược lại: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逆流的小鱼</dc:creator>
  <cp:lastModifiedBy>Bùi Minh Phụng - Khoa Công nghệ Thông tin - VLTECH</cp:lastModifiedBy>
  <cp:revision>231</cp:revision>
  <dcterms:created xsi:type="dcterms:W3CDTF">2017-09-22T08:16:39Z</dcterms:created>
  <dcterms:modified xsi:type="dcterms:W3CDTF">2025-09-09T02:08:58Z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0x010100860CD753C1D6C9419661183C5D1677C3</vt:lpwstr>
  </property>
</Properties>
</file>