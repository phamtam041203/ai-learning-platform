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5" r:id="rId5"/>
    <p:sldMasterId id="2147483677" r:id="rId6"/>
  </p:sldMasterIdLst>
  <p:notesMasterIdLst>
    <p:notesMasterId r:id="rId16"/>
  </p:notesMasterIdLst>
  <p:sldIdLst>
    <p:sldId id="285" r:id="rId7"/>
    <p:sldId id="262" r:id="rId8"/>
    <p:sldId id="2610" r:id="rId9"/>
    <p:sldId id="2605" r:id="rId10"/>
    <p:sldId id="268" r:id="rId11"/>
    <p:sldId id="269" r:id="rId12"/>
    <p:sldId id="2603" r:id="rId13"/>
    <p:sldId id="264" r:id="rId14"/>
    <p:sldId id="301" r:id="rId15"/>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1C29"/>
    <a:srgbClr val="D32F2F"/>
    <a:srgbClr val="2C3E5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90E0B6-7060-4B95-941D-9D80E2CF946F}" v="6" dt="2025-09-08T15:29:11.632"/>
    <p1510:client id="{CDADEFB1-5859-4E39-828C-DD5D29B261E7}" v="1" dt="2025-09-09T01:01:31.9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98" autoAdjust="0"/>
    <p:restoredTop sz="94379" autoAdjust="0"/>
  </p:normalViewPr>
  <p:slideViewPr>
    <p:cSldViewPr snapToGrid="0" showGuides="1">
      <p:cViewPr varScale="1">
        <p:scale>
          <a:sx n="101" d="100"/>
          <a:sy n="101" d="100"/>
        </p:scale>
        <p:origin x="702" y="102"/>
      </p:cViewPr>
      <p:guideLst>
        <p:guide orient="horz" pos="2160"/>
        <p:guide pos="3840"/>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23"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ùi Minh Phụng - Khoa Công nghệ Thông tin - VLTECH" userId="31ee5542-8119-4308-8073-3356e750a326" providerId="ADAL" clId="{E2FAF230-A89D-43A1-B7F5-1A955AD859AB}"/>
    <pc:docChg chg="modSld">
      <pc:chgData name="Bùi Minh Phụng - Khoa Công nghệ Thông tin - VLTECH" userId="31ee5542-8119-4308-8073-3356e750a326" providerId="ADAL" clId="{E2FAF230-A89D-43A1-B7F5-1A955AD859AB}" dt="2023-09-14T04:56:58.162" v="3" actId="6549"/>
      <pc:docMkLst>
        <pc:docMk/>
      </pc:docMkLst>
      <pc:sldChg chg="modSp mod">
        <pc:chgData name="Bùi Minh Phụng - Khoa Công nghệ Thông tin - VLTECH" userId="31ee5542-8119-4308-8073-3356e750a326" providerId="ADAL" clId="{E2FAF230-A89D-43A1-B7F5-1A955AD859AB}" dt="2023-09-14T04:56:58.162" v="3" actId="6549"/>
        <pc:sldMkLst>
          <pc:docMk/>
          <pc:sldMk cId="3671363652" sldId="285"/>
        </pc:sldMkLst>
      </pc:sldChg>
    </pc:docChg>
  </pc:docChgLst>
  <pc:docChgLst>
    <pc:chgData name="Bùi Minh Phụng - Khoa Công nghệ Thông tin - VLTECH" userId="31ee5542-8119-4308-8073-3356e750a326" providerId="ADAL" clId="{5290E0B6-7060-4B95-941D-9D80E2CF946F}"/>
    <pc:docChg chg="custSel delSld modSld">
      <pc:chgData name="Bùi Minh Phụng - Khoa Công nghệ Thông tin - VLTECH" userId="31ee5542-8119-4308-8073-3356e750a326" providerId="ADAL" clId="{5290E0B6-7060-4B95-941D-9D80E2CF946F}" dt="2025-09-08T15:29:13.792" v="397" actId="20577"/>
      <pc:docMkLst>
        <pc:docMk/>
      </pc:docMkLst>
      <pc:sldChg chg="modSp mod">
        <pc:chgData name="Bùi Minh Phụng - Khoa Công nghệ Thông tin - VLTECH" userId="31ee5542-8119-4308-8073-3356e750a326" providerId="ADAL" clId="{5290E0B6-7060-4B95-941D-9D80E2CF946F}" dt="2025-09-08T15:25:43.552" v="215" actId="1076"/>
        <pc:sldMkLst>
          <pc:docMk/>
          <pc:sldMk cId="98943473" sldId="268"/>
        </pc:sldMkLst>
        <pc:graphicFrameChg chg="mod modGraphic">
          <ac:chgData name="Bùi Minh Phụng - Khoa Công nghệ Thông tin - VLTECH" userId="31ee5542-8119-4308-8073-3356e750a326" providerId="ADAL" clId="{5290E0B6-7060-4B95-941D-9D80E2CF946F}" dt="2025-09-08T15:25:43.552" v="215" actId="1076"/>
          <ac:graphicFrameMkLst>
            <pc:docMk/>
            <pc:sldMk cId="98943473" sldId="268"/>
            <ac:graphicFrameMk id="5" creationId="{D6B733B4-F56E-AF4D-B80A-45D44E3F10C2}"/>
          </ac:graphicFrameMkLst>
        </pc:graphicFrameChg>
      </pc:sldChg>
      <pc:sldChg chg="addSp delSp modSp mod">
        <pc:chgData name="Bùi Minh Phụng - Khoa Công nghệ Thông tin - VLTECH" userId="31ee5542-8119-4308-8073-3356e750a326" providerId="ADAL" clId="{5290E0B6-7060-4B95-941D-9D80E2CF946F}" dt="2025-09-08T15:29:13.792" v="397" actId="20577"/>
        <pc:sldMkLst>
          <pc:docMk/>
          <pc:sldMk cId="2346981187" sldId="2605"/>
        </pc:sldMkLst>
        <pc:graphicFrameChg chg="add mod modGraphic">
          <ac:chgData name="Bùi Minh Phụng - Khoa Công nghệ Thông tin - VLTECH" userId="31ee5542-8119-4308-8073-3356e750a326" providerId="ADAL" clId="{5290E0B6-7060-4B95-941D-9D80E2CF946F}" dt="2025-09-08T15:29:13.792" v="397" actId="20577"/>
          <ac:graphicFrameMkLst>
            <pc:docMk/>
            <pc:sldMk cId="2346981187" sldId="2605"/>
            <ac:graphicFrameMk id="3" creationId="{9DABC082-AFC6-1100-A99A-1F9FB0259E14}"/>
          </ac:graphicFrameMkLst>
        </pc:graphicFrameChg>
        <pc:graphicFrameChg chg="del">
          <ac:chgData name="Bùi Minh Phụng - Khoa Công nghệ Thông tin - VLTECH" userId="31ee5542-8119-4308-8073-3356e750a326" providerId="ADAL" clId="{5290E0B6-7060-4B95-941D-9D80E2CF946F}" dt="2025-09-08T15:05:45.033" v="0" actId="478"/>
          <ac:graphicFrameMkLst>
            <pc:docMk/>
            <pc:sldMk cId="2346981187" sldId="2605"/>
            <ac:graphicFrameMk id="5" creationId="{6A349029-58DC-437F-13BB-73544306465B}"/>
          </ac:graphicFrameMkLst>
        </pc:graphicFrameChg>
      </pc:sldChg>
      <pc:sldChg chg="del">
        <pc:chgData name="Bùi Minh Phụng - Khoa Công nghệ Thông tin - VLTECH" userId="31ee5542-8119-4308-8073-3356e750a326" providerId="ADAL" clId="{5290E0B6-7060-4B95-941D-9D80E2CF946F}" dt="2025-09-08T15:10:41.718" v="12" actId="47"/>
        <pc:sldMkLst>
          <pc:docMk/>
          <pc:sldMk cId="1265757110" sldId="2606"/>
        </pc:sldMkLst>
      </pc:sldChg>
      <pc:sldChg chg="del">
        <pc:chgData name="Bùi Minh Phụng - Khoa Công nghệ Thông tin - VLTECH" userId="31ee5542-8119-4308-8073-3356e750a326" providerId="ADAL" clId="{5290E0B6-7060-4B95-941D-9D80E2CF946F}" dt="2025-09-08T15:10:42.575" v="13" actId="47"/>
        <pc:sldMkLst>
          <pc:docMk/>
          <pc:sldMk cId="3025455162" sldId="2607"/>
        </pc:sldMkLst>
      </pc:sldChg>
      <pc:sldChg chg="del">
        <pc:chgData name="Bùi Minh Phụng - Khoa Công nghệ Thông tin - VLTECH" userId="31ee5542-8119-4308-8073-3356e750a326" providerId="ADAL" clId="{5290E0B6-7060-4B95-941D-9D80E2CF946F}" dt="2025-09-08T15:10:43.314" v="14" actId="47"/>
        <pc:sldMkLst>
          <pc:docMk/>
          <pc:sldMk cId="3821413168" sldId="2608"/>
        </pc:sldMkLst>
      </pc:sldChg>
    </pc:docChg>
  </pc:docChgLst>
  <pc:docChgLst>
    <pc:chgData name="Bùi Minh Phụng - Khoa Công nghệ Thông tin - VLTECH" userId="31ee5542-8119-4308-8073-3356e750a326" providerId="ADAL" clId="{0307F563-1B17-4267-A377-A29D044C3A88}"/>
    <pc:docChg chg="custSel addSld delSld modSld">
      <pc:chgData name="Bùi Minh Phụng - Khoa Công nghệ Thông tin - VLTECH" userId="31ee5542-8119-4308-8073-3356e750a326" providerId="ADAL" clId="{0307F563-1B17-4267-A377-A29D044C3A88}" dt="2025-09-09T01:06:27.455" v="402" actId="20577"/>
      <pc:docMkLst>
        <pc:docMk/>
      </pc:docMkLst>
      <pc:sldChg chg="modSp mod">
        <pc:chgData name="Bùi Minh Phụng - Khoa Công nghệ Thông tin - VLTECH" userId="31ee5542-8119-4308-8073-3356e750a326" providerId="ADAL" clId="{0307F563-1B17-4267-A377-A29D044C3A88}" dt="2025-09-09T00:58:28.277" v="31" actId="20577"/>
        <pc:sldMkLst>
          <pc:docMk/>
          <pc:sldMk cId="3752970458" sldId="262"/>
        </pc:sldMkLst>
        <pc:spChg chg="mod">
          <ac:chgData name="Bùi Minh Phụng - Khoa Công nghệ Thông tin - VLTECH" userId="31ee5542-8119-4308-8073-3356e750a326" providerId="ADAL" clId="{0307F563-1B17-4267-A377-A29D044C3A88}" dt="2025-09-09T00:58:28.277" v="31" actId="20577"/>
          <ac:spMkLst>
            <pc:docMk/>
            <pc:sldMk cId="3752970458" sldId="262"/>
            <ac:spMk id="10" creationId="{1EC55E11-0B6E-4945-ACA7-D535CAE5E5B7}"/>
          </ac:spMkLst>
        </pc:spChg>
      </pc:sldChg>
      <pc:sldChg chg="delSp modSp mod delAnim">
        <pc:chgData name="Bùi Minh Phụng - Khoa Công nghệ Thông tin - VLTECH" userId="31ee5542-8119-4308-8073-3356e750a326" providerId="ADAL" clId="{0307F563-1B17-4267-A377-A29D044C3A88}" dt="2025-09-09T01:06:27.455" v="402" actId="20577"/>
        <pc:sldMkLst>
          <pc:docMk/>
          <pc:sldMk cId="3484899518" sldId="264"/>
        </pc:sldMkLst>
        <pc:spChg chg="mod">
          <ac:chgData name="Bùi Minh Phụng - Khoa Công nghệ Thông tin - VLTECH" userId="31ee5542-8119-4308-8073-3356e750a326" providerId="ADAL" clId="{0307F563-1B17-4267-A377-A29D044C3A88}" dt="2025-09-09T01:03:26.571" v="330" actId="14100"/>
          <ac:spMkLst>
            <pc:docMk/>
            <pc:sldMk cId="3484899518" sldId="264"/>
            <ac:spMk id="2" creationId="{5C9EDD33-35A3-4950-AE06-7A6BB54603B3}"/>
          </ac:spMkLst>
        </pc:spChg>
        <pc:spChg chg="del">
          <ac:chgData name="Bùi Minh Phụng - Khoa Công nghệ Thông tin - VLTECH" userId="31ee5542-8119-4308-8073-3356e750a326" providerId="ADAL" clId="{0307F563-1B17-4267-A377-A29D044C3A88}" dt="2025-09-09T01:03:14.852" v="327" actId="478"/>
          <ac:spMkLst>
            <pc:docMk/>
            <pc:sldMk cId="3484899518" sldId="264"/>
            <ac:spMk id="5" creationId="{5174B64F-2211-40B6-94A4-98E6EE5A6F90}"/>
          </ac:spMkLst>
        </pc:spChg>
        <pc:spChg chg="del">
          <ac:chgData name="Bùi Minh Phụng - Khoa Công nghệ Thông tin - VLTECH" userId="31ee5542-8119-4308-8073-3356e750a326" providerId="ADAL" clId="{0307F563-1B17-4267-A377-A29D044C3A88}" dt="2025-09-09T01:03:14.004" v="326" actId="478"/>
          <ac:spMkLst>
            <pc:docMk/>
            <pc:sldMk cId="3484899518" sldId="264"/>
            <ac:spMk id="6" creationId="{E39B0AFE-6600-404A-A0AC-6EBD03C4C2AE}"/>
          </ac:spMkLst>
        </pc:spChg>
        <pc:graphicFrameChg chg="mod modGraphic">
          <ac:chgData name="Bùi Minh Phụng - Khoa Công nghệ Thông tin - VLTECH" userId="31ee5542-8119-4308-8073-3356e750a326" providerId="ADAL" clId="{0307F563-1B17-4267-A377-A29D044C3A88}" dt="2025-09-09T01:06:27.455" v="402" actId="20577"/>
          <ac:graphicFrameMkLst>
            <pc:docMk/>
            <pc:sldMk cId="3484899518" sldId="264"/>
            <ac:graphicFrameMk id="4" creationId="{76EE4369-FDB8-4E64-8FFD-BD97BCC646B7}"/>
          </ac:graphicFrameMkLst>
        </pc:graphicFrameChg>
      </pc:sldChg>
      <pc:sldChg chg="modSp mod">
        <pc:chgData name="Bùi Minh Phụng - Khoa Công nghệ Thông tin - VLTECH" userId="31ee5542-8119-4308-8073-3356e750a326" providerId="ADAL" clId="{0307F563-1B17-4267-A377-A29D044C3A88}" dt="2025-09-09T00:57:02.082" v="3" actId="20577"/>
        <pc:sldMkLst>
          <pc:docMk/>
          <pc:sldMk cId="3671363652" sldId="285"/>
        </pc:sldMkLst>
        <pc:spChg chg="mod">
          <ac:chgData name="Bùi Minh Phụng - Khoa Công nghệ Thông tin - VLTECH" userId="31ee5542-8119-4308-8073-3356e750a326" providerId="ADAL" clId="{0307F563-1B17-4267-A377-A29D044C3A88}" dt="2025-09-09T00:56:59.349" v="2" actId="20577"/>
          <ac:spMkLst>
            <pc:docMk/>
            <pc:sldMk cId="3671363652" sldId="285"/>
            <ac:spMk id="17" creationId="{C9BD2F7B-3F77-4C00-A03B-0C17F27D1349}"/>
          </ac:spMkLst>
        </pc:spChg>
        <pc:spChg chg="mod">
          <ac:chgData name="Bùi Minh Phụng - Khoa Công nghệ Thông tin - VLTECH" userId="31ee5542-8119-4308-8073-3356e750a326" providerId="ADAL" clId="{0307F563-1B17-4267-A377-A29D044C3A88}" dt="2025-09-09T00:57:02.082" v="3" actId="20577"/>
          <ac:spMkLst>
            <pc:docMk/>
            <pc:sldMk cId="3671363652" sldId="285"/>
            <ac:spMk id="23" creationId="{C9BD2F7B-3F77-4C00-A03B-0C17F27D1349}"/>
          </ac:spMkLst>
        </pc:spChg>
      </pc:sldChg>
      <pc:sldChg chg="del">
        <pc:chgData name="Bùi Minh Phụng - Khoa Công nghệ Thông tin - VLTECH" userId="31ee5542-8119-4308-8073-3356e750a326" providerId="ADAL" clId="{0307F563-1B17-4267-A377-A29D044C3A88}" dt="2025-09-08T11:05:15.171" v="0" actId="47"/>
        <pc:sldMkLst>
          <pc:docMk/>
          <pc:sldMk cId="3448089675" sldId="319"/>
        </pc:sldMkLst>
      </pc:sldChg>
      <pc:sldChg chg="del">
        <pc:chgData name="Bùi Minh Phụng - Khoa Công nghệ Thông tin - VLTECH" userId="31ee5542-8119-4308-8073-3356e750a326" providerId="ADAL" clId="{0307F563-1B17-4267-A377-A29D044C3A88}" dt="2025-09-09T00:59:55.502" v="42" actId="47"/>
        <pc:sldMkLst>
          <pc:docMk/>
          <pc:sldMk cId="2299711810" sldId="2609"/>
        </pc:sldMkLst>
      </pc:sldChg>
      <pc:sldChg chg="modSp add mod">
        <pc:chgData name="Bùi Minh Phụng - Khoa Công nghệ Thông tin - VLTECH" userId="31ee5542-8119-4308-8073-3356e750a326" providerId="ADAL" clId="{0307F563-1B17-4267-A377-A29D044C3A88}" dt="2025-09-09T00:58:58.559" v="37" actId="27636"/>
        <pc:sldMkLst>
          <pc:docMk/>
          <pc:sldMk cId="207896183" sldId="2610"/>
        </pc:sldMkLst>
        <pc:spChg chg="mod">
          <ac:chgData name="Bùi Minh Phụng - Khoa Công nghệ Thông tin - VLTECH" userId="31ee5542-8119-4308-8073-3356e750a326" providerId="ADAL" clId="{0307F563-1B17-4267-A377-A29D044C3A88}" dt="2025-09-09T00:58:58.559" v="37" actId="27636"/>
          <ac:spMkLst>
            <pc:docMk/>
            <pc:sldMk cId="207896183" sldId="2610"/>
            <ac:spMk id="10" creationId="{B3485B3B-233B-CBDF-E15F-9E4D55A50D31}"/>
          </ac:spMkLst>
        </pc:spChg>
      </pc:sldChg>
    </pc:docChg>
  </pc:docChgLst>
  <pc:docChgLst>
    <pc:chgData name="Bùi Minh Phụng - Khoa Công nghệ Thông tin - VLTECH" userId="31ee5542-8119-4308-8073-3356e750a326" providerId="ADAL" clId="{F78DEAA9-B999-4D3A-ACBD-04F63372B2DA}"/>
    <pc:docChg chg="custSel addSld delSld modSld sldOrd">
      <pc:chgData name="Bùi Minh Phụng - Khoa Công nghệ Thông tin - VLTECH" userId="31ee5542-8119-4308-8073-3356e750a326" providerId="ADAL" clId="{F78DEAA9-B999-4D3A-ACBD-04F63372B2DA}" dt="2024-09-16T00:59:13.839" v="98" actId="2696"/>
      <pc:docMkLst>
        <pc:docMk/>
      </pc:docMkLst>
      <pc:sldChg chg="modSp mod">
        <pc:chgData name="Bùi Minh Phụng - Khoa Công nghệ Thông tin - VLTECH" userId="31ee5542-8119-4308-8073-3356e750a326" providerId="ADAL" clId="{F78DEAA9-B999-4D3A-ACBD-04F63372B2DA}" dt="2024-09-16T00:45:26.190" v="52" actId="20577"/>
        <pc:sldMkLst>
          <pc:docMk/>
          <pc:sldMk cId="98943473" sldId="268"/>
        </pc:sldMkLst>
      </pc:sldChg>
      <pc:sldChg chg="addSp modSp add mod ord">
        <pc:chgData name="Bùi Minh Phụng - Khoa Công nghệ Thông tin - VLTECH" userId="31ee5542-8119-4308-8073-3356e750a326" providerId="ADAL" clId="{F78DEAA9-B999-4D3A-ACBD-04F63372B2DA}" dt="2024-09-16T00:24:05.588" v="50" actId="1076"/>
        <pc:sldMkLst>
          <pc:docMk/>
          <pc:sldMk cId="2299711810" sldId="2609"/>
        </pc:sldMkLst>
      </pc:sldChg>
      <pc:sldChg chg="modSp add del mod ord modTransition">
        <pc:chgData name="Bùi Minh Phụng - Khoa Công nghệ Thông tin - VLTECH" userId="31ee5542-8119-4308-8073-3356e750a326" providerId="ADAL" clId="{F78DEAA9-B999-4D3A-ACBD-04F63372B2DA}" dt="2024-09-16T00:59:13.827" v="97" actId="2696"/>
        <pc:sldMkLst>
          <pc:docMk/>
          <pc:sldMk cId="3247488208" sldId="2610"/>
        </pc:sldMkLst>
      </pc:sldChg>
      <pc:sldChg chg="add del ord modTransition">
        <pc:chgData name="Bùi Minh Phụng - Khoa Công nghệ Thông tin - VLTECH" userId="31ee5542-8119-4308-8073-3356e750a326" providerId="ADAL" clId="{F78DEAA9-B999-4D3A-ACBD-04F63372B2DA}" dt="2024-09-16T00:59:13.839" v="98" actId="2696"/>
        <pc:sldMkLst>
          <pc:docMk/>
          <pc:sldMk cId="3743550657" sldId="2611"/>
        </pc:sldMkLst>
      </pc:sldChg>
    </pc:docChg>
  </pc:docChgLst>
  <pc:docChgLst>
    <pc:chgData name="k.cntt@vlu.edu.vn" userId="b5d39714-41ec-48a1-af50-e78aee90cb19" providerId="ADAL" clId="{7E77B75A-8677-4AA3-81D1-ACEAD358839B}"/>
    <pc:docChg chg="modSld">
      <pc:chgData name="k.cntt@vlu.edu.vn" userId="b5d39714-41ec-48a1-af50-e78aee90cb19" providerId="ADAL" clId="{7E77B75A-8677-4AA3-81D1-ACEAD358839B}" dt="2022-10-09T15:54:29.107" v="89" actId="20577"/>
      <pc:docMkLst>
        <pc:docMk/>
      </pc:docMkLst>
      <pc:sldChg chg="modSp mod">
        <pc:chgData name="k.cntt@vlu.edu.vn" userId="b5d39714-41ec-48a1-af50-e78aee90cb19" providerId="ADAL" clId="{7E77B75A-8677-4AA3-81D1-ACEAD358839B}" dt="2022-10-09T15:28:06.255" v="52"/>
        <pc:sldMkLst>
          <pc:docMk/>
          <pc:sldMk cId="4109716125" sldId="266"/>
        </pc:sldMkLst>
      </pc:sldChg>
      <pc:sldChg chg="modSp mod">
        <pc:chgData name="k.cntt@vlu.edu.vn" userId="b5d39714-41ec-48a1-af50-e78aee90cb19" providerId="ADAL" clId="{7E77B75A-8677-4AA3-81D1-ACEAD358839B}" dt="2022-10-09T15:12:25.541" v="41" actId="20577"/>
        <pc:sldMkLst>
          <pc:docMk/>
          <pc:sldMk cId="98943473" sldId="268"/>
        </pc:sldMkLst>
      </pc:sldChg>
      <pc:sldChg chg="modSp mod">
        <pc:chgData name="k.cntt@vlu.edu.vn" userId="b5d39714-41ec-48a1-af50-e78aee90cb19" providerId="ADAL" clId="{7E77B75A-8677-4AA3-81D1-ACEAD358839B}" dt="2022-10-09T15:54:29.107" v="89" actId="20577"/>
        <pc:sldMkLst>
          <pc:docMk/>
          <pc:sldMk cId="3671363652" sldId="285"/>
        </pc:sldMkLst>
      </pc:sldChg>
      <pc:sldChg chg="modSp mod">
        <pc:chgData name="k.cntt@vlu.edu.vn" userId="b5d39714-41ec-48a1-af50-e78aee90cb19" providerId="ADAL" clId="{7E77B75A-8677-4AA3-81D1-ACEAD358839B}" dt="2022-10-09T15:28:22.783" v="63" actId="1035"/>
        <pc:sldMkLst>
          <pc:docMk/>
          <pc:sldMk cId="3802906145" sldId="2599"/>
        </pc:sldMkLst>
      </pc:sldChg>
    </pc:docChg>
  </pc:docChgLst>
  <pc:docChgLst>
    <pc:chgData name="Bùi Minh Phụng - Khoa Công nghệ Thông tin - VLTECH" userId="31ee5542-8119-4308-8073-3356e750a326" providerId="ADAL" clId="{C81A5B1D-B45B-4A99-B9DD-A6F38BA69A36}"/>
    <pc:docChg chg="undo custSel addSld delSld modSld">
      <pc:chgData name="Bùi Minh Phụng - Khoa Công nghệ Thông tin - VLTECH" userId="31ee5542-8119-4308-8073-3356e750a326" providerId="ADAL" clId="{C81A5B1D-B45B-4A99-B9DD-A6F38BA69A36}" dt="2024-09-08T16:03:01.200" v="335" actId="2696"/>
      <pc:docMkLst>
        <pc:docMk/>
      </pc:docMkLst>
      <pc:sldChg chg="modSp mod">
        <pc:chgData name="Bùi Minh Phụng - Khoa Công nghệ Thông tin - VLTECH" userId="31ee5542-8119-4308-8073-3356e750a326" providerId="ADAL" clId="{C81A5B1D-B45B-4A99-B9DD-A6F38BA69A36}" dt="2024-09-08T15:51:26.771" v="147" actId="27636"/>
        <pc:sldMkLst>
          <pc:docMk/>
          <pc:sldMk cId="3752970458" sldId="262"/>
        </pc:sldMkLst>
      </pc:sldChg>
      <pc:sldChg chg="addSp delSp modSp mod">
        <pc:chgData name="Bùi Minh Phụng - Khoa Công nghệ Thông tin - VLTECH" userId="31ee5542-8119-4308-8073-3356e750a326" providerId="ADAL" clId="{C81A5B1D-B45B-4A99-B9DD-A6F38BA69A36}" dt="2024-09-08T16:02:36.746" v="331" actId="5793"/>
        <pc:sldMkLst>
          <pc:docMk/>
          <pc:sldMk cId="98943473" sldId="268"/>
        </pc:sldMkLst>
      </pc:sldChg>
      <pc:sldChg chg="modSp mod">
        <pc:chgData name="Bùi Minh Phụng - Khoa Công nghệ Thông tin - VLTECH" userId="31ee5542-8119-4308-8073-3356e750a326" providerId="ADAL" clId="{C81A5B1D-B45B-4A99-B9DD-A6F38BA69A36}" dt="2024-09-08T16:02:46.186" v="332" actId="1076"/>
        <pc:sldMkLst>
          <pc:docMk/>
          <pc:sldMk cId="2160611362" sldId="269"/>
        </pc:sldMkLst>
      </pc:sldChg>
      <pc:sldChg chg="modSp mod">
        <pc:chgData name="Bùi Minh Phụng - Khoa Công nghệ Thông tin - VLTECH" userId="31ee5542-8119-4308-8073-3356e750a326" providerId="ADAL" clId="{C81A5B1D-B45B-4A99-B9DD-A6F38BA69A36}" dt="2024-09-08T15:36:01.011" v="3" actId="20577"/>
        <pc:sldMkLst>
          <pc:docMk/>
          <pc:sldMk cId="3671363652" sldId="285"/>
        </pc:sldMkLst>
      </pc:sldChg>
      <pc:sldChg chg="del">
        <pc:chgData name="Bùi Minh Phụng - Khoa Công nghệ Thông tin - VLTECH" userId="31ee5542-8119-4308-8073-3356e750a326" providerId="ADAL" clId="{C81A5B1D-B45B-4A99-B9DD-A6F38BA69A36}" dt="2024-09-08T15:44:12.749" v="55" actId="47"/>
        <pc:sldMkLst>
          <pc:docMk/>
          <pc:sldMk cId="3802906145" sldId="2599"/>
        </pc:sldMkLst>
      </pc:sldChg>
      <pc:sldChg chg="modSp del mod">
        <pc:chgData name="Bùi Minh Phụng - Khoa Công nghệ Thông tin - VLTECH" userId="31ee5542-8119-4308-8073-3356e750a326" providerId="ADAL" clId="{C81A5B1D-B45B-4A99-B9DD-A6F38BA69A36}" dt="2024-09-08T15:44:14.848" v="56" actId="47"/>
        <pc:sldMkLst>
          <pc:docMk/>
          <pc:sldMk cId="3264047254" sldId="2600"/>
        </pc:sldMkLst>
      </pc:sldChg>
      <pc:sldChg chg="modSp del mod">
        <pc:chgData name="Bùi Minh Phụng - Khoa Công nghệ Thông tin - VLTECH" userId="31ee5542-8119-4308-8073-3356e750a326" providerId="ADAL" clId="{C81A5B1D-B45B-4A99-B9DD-A6F38BA69A36}" dt="2024-09-08T15:44:15.929" v="57" actId="47"/>
        <pc:sldMkLst>
          <pc:docMk/>
          <pc:sldMk cId="247881637" sldId="2601"/>
        </pc:sldMkLst>
      </pc:sldChg>
      <pc:sldChg chg="del">
        <pc:chgData name="Bùi Minh Phụng - Khoa Công nghệ Thông tin - VLTECH" userId="31ee5542-8119-4308-8073-3356e750a326" providerId="ADAL" clId="{C81A5B1D-B45B-4A99-B9DD-A6F38BA69A36}" dt="2024-09-08T15:44:17.030" v="58" actId="47"/>
        <pc:sldMkLst>
          <pc:docMk/>
          <pc:sldMk cId="2250336365" sldId="2602"/>
        </pc:sldMkLst>
      </pc:sldChg>
      <pc:sldChg chg="modSp mod">
        <pc:chgData name="Bùi Minh Phụng - Khoa Công nghệ Thông tin - VLTECH" userId="31ee5542-8119-4308-8073-3356e750a326" providerId="ADAL" clId="{C81A5B1D-B45B-4A99-B9DD-A6F38BA69A36}" dt="2024-09-08T16:02:53.193" v="334" actId="20577"/>
        <pc:sldMkLst>
          <pc:docMk/>
          <pc:sldMk cId="845089240" sldId="2603"/>
        </pc:sldMkLst>
      </pc:sldChg>
      <pc:sldChg chg="del">
        <pc:chgData name="Bùi Minh Phụng - Khoa Công nghệ Thông tin - VLTECH" userId="31ee5542-8119-4308-8073-3356e750a326" providerId="ADAL" clId="{C81A5B1D-B45B-4A99-B9DD-A6F38BA69A36}" dt="2024-09-08T16:03:01.200" v="335" actId="2696"/>
        <pc:sldMkLst>
          <pc:docMk/>
          <pc:sldMk cId="1148950652" sldId="2604"/>
        </pc:sldMkLst>
      </pc:sldChg>
      <pc:sldChg chg="addSp delSp modSp add del mod">
        <pc:chgData name="Bùi Minh Phụng - Khoa Công nghệ Thông tin - VLTECH" userId="31ee5542-8119-4308-8073-3356e750a326" providerId="ADAL" clId="{C81A5B1D-B45B-4A99-B9DD-A6F38BA69A36}" dt="2024-09-08T15:51:11.635" v="143" actId="403"/>
        <pc:sldMkLst>
          <pc:docMk/>
          <pc:sldMk cId="2346981187" sldId="2605"/>
        </pc:sldMkLst>
      </pc:sldChg>
      <pc:sldChg chg="modSp add mod">
        <pc:chgData name="Bùi Minh Phụng - Khoa Công nghệ Thông tin - VLTECH" userId="31ee5542-8119-4308-8073-3356e750a326" providerId="ADAL" clId="{C81A5B1D-B45B-4A99-B9DD-A6F38BA69A36}" dt="2024-09-08T15:50:31.348" v="136" actId="404"/>
        <pc:sldMkLst>
          <pc:docMk/>
          <pc:sldMk cId="1265757110" sldId="2606"/>
        </pc:sldMkLst>
      </pc:sldChg>
      <pc:sldChg chg="modSp add mod">
        <pc:chgData name="Bùi Minh Phụng - Khoa Công nghệ Thông tin - VLTECH" userId="31ee5542-8119-4308-8073-3356e750a326" providerId="ADAL" clId="{C81A5B1D-B45B-4A99-B9DD-A6F38BA69A36}" dt="2024-09-08T15:49:14.859" v="105" actId="113"/>
        <pc:sldMkLst>
          <pc:docMk/>
          <pc:sldMk cId="3025455162" sldId="2607"/>
        </pc:sldMkLst>
      </pc:sldChg>
      <pc:sldChg chg="modSp add mod">
        <pc:chgData name="Bùi Minh Phụng - Khoa Công nghệ Thông tin - VLTECH" userId="31ee5542-8119-4308-8073-3356e750a326" providerId="ADAL" clId="{C81A5B1D-B45B-4A99-B9DD-A6F38BA69A36}" dt="2024-09-08T15:49:51.640" v="116" actId="113"/>
        <pc:sldMkLst>
          <pc:docMk/>
          <pc:sldMk cId="3821413168" sldId="2608"/>
        </pc:sldMkLst>
      </pc:sldChg>
    </pc:docChg>
  </pc:docChgLst>
  <pc:docChgLst>
    <pc:chgData name="Bùi Minh Phụng - Khoa Công nghệ thông tin - VLSET" userId="31ee5542-8119-4308-8073-3356e750a326" providerId="ADAL" clId="{7E77B75A-8677-4AA3-81D1-ACEAD358839B}"/>
    <pc:docChg chg="custSel addSld modSld">
      <pc:chgData name="Bùi Minh Phụng - Khoa Công nghệ thông tin - VLSET" userId="31ee5542-8119-4308-8073-3356e750a326" providerId="ADAL" clId="{7E77B75A-8677-4AA3-81D1-ACEAD358839B}" dt="2022-10-17T01:48:26.824" v="277" actId="20577"/>
      <pc:docMkLst>
        <pc:docMk/>
      </pc:docMkLst>
      <pc:sldChg chg="modSp mod">
        <pc:chgData name="Bùi Minh Phụng - Khoa Công nghệ thông tin - VLSET" userId="31ee5542-8119-4308-8073-3356e750a326" providerId="ADAL" clId="{7E77B75A-8677-4AA3-81D1-ACEAD358839B}" dt="2022-10-11T16:06:06.724" v="12" actId="20577"/>
        <pc:sldMkLst>
          <pc:docMk/>
          <pc:sldMk cId="98943473" sldId="268"/>
        </pc:sldMkLst>
      </pc:sldChg>
      <pc:sldChg chg="delSp modSp mod">
        <pc:chgData name="Bùi Minh Phụng - Khoa Công nghệ thông tin - VLSET" userId="31ee5542-8119-4308-8073-3356e750a326" providerId="ADAL" clId="{7E77B75A-8677-4AA3-81D1-ACEAD358839B}" dt="2022-10-17T01:48:26.824" v="277" actId="20577"/>
        <pc:sldMkLst>
          <pc:docMk/>
          <pc:sldMk cId="3802906145" sldId="2599"/>
        </pc:sldMkLst>
      </pc:sldChg>
      <pc:sldChg chg="delSp modSp add mod">
        <pc:chgData name="Bùi Minh Phụng - Khoa Công nghệ thông tin - VLSET" userId="31ee5542-8119-4308-8073-3356e750a326" providerId="ADAL" clId="{7E77B75A-8677-4AA3-81D1-ACEAD358839B}" dt="2022-10-16T16:47:52.308" v="273" actId="20577"/>
        <pc:sldMkLst>
          <pc:docMk/>
          <pc:sldMk cId="845089240" sldId="2603"/>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50027B-4E01-496E-B292-7B05C4F22D04}"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4EB674A4-A0DC-45A4-85F2-481ACF73F598}">
      <dgm:prSet phldrT="[Text]" custT="1"/>
      <dgm:spPr/>
      <dgm:t>
        <a:bodyPr/>
        <a:lstStyle/>
        <a:p>
          <a:r>
            <a:rPr lang="en-US" sz="2800"/>
            <a:t>Tham </a:t>
          </a:r>
          <a:r>
            <a:rPr lang="en-US" sz="2800" err="1"/>
            <a:t>gia</a:t>
          </a:r>
          <a:r>
            <a:rPr lang="en-US" sz="2800"/>
            <a:t> </a:t>
          </a:r>
          <a:r>
            <a:rPr lang="en-US" sz="2800" err="1"/>
            <a:t>lớp</a:t>
          </a:r>
          <a:r>
            <a:rPr lang="en-US" sz="2800"/>
            <a:t> học đầy đủ: sẽ điểm </a:t>
          </a:r>
          <a:r>
            <a:rPr lang="en-US" sz="2800" err="1"/>
            <a:t>danh</a:t>
          </a:r>
          <a:r>
            <a:rPr lang="en-US" sz="2800"/>
            <a:t> và tính điểm chuyên cần</a:t>
          </a:r>
        </a:p>
      </dgm:t>
    </dgm:pt>
    <dgm:pt modelId="{897A5655-B61D-49E1-8E09-A4AC27C263E2}" type="parTrans" cxnId="{16696C59-BDAA-4243-B110-087F71EA3734}">
      <dgm:prSet/>
      <dgm:spPr/>
      <dgm:t>
        <a:bodyPr/>
        <a:lstStyle/>
        <a:p>
          <a:endParaRPr lang="en-US" sz="2800"/>
        </a:p>
      </dgm:t>
    </dgm:pt>
    <dgm:pt modelId="{F32DF2CE-3AE5-41D0-BBE8-DA171EEECA30}" type="sibTrans" cxnId="{16696C59-BDAA-4243-B110-087F71EA3734}">
      <dgm:prSet/>
      <dgm:spPr/>
      <dgm:t>
        <a:bodyPr/>
        <a:lstStyle/>
        <a:p>
          <a:endParaRPr lang="en-US" sz="2800"/>
        </a:p>
      </dgm:t>
    </dgm:pt>
    <dgm:pt modelId="{FF1D90AD-AF7C-4EFD-B85F-AE5C4E969977}">
      <dgm:prSet custT="1"/>
      <dgm:spPr/>
      <dgm:t>
        <a:bodyPr/>
        <a:lstStyle/>
        <a:p>
          <a:r>
            <a:rPr lang="en-US" sz="2800"/>
            <a:t>Tham </a:t>
          </a:r>
          <a:r>
            <a:rPr lang="en-US" sz="2800" err="1"/>
            <a:t>gia</a:t>
          </a:r>
          <a:r>
            <a:rPr lang="en-US" sz="2800"/>
            <a:t> làm bài tập, thảo luận trên lớp trên lớp LT</a:t>
          </a:r>
        </a:p>
        <a:p>
          <a:r>
            <a:rPr lang="en-US" sz="2800"/>
            <a:t>Tham gia làm bài thực hành/Lab trên lớp TH</a:t>
          </a:r>
        </a:p>
      </dgm:t>
    </dgm:pt>
    <dgm:pt modelId="{3A5A834B-446B-4CC2-A963-A50BD24ADE0B}" type="parTrans" cxnId="{63824DF3-AA20-4B76-BC2E-E857B040E392}">
      <dgm:prSet/>
      <dgm:spPr/>
      <dgm:t>
        <a:bodyPr/>
        <a:lstStyle/>
        <a:p>
          <a:endParaRPr lang="en-US" sz="2800"/>
        </a:p>
      </dgm:t>
    </dgm:pt>
    <dgm:pt modelId="{BC2A5522-F42F-4875-9154-793C6D914F33}" type="sibTrans" cxnId="{63824DF3-AA20-4B76-BC2E-E857B040E392}">
      <dgm:prSet/>
      <dgm:spPr/>
      <dgm:t>
        <a:bodyPr/>
        <a:lstStyle/>
        <a:p>
          <a:endParaRPr lang="en-US" sz="2800"/>
        </a:p>
      </dgm:t>
    </dgm:pt>
    <dgm:pt modelId="{7E84E4D9-A98F-4802-A093-15B1B7DAFB12}">
      <dgm:prSet custT="1"/>
      <dgm:spPr/>
      <dgm:t>
        <a:bodyPr/>
        <a:lstStyle/>
        <a:p>
          <a:r>
            <a:rPr lang="en-US" sz="2800"/>
            <a:t>Mang giấy bút để ghi chú và làm bài tập</a:t>
          </a:r>
        </a:p>
      </dgm:t>
    </dgm:pt>
    <dgm:pt modelId="{52388C95-2FF8-4255-89AC-A6CA70DF2CD2}" type="parTrans" cxnId="{DF419DB1-C3E2-454C-8F1F-FF74FD19C8DD}">
      <dgm:prSet/>
      <dgm:spPr/>
      <dgm:t>
        <a:bodyPr/>
        <a:lstStyle/>
        <a:p>
          <a:endParaRPr lang="en-US" sz="2800"/>
        </a:p>
      </dgm:t>
    </dgm:pt>
    <dgm:pt modelId="{CA7BFF2C-4308-447B-ADE4-587711633321}" type="sibTrans" cxnId="{DF419DB1-C3E2-454C-8F1F-FF74FD19C8DD}">
      <dgm:prSet/>
      <dgm:spPr/>
      <dgm:t>
        <a:bodyPr/>
        <a:lstStyle/>
        <a:p>
          <a:endParaRPr lang="en-US" sz="2800"/>
        </a:p>
      </dgm:t>
    </dgm:pt>
    <dgm:pt modelId="{258CD6AC-6927-4BEA-AB7B-6F8C445E9A7D}" type="pres">
      <dgm:prSet presAssocID="{DE50027B-4E01-496E-B292-7B05C4F22D04}" presName="linear" presStyleCnt="0">
        <dgm:presLayoutVars>
          <dgm:dir/>
          <dgm:resizeHandles val="exact"/>
        </dgm:presLayoutVars>
      </dgm:prSet>
      <dgm:spPr/>
    </dgm:pt>
    <dgm:pt modelId="{996BED21-5718-4C1E-A00D-5FD080FF86BF}" type="pres">
      <dgm:prSet presAssocID="{4EB674A4-A0DC-45A4-85F2-481ACF73F598}" presName="comp" presStyleCnt="0"/>
      <dgm:spPr/>
    </dgm:pt>
    <dgm:pt modelId="{9FEF5D65-D348-4835-9800-4A76293BEDEB}" type="pres">
      <dgm:prSet presAssocID="{4EB674A4-A0DC-45A4-85F2-481ACF73F598}" presName="box" presStyleLbl="node1" presStyleIdx="0" presStyleCnt="3" custLinFactNeighborX="-2880"/>
      <dgm:spPr/>
    </dgm:pt>
    <dgm:pt modelId="{31AFFC44-43C9-4AF7-9DDF-27C79E774137}" type="pres">
      <dgm:prSet presAssocID="{4EB674A4-A0DC-45A4-85F2-481ACF73F598}" presName="img"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Graph and note paper with pencils"/>
        </a:ext>
      </dgm:extLst>
    </dgm:pt>
    <dgm:pt modelId="{CEEB1E8E-EA9D-44A7-B4C5-30A09654AA72}" type="pres">
      <dgm:prSet presAssocID="{4EB674A4-A0DC-45A4-85F2-481ACF73F598}" presName="text" presStyleLbl="node1" presStyleIdx="0" presStyleCnt="3">
        <dgm:presLayoutVars>
          <dgm:bulletEnabled val="1"/>
        </dgm:presLayoutVars>
      </dgm:prSet>
      <dgm:spPr/>
    </dgm:pt>
    <dgm:pt modelId="{D2DE9C19-E952-4531-AD39-D06133E15D2E}" type="pres">
      <dgm:prSet presAssocID="{F32DF2CE-3AE5-41D0-BBE8-DA171EEECA30}" presName="spacer" presStyleCnt="0"/>
      <dgm:spPr/>
    </dgm:pt>
    <dgm:pt modelId="{244E47B0-923D-4B71-93D4-5E34BDD1D762}" type="pres">
      <dgm:prSet presAssocID="{FF1D90AD-AF7C-4EFD-B85F-AE5C4E969977}" presName="comp" presStyleCnt="0"/>
      <dgm:spPr/>
    </dgm:pt>
    <dgm:pt modelId="{136A2697-F9D5-47CB-B71C-C5828985B34F}" type="pres">
      <dgm:prSet presAssocID="{FF1D90AD-AF7C-4EFD-B85F-AE5C4E969977}" presName="box" presStyleLbl="node1" presStyleIdx="1" presStyleCnt="3"/>
      <dgm:spPr/>
    </dgm:pt>
    <dgm:pt modelId="{72252A5D-AC51-45D2-908A-A7E10A257C0B}" type="pres">
      <dgm:prSet presAssocID="{FF1D90AD-AF7C-4EFD-B85F-AE5C4E969977}" presName="img"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t="-31000" b="-31000"/>
          </a:stretch>
        </a:blipFill>
      </dgm:spPr>
      <dgm:extLst>
        <a:ext uri="{E40237B7-FDA0-4F09-8148-C483321AD2D9}">
          <dgm14:cNvPr xmlns:dgm14="http://schemas.microsoft.com/office/drawing/2010/diagram" id="0" name="" descr="Open book with table lamp, books, pen and pencil"/>
        </a:ext>
      </dgm:extLst>
    </dgm:pt>
    <dgm:pt modelId="{1553BA46-436F-48D4-A891-5B4FEFEA9FBE}" type="pres">
      <dgm:prSet presAssocID="{FF1D90AD-AF7C-4EFD-B85F-AE5C4E969977}" presName="text" presStyleLbl="node1" presStyleIdx="1" presStyleCnt="3">
        <dgm:presLayoutVars>
          <dgm:bulletEnabled val="1"/>
        </dgm:presLayoutVars>
      </dgm:prSet>
      <dgm:spPr/>
    </dgm:pt>
    <dgm:pt modelId="{B42A2B22-784D-4402-A9B0-37E4A936FAE4}" type="pres">
      <dgm:prSet presAssocID="{BC2A5522-F42F-4875-9154-793C6D914F33}" presName="spacer" presStyleCnt="0"/>
      <dgm:spPr/>
    </dgm:pt>
    <dgm:pt modelId="{2A23693F-6219-4DB6-9CF2-BBA28B004B95}" type="pres">
      <dgm:prSet presAssocID="{7E84E4D9-A98F-4802-A093-15B1B7DAFB12}" presName="comp" presStyleCnt="0"/>
      <dgm:spPr/>
    </dgm:pt>
    <dgm:pt modelId="{89FE62F6-35C8-47BF-9BF4-C602A3BBC345}" type="pres">
      <dgm:prSet presAssocID="{7E84E4D9-A98F-4802-A093-15B1B7DAFB12}" presName="box" presStyleLbl="node1" presStyleIdx="2" presStyleCnt="3"/>
      <dgm:spPr/>
    </dgm:pt>
    <dgm:pt modelId="{DB1EEA32-8198-4D40-894D-9E716F3B3541}" type="pres">
      <dgm:prSet presAssocID="{7E84E4D9-A98F-4802-A093-15B1B7DAFB12}" presName="img"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t="-31000" b="-31000"/>
          </a:stretch>
        </a:blipFill>
      </dgm:spPr>
      <dgm:extLst>
        <a:ext uri="{E40237B7-FDA0-4F09-8148-C483321AD2D9}">
          <dgm14:cNvPr xmlns:dgm14="http://schemas.microsoft.com/office/drawing/2010/diagram" id="0" name="" descr="An embroidery set with hoop, needles and thread, scissors and buttons"/>
        </a:ext>
      </dgm:extLst>
    </dgm:pt>
    <dgm:pt modelId="{9A672249-1B06-4D69-9895-E2472EE02035}" type="pres">
      <dgm:prSet presAssocID="{7E84E4D9-A98F-4802-A093-15B1B7DAFB12}" presName="text" presStyleLbl="node1" presStyleIdx="2" presStyleCnt="3">
        <dgm:presLayoutVars>
          <dgm:bulletEnabled val="1"/>
        </dgm:presLayoutVars>
      </dgm:prSet>
      <dgm:spPr/>
    </dgm:pt>
  </dgm:ptLst>
  <dgm:cxnLst>
    <dgm:cxn modelId="{6AC9EA05-E35C-4F2B-A50B-295C6C8781D9}" type="presOf" srcId="{7E84E4D9-A98F-4802-A093-15B1B7DAFB12}" destId="{89FE62F6-35C8-47BF-9BF4-C602A3BBC345}" srcOrd="0" destOrd="0" presId="urn:microsoft.com/office/officeart/2005/8/layout/vList4"/>
    <dgm:cxn modelId="{954CC01F-0470-4E0A-BA2F-71CAF474DC1C}" type="presOf" srcId="{4EB674A4-A0DC-45A4-85F2-481ACF73F598}" destId="{9FEF5D65-D348-4835-9800-4A76293BEDEB}" srcOrd="0" destOrd="0" presId="urn:microsoft.com/office/officeart/2005/8/layout/vList4"/>
    <dgm:cxn modelId="{985F932A-ADE8-41A0-8E30-DC1BE3548662}" type="presOf" srcId="{7E84E4D9-A98F-4802-A093-15B1B7DAFB12}" destId="{9A672249-1B06-4D69-9895-E2472EE02035}" srcOrd="1" destOrd="0" presId="urn:microsoft.com/office/officeart/2005/8/layout/vList4"/>
    <dgm:cxn modelId="{564E2A63-8D4F-4801-A889-2A52572CCAC4}" type="presOf" srcId="{FF1D90AD-AF7C-4EFD-B85F-AE5C4E969977}" destId="{1553BA46-436F-48D4-A891-5B4FEFEA9FBE}" srcOrd="1" destOrd="0" presId="urn:microsoft.com/office/officeart/2005/8/layout/vList4"/>
    <dgm:cxn modelId="{C5162D4C-574F-40FA-989C-ADF41FF92E73}" type="presOf" srcId="{4EB674A4-A0DC-45A4-85F2-481ACF73F598}" destId="{CEEB1E8E-EA9D-44A7-B4C5-30A09654AA72}" srcOrd="1" destOrd="0" presId="urn:microsoft.com/office/officeart/2005/8/layout/vList4"/>
    <dgm:cxn modelId="{16696C59-BDAA-4243-B110-087F71EA3734}" srcId="{DE50027B-4E01-496E-B292-7B05C4F22D04}" destId="{4EB674A4-A0DC-45A4-85F2-481ACF73F598}" srcOrd="0" destOrd="0" parTransId="{897A5655-B61D-49E1-8E09-A4AC27C263E2}" sibTransId="{F32DF2CE-3AE5-41D0-BBE8-DA171EEECA30}"/>
    <dgm:cxn modelId="{2C3B858F-6F3A-45B4-AC9F-26DBB8DDE261}" type="presOf" srcId="{DE50027B-4E01-496E-B292-7B05C4F22D04}" destId="{258CD6AC-6927-4BEA-AB7B-6F8C445E9A7D}" srcOrd="0" destOrd="0" presId="urn:microsoft.com/office/officeart/2005/8/layout/vList4"/>
    <dgm:cxn modelId="{DF419DB1-C3E2-454C-8F1F-FF74FD19C8DD}" srcId="{DE50027B-4E01-496E-B292-7B05C4F22D04}" destId="{7E84E4D9-A98F-4802-A093-15B1B7DAFB12}" srcOrd="2" destOrd="0" parTransId="{52388C95-2FF8-4255-89AC-A6CA70DF2CD2}" sibTransId="{CA7BFF2C-4308-447B-ADE4-587711633321}"/>
    <dgm:cxn modelId="{59468ACA-C5EE-4978-B9FE-024E8915191B}" type="presOf" srcId="{FF1D90AD-AF7C-4EFD-B85F-AE5C4E969977}" destId="{136A2697-F9D5-47CB-B71C-C5828985B34F}" srcOrd="0" destOrd="0" presId="urn:microsoft.com/office/officeart/2005/8/layout/vList4"/>
    <dgm:cxn modelId="{63824DF3-AA20-4B76-BC2E-E857B040E392}" srcId="{DE50027B-4E01-496E-B292-7B05C4F22D04}" destId="{FF1D90AD-AF7C-4EFD-B85F-AE5C4E969977}" srcOrd="1" destOrd="0" parTransId="{3A5A834B-446B-4CC2-A963-A50BD24ADE0B}" sibTransId="{BC2A5522-F42F-4875-9154-793C6D914F33}"/>
    <dgm:cxn modelId="{9699FC04-3E33-4BA3-920D-1C4050FC6795}" type="presParOf" srcId="{258CD6AC-6927-4BEA-AB7B-6F8C445E9A7D}" destId="{996BED21-5718-4C1E-A00D-5FD080FF86BF}" srcOrd="0" destOrd="0" presId="urn:microsoft.com/office/officeart/2005/8/layout/vList4"/>
    <dgm:cxn modelId="{E80CA03D-8ED3-4A6A-B967-548BB2211BB8}" type="presParOf" srcId="{996BED21-5718-4C1E-A00D-5FD080FF86BF}" destId="{9FEF5D65-D348-4835-9800-4A76293BEDEB}" srcOrd="0" destOrd="0" presId="urn:microsoft.com/office/officeart/2005/8/layout/vList4"/>
    <dgm:cxn modelId="{C31B5401-A02A-4940-A33A-2DE06C0BD415}" type="presParOf" srcId="{996BED21-5718-4C1E-A00D-5FD080FF86BF}" destId="{31AFFC44-43C9-4AF7-9DDF-27C79E774137}" srcOrd="1" destOrd="0" presId="urn:microsoft.com/office/officeart/2005/8/layout/vList4"/>
    <dgm:cxn modelId="{7E69A478-AF4B-46D5-8A36-F94C25D6D6D9}" type="presParOf" srcId="{996BED21-5718-4C1E-A00D-5FD080FF86BF}" destId="{CEEB1E8E-EA9D-44A7-B4C5-30A09654AA72}" srcOrd="2" destOrd="0" presId="urn:microsoft.com/office/officeart/2005/8/layout/vList4"/>
    <dgm:cxn modelId="{9D64E3E0-3065-4273-A992-BE61F69F2197}" type="presParOf" srcId="{258CD6AC-6927-4BEA-AB7B-6F8C445E9A7D}" destId="{D2DE9C19-E952-4531-AD39-D06133E15D2E}" srcOrd="1" destOrd="0" presId="urn:microsoft.com/office/officeart/2005/8/layout/vList4"/>
    <dgm:cxn modelId="{FF294B3C-EC36-4CBA-B2CB-1771D648E32F}" type="presParOf" srcId="{258CD6AC-6927-4BEA-AB7B-6F8C445E9A7D}" destId="{244E47B0-923D-4B71-93D4-5E34BDD1D762}" srcOrd="2" destOrd="0" presId="urn:microsoft.com/office/officeart/2005/8/layout/vList4"/>
    <dgm:cxn modelId="{1C17D99E-A740-41ED-B6EE-4E09E7362B52}" type="presParOf" srcId="{244E47B0-923D-4B71-93D4-5E34BDD1D762}" destId="{136A2697-F9D5-47CB-B71C-C5828985B34F}" srcOrd="0" destOrd="0" presId="urn:microsoft.com/office/officeart/2005/8/layout/vList4"/>
    <dgm:cxn modelId="{79A73A70-E724-42AC-AE9F-0A29774706E2}" type="presParOf" srcId="{244E47B0-923D-4B71-93D4-5E34BDD1D762}" destId="{72252A5D-AC51-45D2-908A-A7E10A257C0B}" srcOrd="1" destOrd="0" presId="urn:microsoft.com/office/officeart/2005/8/layout/vList4"/>
    <dgm:cxn modelId="{6605AA83-3ED9-4070-B9CC-F1A12099735B}" type="presParOf" srcId="{244E47B0-923D-4B71-93D4-5E34BDD1D762}" destId="{1553BA46-436F-48D4-A891-5B4FEFEA9FBE}" srcOrd="2" destOrd="0" presId="urn:microsoft.com/office/officeart/2005/8/layout/vList4"/>
    <dgm:cxn modelId="{D07831A4-18D9-474D-AC16-123546614024}" type="presParOf" srcId="{258CD6AC-6927-4BEA-AB7B-6F8C445E9A7D}" destId="{B42A2B22-784D-4402-A9B0-37E4A936FAE4}" srcOrd="3" destOrd="0" presId="urn:microsoft.com/office/officeart/2005/8/layout/vList4"/>
    <dgm:cxn modelId="{9D7DA3E0-FF16-4316-8892-59F6ECF8E555}" type="presParOf" srcId="{258CD6AC-6927-4BEA-AB7B-6F8C445E9A7D}" destId="{2A23693F-6219-4DB6-9CF2-BBA28B004B95}" srcOrd="4" destOrd="0" presId="urn:microsoft.com/office/officeart/2005/8/layout/vList4"/>
    <dgm:cxn modelId="{1A6A3BA8-EF20-49B2-95B4-8BBC777A96E1}" type="presParOf" srcId="{2A23693F-6219-4DB6-9CF2-BBA28B004B95}" destId="{89FE62F6-35C8-47BF-9BF4-C602A3BBC345}" srcOrd="0" destOrd="0" presId="urn:microsoft.com/office/officeart/2005/8/layout/vList4"/>
    <dgm:cxn modelId="{54818F82-EC07-4AC1-A5D0-EA8C21B73731}" type="presParOf" srcId="{2A23693F-6219-4DB6-9CF2-BBA28B004B95}" destId="{DB1EEA32-8198-4D40-894D-9E716F3B3541}" srcOrd="1" destOrd="0" presId="urn:microsoft.com/office/officeart/2005/8/layout/vList4"/>
    <dgm:cxn modelId="{57ACCBE5-565E-4EFA-9167-9DD6C330D638}" type="presParOf" srcId="{2A23693F-6219-4DB6-9CF2-BBA28B004B95}" destId="{9A672249-1B06-4D69-9895-E2472EE02035}"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EF5D65-D348-4835-9800-4A76293BEDEB}">
      <dsp:nvSpPr>
        <dsp:cNvPr id="0" name=""/>
        <dsp:cNvSpPr/>
      </dsp:nvSpPr>
      <dsp:spPr>
        <a:xfrm>
          <a:off x="0" y="0"/>
          <a:ext cx="10253633" cy="13343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Tham </a:t>
          </a:r>
          <a:r>
            <a:rPr lang="en-US" sz="2800" kern="1200" err="1"/>
            <a:t>gia</a:t>
          </a:r>
          <a:r>
            <a:rPr lang="en-US" sz="2800" kern="1200"/>
            <a:t> </a:t>
          </a:r>
          <a:r>
            <a:rPr lang="en-US" sz="2800" kern="1200" err="1"/>
            <a:t>lớp</a:t>
          </a:r>
          <a:r>
            <a:rPr lang="en-US" sz="2800" kern="1200"/>
            <a:t> học đầy đủ: sẽ điểm </a:t>
          </a:r>
          <a:r>
            <a:rPr lang="en-US" sz="2800" kern="1200" err="1"/>
            <a:t>danh</a:t>
          </a:r>
          <a:r>
            <a:rPr lang="en-US" sz="2800" kern="1200"/>
            <a:t> và tính điểm chuyên cần</a:t>
          </a:r>
        </a:p>
      </dsp:txBody>
      <dsp:txXfrm>
        <a:off x="2184160" y="0"/>
        <a:ext cx="8069472" cy="1334335"/>
      </dsp:txXfrm>
    </dsp:sp>
    <dsp:sp modelId="{31AFFC44-43C9-4AF7-9DDF-27C79E774137}">
      <dsp:nvSpPr>
        <dsp:cNvPr id="0" name=""/>
        <dsp:cNvSpPr/>
      </dsp:nvSpPr>
      <dsp:spPr>
        <a:xfrm>
          <a:off x="133433" y="133433"/>
          <a:ext cx="2050726" cy="1067468"/>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31000" b="-3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6A2697-F9D5-47CB-B71C-C5828985B34F}">
      <dsp:nvSpPr>
        <dsp:cNvPr id="0" name=""/>
        <dsp:cNvSpPr/>
      </dsp:nvSpPr>
      <dsp:spPr>
        <a:xfrm>
          <a:off x="0" y="1467769"/>
          <a:ext cx="10253633" cy="13343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Tham </a:t>
          </a:r>
          <a:r>
            <a:rPr lang="en-US" sz="2800" kern="1200" err="1"/>
            <a:t>gia</a:t>
          </a:r>
          <a:r>
            <a:rPr lang="en-US" sz="2800" kern="1200"/>
            <a:t> làm bài tập, thảo luận trên lớp trên lớp LT</a:t>
          </a:r>
        </a:p>
        <a:p>
          <a:pPr marL="0" lvl="0" indent="0" algn="l" defTabSz="1244600">
            <a:lnSpc>
              <a:spcPct val="90000"/>
            </a:lnSpc>
            <a:spcBef>
              <a:spcPct val="0"/>
            </a:spcBef>
            <a:spcAft>
              <a:spcPct val="35000"/>
            </a:spcAft>
            <a:buNone/>
          </a:pPr>
          <a:r>
            <a:rPr lang="en-US" sz="2800" kern="1200"/>
            <a:t>Tham gia làm bài thực hành/Lab trên lớp TH</a:t>
          </a:r>
        </a:p>
      </dsp:txBody>
      <dsp:txXfrm>
        <a:off x="2184160" y="1467769"/>
        <a:ext cx="8069472" cy="1334335"/>
      </dsp:txXfrm>
    </dsp:sp>
    <dsp:sp modelId="{72252A5D-AC51-45D2-908A-A7E10A257C0B}">
      <dsp:nvSpPr>
        <dsp:cNvPr id="0" name=""/>
        <dsp:cNvSpPr/>
      </dsp:nvSpPr>
      <dsp:spPr>
        <a:xfrm>
          <a:off x="133433" y="1601203"/>
          <a:ext cx="2050726" cy="1067468"/>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31000" b="-3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9FE62F6-35C8-47BF-9BF4-C602A3BBC345}">
      <dsp:nvSpPr>
        <dsp:cNvPr id="0" name=""/>
        <dsp:cNvSpPr/>
      </dsp:nvSpPr>
      <dsp:spPr>
        <a:xfrm>
          <a:off x="0" y="2935539"/>
          <a:ext cx="10253633" cy="13343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Mang giấy bút để ghi chú và làm bài tập</a:t>
          </a:r>
        </a:p>
      </dsp:txBody>
      <dsp:txXfrm>
        <a:off x="2184160" y="2935539"/>
        <a:ext cx="8069472" cy="1334335"/>
      </dsp:txXfrm>
    </dsp:sp>
    <dsp:sp modelId="{DB1EEA32-8198-4D40-894D-9E716F3B3541}">
      <dsp:nvSpPr>
        <dsp:cNvPr id="0" name=""/>
        <dsp:cNvSpPr/>
      </dsp:nvSpPr>
      <dsp:spPr>
        <a:xfrm>
          <a:off x="133433" y="3068972"/>
          <a:ext cx="2050726" cy="1067468"/>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31000" b="-3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013EF-AA46-41D5-93C2-36F7A5EF5D89}" type="datetimeFigureOut">
              <a:rPr lang="zh-CN" altLang="en-US" smtClean="0"/>
              <a:t>2025/9/9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104242-42E4-462F-B9A6-468AC33D61A2}" type="slidenum">
              <a:rPr lang="zh-CN" altLang="en-US" smtClean="0"/>
              <a:t>‹#›</a:t>
            </a:fld>
            <a:endParaRPr lang="zh-CN" altLang="en-US"/>
          </a:p>
        </p:txBody>
      </p:sp>
    </p:spTree>
    <p:extLst>
      <p:ext uri="{BB962C8B-B14F-4D97-AF65-F5344CB8AC3E}">
        <p14:creationId xmlns:p14="http://schemas.microsoft.com/office/powerpoint/2010/main" val="924361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3104242-42E4-462F-B9A6-468AC33D61A2}" type="slidenum">
              <a:rPr lang="zh-CN" altLang="en-US" smtClean="0"/>
              <a:t>1</a:t>
            </a:fld>
            <a:endParaRPr lang="zh-CN" altLang="en-US"/>
          </a:p>
        </p:txBody>
      </p:sp>
    </p:spTree>
    <p:extLst>
      <p:ext uri="{BB962C8B-B14F-4D97-AF65-F5344CB8AC3E}">
        <p14:creationId xmlns:p14="http://schemas.microsoft.com/office/powerpoint/2010/main" val="1514020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5</a:t>
            </a:fld>
            <a:endParaRPr lang="zh-CN" altLang="en-US"/>
          </a:p>
        </p:txBody>
      </p:sp>
    </p:spTree>
    <p:extLst>
      <p:ext uri="{BB962C8B-B14F-4D97-AF65-F5344CB8AC3E}">
        <p14:creationId xmlns:p14="http://schemas.microsoft.com/office/powerpoint/2010/main" val="2930818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8</a:t>
            </a:fld>
            <a:endParaRPr lang="zh-CN" altLang="en-US"/>
          </a:p>
        </p:txBody>
      </p:sp>
    </p:spTree>
    <p:extLst>
      <p:ext uri="{BB962C8B-B14F-4D97-AF65-F5344CB8AC3E}">
        <p14:creationId xmlns:p14="http://schemas.microsoft.com/office/powerpoint/2010/main" val="1294432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47EB5A-3EC3-42A2-8433-5B3228F378F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53864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print">
            <a:extLst>
              <a:ext uri="{28A0092B-C50C-407E-A947-70E740481C1C}">
                <a14:useLocalDpi xmlns:a14="http://schemas.microsoft.com/office/drawing/2010/main" val="0"/>
              </a:ext>
            </a:extLst>
          </a:blip>
          <a:srcRect b="15749"/>
          <a:stretch/>
        </p:blipFill>
        <p:spPr>
          <a:xfrm>
            <a:off x="7958798" y="3443288"/>
            <a:ext cx="4233201" cy="3414712"/>
          </a:xfrm>
          <a:prstGeom prst="rect">
            <a:avLst/>
          </a:prstGeom>
        </p:spPr>
      </p:pic>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760730" y="233160"/>
            <a:ext cx="2708031" cy="835449"/>
          </a:xfrm>
          <a:prstGeom prst="rect">
            <a:avLst/>
          </a:prstGeom>
        </p:spPr>
      </p:pic>
      <p:sp>
        <p:nvSpPr>
          <p:cNvPr id="4" name="文本框 4"/>
          <p:cNvSpPr txBox="1"/>
          <p:nvPr userDrawn="1"/>
        </p:nvSpPr>
        <p:spPr>
          <a:xfrm>
            <a:off x="4760730" y="1103916"/>
            <a:ext cx="2809295" cy="338554"/>
          </a:xfrm>
          <a:prstGeom prst="rect">
            <a:avLst/>
          </a:prstGeom>
          <a:noFill/>
        </p:spPr>
        <p:txBody>
          <a:bodyPr wrap="none" rtlCol="0">
            <a:spAutoFit/>
            <a:scene3d>
              <a:camera prst="orthographicFront"/>
              <a:lightRig rig="threePt" dir="t"/>
            </a:scene3d>
            <a:sp3d contourW="12700"/>
          </a:bodyPr>
          <a:lstStyle/>
          <a:p>
            <a:r>
              <a:rPr lang="en-US" altLang="zh-CN" sz="1600" b="1" u="sng">
                <a:solidFill>
                  <a:srgbClr val="D51C29"/>
                </a:solidFill>
                <a:latin typeface="Calibri" panose="020F0502020204030204" pitchFamily="34" charset="0"/>
              </a:rPr>
              <a:t>KHOA CÔNG</a:t>
            </a:r>
            <a:r>
              <a:rPr lang="en-US" altLang="zh-CN" sz="1600" b="1" u="sng" baseline="0">
                <a:solidFill>
                  <a:srgbClr val="D51C29"/>
                </a:solidFill>
                <a:latin typeface="Calibri" panose="020F0502020204030204" pitchFamily="34" charset="0"/>
              </a:rPr>
              <a:t> NGHỆ THÔNG TIN</a:t>
            </a:r>
            <a:endParaRPr lang="en-US" altLang="zh-CN" sz="1600" b="1" u="sng">
              <a:solidFill>
                <a:srgbClr val="D51C29"/>
              </a:solidFill>
              <a:latin typeface="Calibri" panose="020F0502020204030204" pitchFamily="34" charset="0"/>
            </a:endParaRPr>
          </a:p>
        </p:txBody>
      </p:sp>
      <p:pic>
        <p:nvPicPr>
          <p:cNvPr id="6" name="图片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10800000">
            <a:off x="-1" y="1521978"/>
            <a:ext cx="2213113" cy="2599729"/>
          </a:xfrm>
          <a:prstGeom prst="rect">
            <a:avLst/>
          </a:prstGeom>
        </p:spPr>
      </p:pic>
      <p:pic>
        <p:nvPicPr>
          <p:cNvPr id="7" name="图片 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10800000" flipH="1">
            <a:off x="11313172" y="0"/>
            <a:ext cx="878828" cy="891928"/>
          </a:xfrm>
          <a:prstGeom prst="rect">
            <a:avLst/>
          </a:prstGeom>
        </p:spPr>
      </p:pic>
      <p:sp>
        <p:nvSpPr>
          <p:cNvPr id="10" name="Rectangle 9"/>
          <p:cNvSpPr/>
          <p:nvPr userDrawn="1"/>
        </p:nvSpPr>
        <p:spPr>
          <a:xfrm>
            <a:off x="0" y="0"/>
            <a:ext cx="12192000" cy="68580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3556501"/>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188415"/>
            <a:ext cx="4463844" cy="6669586"/>
          </a:xfrm>
          <a:prstGeom prst="rect">
            <a:avLst/>
          </a:prstGeom>
        </p:spPr>
      </p:pic>
    </p:spTree>
    <p:extLst>
      <p:ext uri="{BB962C8B-B14F-4D97-AF65-F5344CB8AC3E}">
        <p14:creationId xmlns:p14="http://schemas.microsoft.com/office/powerpoint/2010/main" val="56560689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0" y="757925"/>
            <a:ext cx="6096000" cy="5550800"/>
          </a:xfrm>
          <a:prstGeom prst="rect">
            <a:avLst/>
          </a:prstGeom>
        </p:spPr>
      </p:pic>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0169" y="218874"/>
            <a:ext cx="2268720" cy="666951"/>
          </a:xfrm>
          <a:prstGeom prst="rect">
            <a:avLst/>
          </a:prstGeom>
        </p:spPr>
      </p:pic>
      <p:sp>
        <p:nvSpPr>
          <p:cNvPr id="8" name="文本框 4"/>
          <p:cNvSpPr txBox="1"/>
          <p:nvPr userDrawn="1"/>
        </p:nvSpPr>
        <p:spPr>
          <a:xfrm>
            <a:off x="159762" y="885825"/>
            <a:ext cx="2569542" cy="307777"/>
          </a:xfrm>
          <a:prstGeom prst="rect">
            <a:avLst/>
          </a:prstGeom>
          <a:noFill/>
        </p:spPr>
        <p:txBody>
          <a:bodyPr wrap="square" rtlCol="0">
            <a:spAutoFit/>
            <a:scene3d>
              <a:camera prst="orthographicFront"/>
              <a:lightRig rig="threePt" dir="t"/>
            </a:scene3d>
            <a:sp3d contourW="12700"/>
          </a:bodyPr>
          <a:lstStyle/>
          <a:p>
            <a:r>
              <a:rPr lang="en-US" altLang="zh-CN" sz="1400" b="1" u="sng">
                <a:solidFill>
                  <a:srgbClr val="D51C29"/>
                </a:solidFill>
                <a:latin typeface="Calibri" panose="020F0502020204030204" pitchFamily="34" charset="0"/>
              </a:rPr>
              <a:t>KHOA CÔNG</a:t>
            </a:r>
            <a:r>
              <a:rPr lang="en-US" altLang="zh-CN" sz="1400" b="1" u="sng" baseline="0">
                <a:solidFill>
                  <a:srgbClr val="D51C29"/>
                </a:solidFill>
                <a:latin typeface="Calibri" panose="020F0502020204030204" pitchFamily="34" charset="0"/>
              </a:rPr>
              <a:t> NGHỆ THÔNG TIN</a:t>
            </a:r>
            <a:endParaRPr lang="en-US" altLang="zh-CN" sz="1400" b="1" u="sng">
              <a:solidFill>
                <a:srgbClr val="D51C29"/>
              </a:solidFill>
              <a:latin typeface="Calibri" panose="020F0502020204030204" pitchFamily="34" charset="0"/>
            </a:endParaRPr>
          </a:p>
        </p:txBody>
      </p:sp>
    </p:spTree>
    <p:extLst>
      <p:ext uri="{BB962C8B-B14F-4D97-AF65-F5344CB8AC3E}">
        <p14:creationId xmlns:p14="http://schemas.microsoft.com/office/powerpoint/2010/main" val="3938340259"/>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5810496"/>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29BA7-762E-4F14-B1C2-B8C100F004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611644-9337-4892-9CDE-AE04D124FF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ADE5DA-1F51-409C-8C23-990A1B91DE96}"/>
              </a:ext>
            </a:extLst>
          </p:cNvPr>
          <p:cNvSpPr>
            <a:spLocks noGrp="1"/>
          </p:cNvSpPr>
          <p:nvPr>
            <p:ph type="dt" sz="half" idx="10"/>
          </p:nvPr>
        </p:nvSpPr>
        <p:spPr/>
        <p:txBody>
          <a:bodyPr/>
          <a:lstStyle/>
          <a:p>
            <a:fld id="{ABB78907-5D1C-4D80-864F-8EB1A2A02247}" type="datetimeFigureOut">
              <a:rPr lang="en-US" smtClean="0"/>
              <a:t>9/9/2025</a:t>
            </a:fld>
            <a:endParaRPr lang="en-US"/>
          </a:p>
        </p:txBody>
      </p:sp>
      <p:sp>
        <p:nvSpPr>
          <p:cNvPr id="5" name="Footer Placeholder 4">
            <a:extLst>
              <a:ext uri="{FF2B5EF4-FFF2-40B4-BE49-F238E27FC236}">
                <a16:creationId xmlns:a16="http://schemas.microsoft.com/office/drawing/2014/main" id="{CA0351AA-DFD5-463E-9B34-B3ED74345A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6C7372-8FBA-4271-AC82-F53FD826E912}"/>
              </a:ext>
            </a:extLst>
          </p:cNvPr>
          <p:cNvSpPr>
            <a:spLocks noGrp="1"/>
          </p:cNvSpPr>
          <p:nvPr>
            <p:ph type="sldNum" sz="quarter" idx="12"/>
          </p:nvPr>
        </p:nvSpPr>
        <p:spPr/>
        <p:txBody>
          <a:bodyPr/>
          <a:lstStyle/>
          <a:p>
            <a:fld id="{D8588D9D-CB14-4038-A0D2-3F55CEEB814F}" type="slidenum">
              <a:rPr lang="en-US" smtClean="0"/>
              <a:t>‹#›</a:t>
            </a:fld>
            <a:endParaRPr lang="en-US"/>
          </a:p>
        </p:txBody>
      </p:sp>
    </p:spTree>
    <p:extLst>
      <p:ext uri="{BB962C8B-B14F-4D97-AF65-F5344CB8AC3E}">
        <p14:creationId xmlns:p14="http://schemas.microsoft.com/office/powerpoint/2010/main" val="21331774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9A56-4FC9-4441-BC7A-910A1D593E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8E79E8-775A-4818-9FEE-AA667A0C1D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8253B0-1CC8-4E16-97A3-56ADE825D1AA}"/>
              </a:ext>
            </a:extLst>
          </p:cNvPr>
          <p:cNvSpPr>
            <a:spLocks noGrp="1"/>
          </p:cNvSpPr>
          <p:nvPr>
            <p:ph type="dt" sz="half" idx="10"/>
          </p:nvPr>
        </p:nvSpPr>
        <p:spPr/>
        <p:txBody>
          <a:bodyPr/>
          <a:lstStyle/>
          <a:p>
            <a:fld id="{ABB78907-5D1C-4D80-864F-8EB1A2A02247}" type="datetimeFigureOut">
              <a:rPr lang="en-US" smtClean="0"/>
              <a:t>9/9/2025</a:t>
            </a:fld>
            <a:endParaRPr lang="en-US"/>
          </a:p>
        </p:txBody>
      </p:sp>
      <p:sp>
        <p:nvSpPr>
          <p:cNvPr id="5" name="Footer Placeholder 4">
            <a:extLst>
              <a:ext uri="{FF2B5EF4-FFF2-40B4-BE49-F238E27FC236}">
                <a16:creationId xmlns:a16="http://schemas.microsoft.com/office/drawing/2014/main" id="{C83464FF-A476-4281-8D28-A11EBDEDC3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5627F-2B51-48F3-9F99-EBD32FA5E0F3}"/>
              </a:ext>
            </a:extLst>
          </p:cNvPr>
          <p:cNvSpPr>
            <a:spLocks noGrp="1"/>
          </p:cNvSpPr>
          <p:nvPr>
            <p:ph type="sldNum" sz="quarter" idx="12"/>
          </p:nvPr>
        </p:nvSpPr>
        <p:spPr/>
        <p:txBody>
          <a:bodyPr/>
          <a:lstStyle/>
          <a:p>
            <a:fld id="{D8588D9D-CB14-4038-A0D2-3F55CEEB814F}" type="slidenum">
              <a:rPr lang="en-US" smtClean="0"/>
              <a:t>‹#›</a:t>
            </a:fld>
            <a:endParaRPr lang="en-US"/>
          </a:p>
        </p:txBody>
      </p:sp>
    </p:spTree>
    <p:extLst>
      <p:ext uri="{BB962C8B-B14F-4D97-AF65-F5344CB8AC3E}">
        <p14:creationId xmlns:p14="http://schemas.microsoft.com/office/powerpoint/2010/main" val="16581611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9A56-4FC9-4441-BC7A-910A1D593E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8E79E8-775A-4818-9FEE-AA667A0C1D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8253B0-1CC8-4E16-97A3-56ADE825D1AA}"/>
              </a:ext>
            </a:extLst>
          </p:cNvPr>
          <p:cNvSpPr>
            <a:spLocks noGrp="1"/>
          </p:cNvSpPr>
          <p:nvPr>
            <p:ph type="dt" sz="half" idx="10"/>
          </p:nvPr>
        </p:nvSpPr>
        <p:spPr/>
        <p:txBody>
          <a:bodyPr/>
          <a:lstStyle/>
          <a:p>
            <a:fld id="{ABB78907-5D1C-4D80-864F-8EB1A2A02247}" type="datetimeFigureOut">
              <a:rPr lang="en-US" smtClean="0"/>
              <a:t>9/9/2025</a:t>
            </a:fld>
            <a:endParaRPr lang="en-US"/>
          </a:p>
        </p:txBody>
      </p:sp>
      <p:sp>
        <p:nvSpPr>
          <p:cNvPr id="5" name="Footer Placeholder 4">
            <a:extLst>
              <a:ext uri="{FF2B5EF4-FFF2-40B4-BE49-F238E27FC236}">
                <a16:creationId xmlns:a16="http://schemas.microsoft.com/office/drawing/2014/main" id="{C83464FF-A476-4281-8D28-A11EBDEDC3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5627F-2B51-48F3-9F99-EBD32FA5E0F3}"/>
              </a:ext>
            </a:extLst>
          </p:cNvPr>
          <p:cNvSpPr>
            <a:spLocks noGrp="1"/>
          </p:cNvSpPr>
          <p:nvPr>
            <p:ph type="sldNum" sz="quarter" idx="12"/>
          </p:nvPr>
        </p:nvSpPr>
        <p:spPr/>
        <p:txBody>
          <a:bodyPr/>
          <a:lstStyle/>
          <a:p>
            <a:fld id="{D8588D9D-CB14-4038-A0D2-3F55CEEB814F}" type="slidenum">
              <a:rPr lang="en-US" smtClean="0"/>
              <a:t>‹#›</a:t>
            </a:fld>
            <a:endParaRPr lang="en-US"/>
          </a:p>
        </p:txBody>
      </p:sp>
    </p:spTree>
    <p:extLst>
      <p:ext uri="{BB962C8B-B14F-4D97-AF65-F5344CB8AC3E}">
        <p14:creationId xmlns:p14="http://schemas.microsoft.com/office/powerpoint/2010/main" val="1447104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1FBB3-BA49-4396-9269-B67FD1FCA8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89D82D-4EE3-4F34-845B-0F9176CD0F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5C3F26-A9C3-421D-AFC8-3E707D76FA96}"/>
              </a:ext>
            </a:extLst>
          </p:cNvPr>
          <p:cNvSpPr>
            <a:spLocks noGrp="1"/>
          </p:cNvSpPr>
          <p:nvPr>
            <p:ph type="dt" sz="half" idx="10"/>
          </p:nvPr>
        </p:nvSpPr>
        <p:spPr/>
        <p:txBody>
          <a:bodyPr/>
          <a:lstStyle/>
          <a:p>
            <a:fld id="{ABB78907-5D1C-4D80-864F-8EB1A2A02247}" type="datetimeFigureOut">
              <a:rPr lang="en-US" smtClean="0"/>
              <a:t>9/9/2025</a:t>
            </a:fld>
            <a:endParaRPr lang="en-US"/>
          </a:p>
        </p:txBody>
      </p:sp>
      <p:sp>
        <p:nvSpPr>
          <p:cNvPr id="5" name="Footer Placeholder 4">
            <a:extLst>
              <a:ext uri="{FF2B5EF4-FFF2-40B4-BE49-F238E27FC236}">
                <a16:creationId xmlns:a16="http://schemas.microsoft.com/office/drawing/2014/main" id="{F6390829-07B4-452B-8E27-61BACA132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3027E5-E05A-4DAA-A680-5D76C5D3DB8D}"/>
              </a:ext>
            </a:extLst>
          </p:cNvPr>
          <p:cNvSpPr>
            <a:spLocks noGrp="1"/>
          </p:cNvSpPr>
          <p:nvPr>
            <p:ph type="sldNum" sz="quarter" idx="12"/>
          </p:nvPr>
        </p:nvSpPr>
        <p:spPr/>
        <p:txBody>
          <a:bodyPr/>
          <a:lstStyle/>
          <a:p>
            <a:fld id="{D8588D9D-CB14-4038-A0D2-3F55CEEB814F}" type="slidenum">
              <a:rPr lang="en-US" smtClean="0"/>
              <a:t>‹#›</a:t>
            </a:fld>
            <a:endParaRPr lang="en-US"/>
          </a:p>
        </p:txBody>
      </p:sp>
    </p:spTree>
    <p:extLst>
      <p:ext uri="{BB962C8B-B14F-4D97-AF65-F5344CB8AC3E}">
        <p14:creationId xmlns:p14="http://schemas.microsoft.com/office/powerpoint/2010/main" val="11139338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BDAC1-203D-4C54-91D3-2AAA3FF21A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4FF3A7-053B-4A10-9095-BF3C11D7A5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68063D-4B24-4CBB-A229-FE36BB957B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9DC844-1E3A-4C7A-952B-1B597CDA1997}"/>
              </a:ext>
            </a:extLst>
          </p:cNvPr>
          <p:cNvSpPr>
            <a:spLocks noGrp="1"/>
          </p:cNvSpPr>
          <p:nvPr>
            <p:ph type="dt" sz="half" idx="10"/>
          </p:nvPr>
        </p:nvSpPr>
        <p:spPr/>
        <p:txBody>
          <a:bodyPr/>
          <a:lstStyle/>
          <a:p>
            <a:fld id="{ABB78907-5D1C-4D80-864F-8EB1A2A02247}" type="datetimeFigureOut">
              <a:rPr lang="en-US" smtClean="0"/>
              <a:t>9/9/2025</a:t>
            </a:fld>
            <a:endParaRPr lang="en-US"/>
          </a:p>
        </p:txBody>
      </p:sp>
      <p:sp>
        <p:nvSpPr>
          <p:cNvPr id="6" name="Footer Placeholder 5">
            <a:extLst>
              <a:ext uri="{FF2B5EF4-FFF2-40B4-BE49-F238E27FC236}">
                <a16:creationId xmlns:a16="http://schemas.microsoft.com/office/drawing/2014/main" id="{6F3704E4-9518-4F90-9738-2CFDC25DBC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33EC3F-6404-487A-AE7A-F97D07154512}"/>
              </a:ext>
            </a:extLst>
          </p:cNvPr>
          <p:cNvSpPr>
            <a:spLocks noGrp="1"/>
          </p:cNvSpPr>
          <p:nvPr>
            <p:ph type="sldNum" sz="quarter" idx="12"/>
          </p:nvPr>
        </p:nvSpPr>
        <p:spPr/>
        <p:txBody>
          <a:bodyPr/>
          <a:lstStyle/>
          <a:p>
            <a:fld id="{D8588D9D-CB14-4038-A0D2-3F55CEEB814F}" type="slidenum">
              <a:rPr lang="en-US" smtClean="0"/>
              <a:t>‹#›</a:t>
            </a:fld>
            <a:endParaRPr lang="en-US"/>
          </a:p>
        </p:txBody>
      </p:sp>
    </p:spTree>
    <p:extLst>
      <p:ext uri="{BB962C8B-B14F-4D97-AF65-F5344CB8AC3E}">
        <p14:creationId xmlns:p14="http://schemas.microsoft.com/office/powerpoint/2010/main" val="16289064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6D25F-FACB-41E4-98FB-AFC2784586F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03C169-A864-4E67-97BB-88A3663A38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B6E178-0AF9-412A-8680-E7F53DD747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DDC39D-E23D-45EB-85D1-B783A47A1F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79AC6B-D439-4863-AE90-AC908C4E89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B7C8BE-73FB-40AE-A836-DEA18C1013F4}"/>
              </a:ext>
            </a:extLst>
          </p:cNvPr>
          <p:cNvSpPr>
            <a:spLocks noGrp="1"/>
          </p:cNvSpPr>
          <p:nvPr>
            <p:ph type="dt" sz="half" idx="10"/>
          </p:nvPr>
        </p:nvSpPr>
        <p:spPr/>
        <p:txBody>
          <a:bodyPr/>
          <a:lstStyle/>
          <a:p>
            <a:fld id="{ABB78907-5D1C-4D80-864F-8EB1A2A02247}" type="datetimeFigureOut">
              <a:rPr lang="en-US" smtClean="0"/>
              <a:t>9/9/2025</a:t>
            </a:fld>
            <a:endParaRPr lang="en-US"/>
          </a:p>
        </p:txBody>
      </p:sp>
      <p:sp>
        <p:nvSpPr>
          <p:cNvPr id="8" name="Footer Placeholder 7">
            <a:extLst>
              <a:ext uri="{FF2B5EF4-FFF2-40B4-BE49-F238E27FC236}">
                <a16:creationId xmlns:a16="http://schemas.microsoft.com/office/drawing/2014/main" id="{797F74A7-EF5F-4178-8E42-1703054ABC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05877B-ED7D-4EAF-9F52-C14B0659831F}"/>
              </a:ext>
            </a:extLst>
          </p:cNvPr>
          <p:cNvSpPr>
            <a:spLocks noGrp="1"/>
          </p:cNvSpPr>
          <p:nvPr>
            <p:ph type="sldNum" sz="quarter" idx="12"/>
          </p:nvPr>
        </p:nvSpPr>
        <p:spPr/>
        <p:txBody>
          <a:bodyPr/>
          <a:lstStyle/>
          <a:p>
            <a:fld id="{D8588D9D-CB14-4038-A0D2-3F55CEEB814F}" type="slidenum">
              <a:rPr lang="en-US" smtClean="0"/>
              <a:t>‹#›</a:t>
            </a:fld>
            <a:endParaRPr lang="en-US"/>
          </a:p>
        </p:txBody>
      </p:sp>
    </p:spTree>
    <p:extLst>
      <p:ext uri="{BB962C8B-B14F-4D97-AF65-F5344CB8AC3E}">
        <p14:creationId xmlns:p14="http://schemas.microsoft.com/office/powerpoint/2010/main" val="41114081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406C-7CCC-4515-817F-5A79676382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ED5484-B504-4F22-A888-217A6707BA00}"/>
              </a:ext>
            </a:extLst>
          </p:cNvPr>
          <p:cNvSpPr>
            <a:spLocks noGrp="1"/>
          </p:cNvSpPr>
          <p:nvPr>
            <p:ph type="dt" sz="half" idx="10"/>
          </p:nvPr>
        </p:nvSpPr>
        <p:spPr/>
        <p:txBody>
          <a:bodyPr/>
          <a:lstStyle/>
          <a:p>
            <a:fld id="{ABB78907-5D1C-4D80-864F-8EB1A2A02247}" type="datetimeFigureOut">
              <a:rPr lang="en-US" smtClean="0"/>
              <a:t>9/9/2025</a:t>
            </a:fld>
            <a:endParaRPr lang="en-US"/>
          </a:p>
        </p:txBody>
      </p:sp>
      <p:sp>
        <p:nvSpPr>
          <p:cNvPr id="4" name="Footer Placeholder 3">
            <a:extLst>
              <a:ext uri="{FF2B5EF4-FFF2-40B4-BE49-F238E27FC236}">
                <a16:creationId xmlns:a16="http://schemas.microsoft.com/office/drawing/2014/main" id="{79CB7EB8-2506-4D8A-98E1-A306BBAE9B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2B214F-D2FE-4B6B-B2B0-F17248A751F7}"/>
              </a:ext>
            </a:extLst>
          </p:cNvPr>
          <p:cNvSpPr>
            <a:spLocks noGrp="1"/>
          </p:cNvSpPr>
          <p:nvPr>
            <p:ph type="sldNum" sz="quarter" idx="12"/>
          </p:nvPr>
        </p:nvSpPr>
        <p:spPr/>
        <p:txBody>
          <a:bodyPr/>
          <a:lstStyle/>
          <a:p>
            <a:fld id="{D8588D9D-CB14-4038-A0D2-3F55CEEB814F}" type="slidenum">
              <a:rPr lang="en-US" smtClean="0"/>
              <a:t>‹#›</a:t>
            </a:fld>
            <a:endParaRPr lang="en-US"/>
          </a:p>
        </p:txBody>
      </p:sp>
    </p:spTree>
    <p:extLst>
      <p:ext uri="{BB962C8B-B14F-4D97-AF65-F5344CB8AC3E}">
        <p14:creationId xmlns:p14="http://schemas.microsoft.com/office/powerpoint/2010/main" val="35163332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2A71B5-C6D8-45E6-BB36-77F84F2526CC}"/>
              </a:ext>
            </a:extLst>
          </p:cNvPr>
          <p:cNvSpPr>
            <a:spLocks noGrp="1"/>
          </p:cNvSpPr>
          <p:nvPr>
            <p:ph type="dt" sz="half" idx="10"/>
          </p:nvPr>
        </p:nvSpPr>
        <p:spPr/>
        <p:txBody>
          <a:bodyPr/>
          <a:lstStyle/>
          <a:p>
            <a:fld id="{ABB78907-5D1C-4D80-864F-8EB1A2A02247}" type="datetimeFigureOut">
              <a:rPr lang="en-US" smtClean="0"/>
              <a:t>9/9/2025</a:t>
            </a:fld>
            <a:endParaRPr lang="en-US"/>
          </a:p>
        </p:txBody>
      </p:sp>
      <p:sp>
        <p:nvSpPr>
          <p:cNvPr id="3" name="Footer Placeholder 2">
            <a:extLst>
              <a:ext uri="{FF2B5EF4-FFF2-40B4-BE49-F238E27FC236}">
                <a16:creationId xmlns:a16="http://schemas.microsoft.com/office/drawing/2014/main" id="{0FD9D0B6-7598-4F65-9EAE-EDAB9A6505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E0FD94-2B7A-4B5D-A482-616BDFE85272}"/>
              </a:ext>
            </a:extLst>
          </p:cNvPr>
          <p:cNvSpPr>
            <a:spLocks noGrp="1"/>
          </p:cNvSpPr>
          <p:nvPr>
            <p:ph type="sldNum" sz="quarter" idx="12"/>
          </p:nvPr>
        </p:nvSpPr>
        <p:spPr/>
        <p:txBody>
          <a:bodyPr/>
          <a:lstStyle/>
          <a:p>
            <a:fld id="{D8588D9D-CB14-4038-A0D2-3F55CEEB814F}" type="slidenum">
              <a:rPr lang="en-US" smtClean="0"/>
              <a:t>‹#›</a:t>
            </a:fld>
            <a:endParaRPr lang="en-US"/>
          </a:p>
        </p:txBody>
      </p:sp>
    </p:spTree>
    <p:extLst>
      <p:ext uri="{BB962C8B-B14F-4D97-AF65-F5344CB8AC3E}">
        <p14:creationId xmlns:p14="http://schemas.microsoft.com/office/powerpoint/2010/main" val="5086511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A7849-2351-4A31-9F05-585BFD0CB0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C48723-124D-4061-BB5A-866B60956C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FCC755-6F84-43A1-BA94-E8F6522A2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7F0C1A-3522-407F-837E-58898253ED51}"/>
              </a:ext>
            </a:extLst>
          </p:cNvPr>
          <p:cNvSpPr>
            <a:spLocks noGrp="1"/>
          </p:cNvSpPr>
          <p:nvPr>
            <p:ph type="dt" sz="half" idx="10"/>
          </p:nvPr>
        </p:nvSpPr>
        <p:spPr/>
        <p:txBody>
          <a:bodyPr/>
          <a:lstStyle/>
          <a:p>
            <a:fld id="{ABB78907-5D1C-4D80-864F-8EB1A2A02247}" type="datetimeFigureOut">
              <a:rPr lang="en-US" smtClean="0"/>
              <a:t>9/9/2025</a:t>
            </a:fld>
            <a:endParaRPr lang="en-US"/>
          </a:p>
        </p:txBody>
      </p:sp>
      <p:sp>
        <p:nvSpPr>
          <p:cNvPr id="6" name="Footer Placeholder 5">
            <a:extLst>
              <a:ext uri="{FF2B5EF4-FFF2-40B4-BE49-F238E27FC236}">
                <a16:creationId xmlns:a16="http://schemas.microsoft.com/office/drawing/2014/main" id="{170D7F0B-4889-49DC-8EE4-3F86649F32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5B4D06-C252-4E2A-BDBE-3A5D1FBCFFD3}"/>
              </a:ext>
            </a:extLst>
          </p:cNvPr>
          <p:cNvSpPr>
            <a:spLocks noGrp="1"/>
          </p:cNvSpPr>
          <p:nvPr>
            <p:ph type="sldNum" sz="quarter" idx="12"/>
          </p:nvPr>
        </p:nvSpPr>
        <p:spPr/>
        <p:txBody>
          <a:bodyPr/>
          <a:lstStyle/>
          <a:p>
            <a:fld id="{D8588D9D-CB14-4038-A0D2-3F55CEEB814F}" type="slidenum">
              <a:rPr lang="en-US" smtClean="0"/>
              <a:t>‹#›</a:t>
            </a:fld>
            <a:endParaRPr lang="en-US"/>
          </a:p>
        </p:txBody>
      </p:sp>
    </p:spTree>
    <p:extLst>
      <p:ext uri="{BB962C8B-B14F-4D97-AF65-F5344CB8AC3E}">
        <p14:creationId xmlns:p14="http://schemas.microsoft.com/office/powerpoint/2010/main" val="29835642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E6B7A-39AE-4B0D-B893-FB1CDF8A2F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80F9A6-D195-4792-9980-F8F54BCFFA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48C2AD-B295-4766-A178-891CC3427B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4C18A1-1644-49B4-8BB2-64F896DC2876}"/>
              </a:ext>
            </a:extLst>
          </p:cNvPr>
          <p:cNvSpPr>
            <a:spLocks noGrp="1"/>
          </p:cNvSpPr>
          <p:nvPr>
            <p:ph type="dt" sz="half" idx="10"/>
          </p:nvPr>
        </p:nvSpPr>
        <p:spPr/>
        <p:txBody>
          <a:bodyPr/>
          <a:lstStyle/>
          <a:p>
            <a:fld id="{ABB78907-5D1C-4D80-864F-8EB1A2A02247}" type="datetimeFigureOut">
              <a:rPr lang="en-US" smtClean="0"/>
              <a:t>9/9/2025</a:t>
            </a:fld>
            <a:endParaRPr lang="en-US"/>
          </a:p>
        </p:txBody>
      </p:sp>
      <p:sp>
        <p:nvSpPr>
          <p:cNvPr id="6" name="Footer Placeholder 5">
            <a:extLst>
              <a:ext uri="{FF2B5EF4-FFF2-40B4-BE49-F238E27FC236}">
                <a16:creationId xmlns:a16="http://schemas.microsoft.com/office/drawing/2014/main" id="{6141C8CA-9483-4564-92D1-6FD9F18137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B6C5A2-FE54-408E-B460-A881727CF938}"/>
              </a:ext>
            </a:extLst>
          </p:cNvPr>
          <p:cNvSpPr>
            <a:spLocks noGrp="1"/>
          </p:cNvSpPr>
          <p:nvPr>
            <p:ph type="sldNum" sz="quarter" idx="12"/>
          </p:nvPr>
        </p:nvSpPr>
        <p:spPr/>
        <p:txBody>
          <a:bodyPr/>
          <a:lstStyle/>
          <a:p>
            <a:fld id="{D8588D9D-CB14-4038-A0D2-3F55CEEB814F}" type="slidenum">
              <a:rPr lang="en-US" smtClean="0"/>
              <a:t>‹#›</a:t>
            </a:fld>
            <a:endParaRPr lang="en-US"/>
          </a:p>
        </p:txBody>
      </p:sp>
    </p:spTree>
    <p:extLst>
      <p:ext uri="{BB962C8B-B14F-4D97-AF65-F5344CB8AC3E}">
        <p14:creationId xmlns:p14="http://schemas.microsoft.com/office/powerpoint/2010/main" val="11078837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805BF-9188-4DEF-BA8C-55D2576EF7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C6F6FF-6A90-46EC-83C6-347539D345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14573C-C938-4AF0-9480-45BC67D8BD29}"/>
              </a:ext>
            </a:extLst>
          </p:cNvPr>
          <p:cNvSpPr>
            <a:spLocks noGrp="1"/>
          </p:cNvSpPr>
          <p:nvPr>
            <p:ph type="dt" sz="half" idx="10"/>
          </p:nvPr>
        </p:nvSpPr>
        <p:spPr/>
        <p:txBody>
          <a:bodyPr/>
          <a:lstStyle/>
          <a:p>
            <a:fld id="{ABB78907-5D1C-4D80-864F-8EB1A2A02247}" type="datetimeFigureOut">
              <a:rPr lang="en-US" smtClean="0"/>
              <a:t>9/9/2025</a:t>
            </a:fld>
            <a:endParaRPr lang="en-US"/>
          </a:p>
        </p:txBody>
      </p:sp>
      <p:sp>
        <p:nvSpPr>
          <p:cNvPr id="5" name="Footer Placeholder 4">
            <a:extLst>
              <a:ext uri="{FF2B5EF4-FFF2-40B4-BE49-F238E27FC236}">
                <a16:creationId xmlns:a16="http://schemas.microsoft.com/office/drawing/2014/main" id="{CEA90397-B707-4605-848C-311D602BBA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81C483-3E2F-4DA4-A590-D91E3CEFC0A5}"/>
              </a:ext>
            </a:extLst>
          </p:cNvPr>
          <p:cNvSpPr>
            <a:spLocks noGrp="1"/>
          </p:cNvSpPr>
          <p:nvPr>
            <p:ph type="sldNum" sz="quarter" idx="12"/>
          </p:nvPr>
        </p:nvSpPr>
        <p:spPr/>
        <p:txBody>
          <a:bodyPr/>
          <a:lstStyle/>
          <a:p>
            <a:fld id="{D8588D9D-CB14-4038-A0D2-3F55CEEB814F}" type="slidenum">
              <a:rPr lang="en-US" smtClean="0"/>
              <a:t>‹#›</a:t>
            </a:fld>
            <a:endParaRPr lang="en-US"/>
          </a:p>
        </p:txBody>
      </p:sp>
    </p:spTree>
    <p:extLst>
      <p:ext uri="{BB962C8B-B14F-4D97-AF65-F5344CB8AC3E}">
        <p14:creationId xmlns:p14="http://schemas.microsoft.com/office/powerpoint/2010/main" val="19860450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3EA692-9279-4DBA-A57F-5C6F3739B4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133D62-D7B0-44BA-9230-DD4028DF60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7AA969-04AF-420C-9E6C-F2178E98287E}"/>
              </a:ext>
            </a:extLst>
          </p:cNvPr>
          <p:cNvSpPr>
            <a:spLocks noGrp="1"/>
          </p:cNvSpPr>
          <p:nvPr>
            <p:ph type="dt" sz="half" idx="10"/>
          </p:nvPr>
        </p:nvSpPr>
        <p:spPr/>
        <p:txBody>
          <a:bodyPr/>
          <a:lstStyle/>
          <a:p>
            <a:fld id="{ABB78907-5D1C-4D80-864F-8EB1A2A02247}" type="datetimeFigureOut">
              <a:rPr lang="en-US" smtClean="0"/>
              <a:t>9/9/2025</a:t>
            </a:fld>
            <a:endParaRPr lang="en-US"/>
          </a:p>
        </p:txBody>
      </p:sp>
      <p:sp>
        <p:nvSpPr>
          <p:cNvPr id="5" name="Footer Placeholder 4">
            <a:extLst>
              <a:ext uri="{FF2B5EF4-FFF2-40B4-BE49-F238E27FC236}">
                <a16:creationId xmlns:a16="http://schemas.microsoft.com/office/drawing/2014/main" id="{F37F2547-1985-4456-ADB5-281AD1BD98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5D661F-DBAA-4DCA-935B-CCA129A037F9}"/>
              </a:ext>
            </a:extLst>
          </p:cNvPr>
          <p:cNvSpPr>
            <a:spLocks noGrp="1"/>
          </p:cNvSpPr>
          <p:nvPr>
            <p:ph type="sldNum" sz="quarter" idx="12"/>
          </p:nvPr>
        </p:nvSpPr>
        <p:spPr/>
        <p:txBody>
          <a:bodyPr/>
          <a:lstStyle/>
          <a:p>
            <a:fld id="{D8588D9D-CB14-4038-A0D2-3F55CEEB814F}" type="slidenum">
              <a:rPr lang="en-US" smtClean="0"/>
              <a:t>‹#›</a:t>
            </a:fld>
            <a:endParaRPr lang="en-US"/>
          </a:p>
        </p:txBody>
      </p:sp>
    </p:spTree>
    <p:extLst>
      <p:ext uri="{BB962C8B-B14F-4D97-AF65-F5344CB8AC3E}">
        <p14:creationId xmlns:p14="http://schemas.microsoft.com/office/powerpoint/2010/main" val="30827743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4B901E6-E8A8-43FF-AD28-B7766C55D788}" type="datetime1">
              <a:rPr lang="en-US" smtClean="0"/>
              <a:t>9/9/2025</a:t>
            </a:fld>
            <a:endParaRPr lang="en-US"/>
          </a:p>
        </p:txBody>
      </p:sp>
      <p:sp>
        <p:nvSpPr>
          <p:cNvPr id="5" name="Footer Placeholder 4"/>
          <p:cNvSpPr>
            <a:spLocks noGrp="1"/>
          </p:cNvSpPr>
          <p:nvPr>
            <p:ph type="ftr" sz="quarter" idx="11"/>
          </p:nvPr>
        </p:nvSpPr>
        <p:spPr/>
        <p:txBody>
          <a:bodyPr/>
          <a:lstStyle/>
          <a:p>
            <a:r>
              <a:rPr lang="en-US"/>
              <a:t>Khoa học Tổng quát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102862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B4B19D-BA90-4C35-B430-DF3D6DC7030F}" type="datetime1">
              <a:rPr lang="en-US" smtClean="0"/>
              <a:t>9/9/2025</a:t>
            </a:fld>
            <a:endParaRPr lang="en-US"/>
          </a:p>
        </p:txBody>
      </p:sp>
      <p:sp>
        <p:nvSpPr>
          <p:cNvPr id="5" name="Footer Placeholder 4"/>
          <p:cNvSpPr>
            <a:spLocks noGrp="1"/>
          </p:cNvSpPr>
          <p:nvPr>
            <p:ph type="ftr" sz="quarter" idx="11"/>
          </p:nvPr>
        </p:nvSpPr>
        <p:spPr/>
        <p:txBody>
          <a:bodyPr/>
          <a:lstStyle/>
          <a:p>
            <a:r>
              <a:rPr lang="en-US"/>
              <a:t>Khoa học Tổng quát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500469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1CB9C7-4A0C-4A20-9E2A-A3E258A01236}" type="datetime1">
              <a:rPr lang="en-US" smtClean="0"/>
              <a:t>9/9/2025</a:t>
            </a:fld>
            <a:endParaRPr lang="en-US"/>
          </a:p>
        </p:txBody>
      </p:sp>
      <p:sp>
        <p:nvSpPr>
          <p:cNvPr id="5" name="Footer Placeholder 4"/>
          <p:cNvSpPr>
            <a:spLocks noGrp="1"/>
          </p:cNvSpPr>
          <p:nvPr>
            <p:ph type="ftr" sz="quarter" idx="11"/>
          </p:nvPr>
        </p:nvSpPr>
        <p:spPr/>
        <p:txBody>
          <a:bodyPr/>
          <a:lstStyle/>
          <a:p>
            <a:r>
              <a:rPr lang="en-US"/>
              <a:t>Khoa học Tổng quát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305230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A72D65-3A64-4731-BDFD-39B22A549D59}" type="datetime1">
              <a:rPr lang="en-US" smtClean="0"/>
              <a:t>9/9/2025</a:t>
            </a:fld>
            <a:endParaRPr lang="en-US"/>
          </a:p>
        </p:txBody>
      </p:sp>
      <p:sp>
        <p:nvSpPr>
          <p:cNvPr id="6" name="Footer Placeholder 5"/>
          <p:cNvSpPr>
            <a:spLocks noGrp="1"/>
          </p:cNvSpPr>
          <p:nvPr>
            <p:ph type="ftr" sz="quarter" idx="11"/>
          </p:nvPr>
        </p:nvSpPr>
        <p:spPr/>
        <p:txBody>
          <a:bodyPr/>
          <a:lstStyle/>
          <a:p>
            <a:r>
              <a:rPr lang="en-US"/>
              <a:t>Khoa học Tổng quát</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263881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6061FF6-DB35-4D4E-B1FD-2529C14034FF}" type="datetime1">
              <a:rPr lang="en-US" smtClean="0"/>
              <a:t>9/9/2025</a:t>
            </a:fld>
            <a:endParaRPr lang="en-US"/>
          </a:p>
        </p:txBody>
      </p:sp>
      <p:sp>
        <p:nvSpPr>
          <p:cNvPr id="8" name="Footer Placeholder 7"/>
          <p:cNvSpPr>
            <a:spLocks noGrp="1"/>
          </p:cNvSpPr>
          <p:nvPr>
            <p:ph type="ftr" sz="quarter" idx="11"/>
          </p:nvPr>
        </p:nvSpPr>
        <p:spPr/>
        <p:txBody>
          <a:bodyPr/>
          <a:lstStyle/>
          <a:p>
            <a:r>
              <a:rPr lang="en-US"/>
              <a:t>Khoa học Tổng quát</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50387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43170A1-8C00-406E-AD8B-7F19E9B3564C}" type="datetime1">
              <a:rPr lang="en-US" smtClean="0"/>
              <a:t>9/9/2025</a:t>
            </a:fld>
            <a:endParaRPr lang="en-US"/>
          </a:p>
        </p:txBody>
      </p:sp>
      <p:sp>
        <p:nvSpPr>
          <p:cNvPr id="4" name="Footer Placeholder 3"/>
          <p:cNvSpPr>
            <a:spLocks noGrp="1"/>
          </p:cNvSpPr>
          <p:nvPr>
            <p:ph type="ftr" sz="quarter" idx="11"/>
          </p:nvPr>
        </p:nvSpPr>
        <p:spPr/>
        <p:txBody>
          <a:bodyPr/>
          <a:lstStyle/>
          <a:p>
            <a:r>
              <a:rPr lang="en-US"/>
              <a:t>Khoa học Tổng quát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11111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5E4EFA-C02A-4B30-8FA6-D520BD7DCCB0}" type="datetime1">
              <a:rPr lang="en-US" smtClean="0"/>
              <a:t>9/9/2025</a:t>
            </a:fld>
            <a:endParaRPr lang="en-US"/>
          </a:p>
        </p:txBody>
      </p:sp>
      <p:sp>
        <p:nvSpPr>
          <p:cNvPr id="3" name="Footer Placeholder 2"/>
          <p:cNvSpPr>
            <a:spLocks noGrp="1"/>
          </p:cNvSpPr>
          <p:nvPr>
            <p:ph type="ftr" sz="quarter" idx="11"/>
          </p:nvPr>
        </p:nvSpPr>
        <p:spPr/>
        <p:txBody>
          <a:bodyPr/>
          <a:lstStyle/>
          <a:p>
            <a:r>
              <a:rPr lang="en-US"/>
              <a:t>Khoa học Tổng quát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23973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E414E1-3520-4D16-9F79-E4CFC325E53C}" type="datetime1">
              <a:rPr lang="en-US" smtClean="0"/>
              <a:t>9/9/2025</a:t>
            </a:fld>
            <a:endParaRPr lang="en-US"/>
          </a:p>
        </p:txBody>
      </p:sp>
      <p:sp>
        <p:nvSpPr>
          <p:cNvPr id="6" name="Footer Placeholder 5"/>
          <p:cNvSpPr>
            <a:spLocks noGrp="1"/>
          </p:cNvSpPr>
          <p:nvPr>
            <p:ph type="ftr" sz="quarter" idx="11"/>
          </p:nvPr>
        </p:nvSpPr>
        <p:spPr/>
        <p:txBody>
          <a:bodyPr/>
          <a:lstStyle/>
          <a:p>
            <a:r>
              <a:rPr lang="en-US"/>
              <a:t>Khoa học Tổng quát</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81796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32F2AE-6D9B-44B1-96C7-89C5B7057634}" type="datetime1">
              <a:rPr lang="en-US" smtClean="0"/>
              <a:t>9/9/2025</a:t>
            </a:fld>
            <a:endParaRPr lang="en-US"/>
          </a:p>
        </p:txBody>
      </p:sp>
      <p:sp>
        <p:nvSpPr>
          <p:cNvPr id="6" name="Footer Placeholder 5"/>
          <p:cNvSpPr>
            <a:spLocks noGrp="1"/>
          </p:cNvSpPr>
          <p:nvPr>
            <p:ph type="ftr" sz="quarter" idx="11"/>
          </p:nvPr>
        </p:nvSpPr>
        <p:spPr/>
        <p:txBody>
          <a:bodyPr/>
          <a:lstStyle/>
          <a:p>
            <a:r>
              <a:rPr lang="en-US"/>
              <a:t>Khoa học Tổng quát</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162377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F247704-4FF5-4104-B9D3-417B22C7A920}" type="datetime1">
              <a:rPr lang="en-US" smtClean="0"/>
              <a:t>9/9/2025</a:t>
            </a:fld>
            <a:endParaRPr lang="en-US"/>
          </a:p>
        </p:txBody>
      </p:sp>
      <p:sp>
        <p:nvSpPr>
          <p:cNvPr id="5" name="Footer Placeholder 4"/>
          <p:cNvSpPr>
            <a:spLocks noGrp="1"/>
          </p:cNvSpPr>
          <p:nvPr>
            <p:ph type="ftr" sz="quarter" idx="11"/>
          </p:nvPr>
        </p:nvSpPr>
        <p:spPr/>
        <p:txBody>
          <a:bodyPr/>
          <a:lstStyle/>
          <a:p>
            <a:r>
              <a:rPr lang="en-US"/>
              <a:t>Khoa học Tổng quát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090705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B3FE38-E4FC-44D2-9F5A-B978FE429C97}" type="datetime1">
              <a:rPr lang="en-US" smtClean="0"/>
              <a:t>9/9/2025</a:t>
            </a:fld>
            <a:endParaRPr lang="en-US"/>
          </a:p>
        </p:txBody>
      </p:sp>
      <p:sp>
        <p:nvSpPr>
          <p:cNvPr id="5" name="Footer Placeholder 4"/>
          <p:cNvSpPr>
            <a:spLocks noGrp="1"/>
          </p:cNvSpPr>
          <p:nvPr>
            <p:ph type="ftr" sz="quarter" idx="11"/>
          </p:nvPr>
        </p:nvSpPr>
        <p:spPr/>
        <p:txBody>
          <a:bodyPr/>
          <a:lstStyle/>
          <a:p>
            <a:r>
              <a:rPr lang="en-US"/>
              <a:t>Khoa học Tổng quát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76932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0" y="0"/>
            <a:ext cx="1557766" cy="1418446"/>
          </a:xfrm>
          <a:prstGeom prst="rect">
            <a:avLst/>
          </a:prstGeom>
        </p:spPr>
      </p:pic>
      <p:sp>
        <p:nvSpPr>
          <p:cNvPr id="3" name="文本框 2"/>
          <p:cNvSpPr txBox="1"/>
          <p:nvPr/>
        </p:nvSpPr>
        <p:spPr>
          <a:xfrm>
            <a:off x="4318000" y="2971800"/>
            <a:ext cx="3556000" cy="229870"/>
          </a:xfrm>
          <a:prstGeom prst="rect">
            <a:avLst/>
          </a:prstGeom>
          <a:noFill/>
        </p:spPr>
        <p:txBody>
          <a:bodyPr wrap="square" rtlCol="0">
            <a:spAutoFit/>
          </a:bodyPr>
          <a:lstStyle/>
          <a:p>
            <a:r>
              <a:rPr lang="zh-CN" altLang="en-US" sz="300">
                <a:solidFill>
                  <a:schemeClr val="bg1">
                    <a:alpha val="0"/>
                  </a:schemeClr>
                </a:solidFill>
                <a:latin typeface="微软雅黑" panose="020B0503020204020204" pitchFamily="34" charset="-122"/>
                <a:ea typeface="微软雅黑" panose="020B0503020204020204" pitchFamily="34" charset="-122"/>
                <a:sym typeface="+mn-ea"/>
              </a:rPr>
              <a:t>感谢您下载包图网平台上提供的</a:t>
            </a:r>
            <a:r>
              <a:rPr lang="en-US" altLang="zh-CN" sz="300">
                <a:solidFill>
                  <a:schemeClr val="bg1">
                    <a:alpha val="0"/>
                  </a:schemeClr>
                </a:solidFill>
                <a:latin typeface="微软雅黑" panose="020B0503020204020204" pitchFamily="34" charset="-122"/>
                <a:ea typeface="微软雅黑" panose="020B0503020204020204" pitchFamily="34" charset="-122"/>
                <a:sym typeface="+mn-ea"/>
              </a:rPr>
              <a:t>PPT</a:t>
            </a:r>
            <a:r>
              <a:rPr lang="zh-CN" altLang="en-US" sz="300">
                <a:solidFill>
                  <a:schemeClr val="bg1">
                    <a:alpha val="0"/>
                  </a:schemeClr>
                </a:solidFill>
                <a:latin typeface="微软雅黑" panose="020B0503020204020204" pitchFamily="34" charset="-122"/>
                <a:ea typeface="微软雅黑" panose="020B0503020204020204" pitchFamily="34" charset="-122"/>
                <a:sym typeface="+mn-ea"/>
              </a:rPr>
              <a:t>作品，为了您和包图网以及原创作者的利益，请勿复制、传播、销售，否则将承担法律责任！包图网将对作品进行维权，按照传播下载次数进行十倍的索取赔偿！</a:t>
            </a:r>
          </a:p>
          <a:p>
            <a:r>
              <a:rPr lang="en-US" altLang="zh-CN" sz="600">
                <a:solidFill>
                  <a:schemeClr val="bg1">
                    <a:alpha val="0"/>
                  </a:schemeClr>
                </a:solidFill>
                <a:latin typeface="微软雅黑" panose="020B0503020204020204" pitchFamily="34" charset="-122"/>
                <a:ea typeface="微软雅黑" panose="020B0503020204020204" pitchFamily="34" charset="-122"/>
                <a:sym typeface="+mn-ea"/>
              </a:rPr>
              <a:t>ibaotu.com</a:t>
            </a:r>
          </a:p>
        </p:txBody>
      </p:sp>
      <p:sp>
        <p:nvSpPr>
          <p:cNvPr id="4" name="TextBox 3"/>
          <p:cNvSpPr txBox="1"/>
          <p:nvPr/>
        </p:nvSpPr>
        <p:spPr>
          <a:xfrm>
            <a:off x="11602899" y="6287572"/>
            <a:ext cx="474810" cy="369332"/>
          </a:xfrm>
          <a:prstGeom prst="rect">
            <a:avLst/>
          </a:prstGeom>
          <a:noFill/>
        </p:spPr>
        <p:txBody>
          <a:bodyPr wrap="none" rtlCol="0">
            <a:spAutoFit/>
          </a:bodyPr>
          <a:lstStyle/>
          <a:p>
            <a:fld id="{32052700-9C14-40BB-AC4A-3575FEFBB826}" type="slidenum">
              <a:rPr lang="en-US" b="1" smtClean="0">
                <a:latin typeface="Cambria" panose="02040503050406030204" pitchFamily="18" charset="0"/>
              </a:rPr>
              <a:t>‹#›</a:t>
            </a:fld>
            <a:endParaRPr lang="en-US" b="1">
              <a:latin typeface="Cambria" panose="02040503050406030204" pitchFamily="18" charset="0"/>
            </a:endParaRPr>
          </a:p>
        </p:txBody>
      </p:sp>
      <p:cxnSp>
        <p:nvCxnSpPr>
          <p:cNvPr id="5" name="Straight Connector 4"/>
          <p:cNvCxnSpPr/>
          <p:nvPr/>
        </p:nvCxnSpPr>
        <p:spPr>
          <a:xfrm flipV="1">
            <a:off x="0" y="6457950"/>
            <a:ext cx="11458575" cy="14288"/>
          </a:xfrm>
          <a:prstGeom prst="line">
            <a:avLst/>
          </a:prstGeom>
          <a:ln w="28575">
            <a:solidFill>
              <a:srgbClr val="D32F2F"/>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0800" y="6517929"/>
            <a:ext cx="1003300" cy="294229"/>
          </a:xfrm>
          <a:prstGeom prst="rect">
            <a:avLst/>
          </a:prstGeom>
        </p:spPr>
      </p:pic>
      <p:sp>
        <p:nvSpPr>
          <p:cNvPr id="8" name="TextBox 7"/>
          <p:cNvSpPr txBox="1"/>
          <p:nvPr/>
        </p:nvSpPr>
        <p:spPr>
          <a:xfrm>
            <a:off x="1025524" y="6517929"/>
            <a:ext cx="2311915" cy="276999"/>
          </a:xfrm>
          <a:prstGeom prst="rect">
            <a:avLst/>
          </a:prstGeom>
          <a:noFill/>
        </p:spPr>
        <p:txBody>
          <a:bodyPr wrap="none" rtlCol="0">
            <a:spAutoFit/>
          </a:bodyPr>
          <a:lstStyle/>
          <a:p>
            <a:r>
              <a:rPr lang="en-US" sz="1200" b="1">
                <a:solidFill>
                  <a:srgbClr val="D51C29"/>
                </a:solidFill>
                <a:latin typeface="Cambria" panose="02040503050406030204" pitchFamily="18" charset="0"/>
              </a:rPr>
              <a:t>KHOA</a:t>
            </a:r>
            <a:r>
              <a:rPr lang="en-US" sz="1200" b="1" baseline="0">
                <a:solidFill>
                  <a:srgbClr val="D51C29"/>
                </a:solidFill>
                <a:latin typeface="Cambria" panose="02040503050406030204" pitchFamily="18" charset="0"/>
              </a:rPr>
              <a:t> CÔNG NGHỆ THÔNG TIN</a:t>
            </a:r>
            <a:endParaRPr lang="en-US" sz="1200" b="1">
              <a:solidFill>
                <a:srgbClr val="D51C29"/>
              </a:solidFill>
              <a:latin typeface="Cambria" panose="02040503050406030204" pitchFamily="18" charset="0"/>
            </a:endParaRPr>
          </a:p>
        </p:txBody>
      </p:sp>
    </p:spTree>
    <p:extLst>
      <p:ext uri="{BB962C8B-B14F-4D97-AF65-F5344CB8AC3E}">
        <p14:creationId xmlns:p14="http://schemas.microsoft.com/office/powerpoint/2010/main" val="464241476"/>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2" r:id="rId4"/>
  </p:sldLayoutIdLst>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C9FB9E-E74F-45EB-AA1A-FD632E8907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BA6FC9-E859-45FC-9EFE-689FC1161C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BB7763-80BB-4A21-B4C7-7FCF0A45DD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B78907-5D1C-4D80-864F-8EB1A2A02247}" type="datetimeFigureOut">
              <a:rPr lang="en-US" smtClean="0"/>
              <a:t>9/9/2025</a:t>
            </a:fld>
            <a:endParaRPr lang="en-US"/>
          </a:p>
        </p:txBody>
      </p:sp>
      <p:sp>
        <p:nvSpPr>
          <p:cNvPr id="5" name="Footer Placeholder 4">
            <a:extLst>
              <a:ext uri="{FF2B5EF4-FFF2-40B4-BE49-F238E27FC236}">
                <a16:creationId xmlns:a16="http://schemas.microsoft.com/office/drawing/2014/main" id="{62DE33AF-C42D-48FC-BCD8-F465F6066A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A3C7B7-31B2-4471-800F-DE08682E4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588D9D-CB14-4038-A0D2-3F55CEEB814F}" type="slidenum">
              <a:rPr lang="en-US" smtClean="0"/>
              <a:t>‹#›</a:t>
            </a:fld>
            <a:endParaRPr lang="en-US"/>
          </a:p>
        </p:txBody>
      </p:sp>
    </p:spTree>
    <p:extLst>
      <p:ext uri="{BB962C8B-B14F-4D97-AF65-F5344CB8AC3E}">
        <p14:creationId xmlns:p14="http://schemas.microsoft.com/office/powerpoint/2010/main" val="3720507881"/>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89"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B8C734-EA4C-4D5D-825E-E394EF45B827}" type="datetime1">
              <a:rPr lang="en-US" smtClean="0"/>
              <a:t>9/9/2025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Khoa học Tổng quát</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3320262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8.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CEF99411-4709-4D85-A7C3-945C4791A054}"/>
              </a:ext>
            </a:extLst>
          </p:cNvPr>
          <p:cNvSpPr txBox="1"/>
          <p:nvPr/>
        </p:nvSpPr>
        <p:spPr>
          <a:xfrm>
            <a:off x="1302119" y="1625116"/>
            <a:ext cx="10184776" cy="830997"/>
          </a:xfrm>
          <a:prstGeom prst="rect">
            <a:avLst/>
          </a:prstGeom>
          <a:noFill/>
        </p:spPr>
        <p:txBody>
          <a:bodyPr wrap="none" rtlCol="0">
            <a:spAutoFit/>
            <a:scene3d>
              <a:camera prst="orthographicFront"/>
              <a:lightRig rig="threePt" dir="t"/>
            </a:scene3d>
            <a:sp3d contourW="12700"/>
          </a:bodyPr>
          <a:lstStyle/>
          <a:p>
            <a:pPr algn="ctr"/>
            <a:r>
              <a:rPr lang="en-US" altLang="zh-CN" sz="4800" b="1">
                <a:solidFill>
                  <a:srgbClr val="2C3E50"/>
                </a:solidFill>
                <a:latin typeface="Cambria" panose="02040503050406030204" pitchFamily="18" charset="0"/>
                <a:ea typeface="Tahoma" panose="020B0604030504040204" pitchFamily="34" charset="0"/>
                <a:cs typeface="Tahoma" panose="020B0604030504040204" pitchFamily="34" charset="0"/>
              </a:rPr>
              <a:t>NHẬP MÔN CÔNG NGHỆ THÔNG TIN</a:t>
            </a:r>
          </a:p>
        </p:txBody>
      </p:sp>
      <p:grpSp>
        <p:nvGrpSpPr>
          <p:cNvPr id="9" name="组合 8">
            <a:extLst>
              <a:ext uri="{FF2B5EF4-FFF2-40B4-BE49-F238E27FC236}">
                <a16:creationId xmlns:a16="http://schemas.microsoft.com/office/drawing/2014/main" id="{97D9BB3D-6037-4984-B1C9-6EA6F0733901}"/>
              </a:ext>
            </a:extLst>
          </p:cNvPr>
          <p:cNvGrpSpPr/>
          <p:nvPr/>
        </p:nvGrpSpPr>
        <p:grpSpPr>
          <a:xfrm>
            <a:off x="4520692" y="4086472"/>
            <a:ext cx="416937" cy="416934"/>
            <a:chOff x="891974" y="4415843"/>
            <a:chExt cx="450443" cy="450443"/>
          </a:xfrm>
        </p:grpSpPr>
        <p:sp>
          <p:nvSpPr>
            <p:cNvPr id="10" name="椭圆 9">
              <a:extLst>
                <a:ext uri="{FF2B5EF4-FFF2-40B4-BE49-F238E27FC236}">
                  <a16:creationId xmlns:a16="http://schemas.microsoft.com/office/drawing/2014/main" id="{9C9DB4BA-54F7-4C0E-AE0C-B1C46DE8FD76}"/>
                </a:ext>
              </a:extLst>
            </p:cNvPr>
            <p:cNvSpPr/>
            <p:nvPr/>
          </p:nvSpPr>
          <p:spPr>
            <a:xfrm>
              <a:off x="891974" y="4415843"/>
              <a:ext cx="450443" cy="450443"/>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sp>
          <p:nvSpPr>
            <p:cNvPr id="11" name="椭圆 39">
              <a:extLst>
                <a:ext uri="{FF2B5EF4-FFF2-40B4-BE49-F238E27FC236}">
                  <a16:creationId xmlns:a16="http://schemas.microsoft.com/office/drawing/2014/main" id="{A2EF981A-E8A3-4B9C-9705-339D975A808A}"/>
                </a:ext>
              </a:extLst>
            </p:cNvPr>
            <p:cNvSpPr/>
            <p:nvPr/>
          </p:nvSpPr>
          <p:spPr>
            <a:xfrm>
              <a:off x="993275" y="4502064"/>
              <a:ext cx="247839" cy="278000"/>
            </a:xfrm>
            <a:custGeom>
              <a:avLst/>
              <a:gdLst>
                <a:gd name="connsiteX0" fmla="*/ 199932 w 300038"/>
                <a:gd name="connsiteY0" fmla="*/ 273051 h 336551"/>
                <a:gd name="connsiteX1" fmla="*/ 192088 w 300038"/>
                <a:gd name="connsiteY1" fmla="*/ 280989 h 336551"/>
                <a:gd name="connsiteX2" fmla="*/ 192088 w 300038"/>
                <a:gd name="connsiteY2" fmla="*/ 306124 h 336551"/>
                <a:gd name="connsiteX3" fmla="*/ 199932 w 300038"/>
                <a:gd name="connsiteY3" fmla="*/ 312739 h 336551"/>
                <a:gd name="connsiteX4" fmla="*/ 250919 w 300038"/>
                <a:gd name="connsiteY4" fmla="*/ 312739 h 336551"/>
                <a:gd name="connsiteX5" fmla="*/ 258763 w 300038"/>
                <a:gd name="connsiteY5" fmla="*/ 306124 h 336551"/>
                <a:gd name="connsiteX6" fmla="*/ 258763 w 300038"/>
                <a:gd name="connsiteY6" fmla="*/ 280989 h 336551"/>
                <a:gd name="connsiteX7" fmla="*/ 250919 w 300038"/>
                <a:gd name="connsiteY7" fmla="*/ 273051 h 336551"/>
                <a:gd name="connsiteX8" fmla="*/ 199932 w 300038"/>
                <a:gd name="connsiteY8" fmla="*/ 273051 h 336551"/>
                <a:gd name="connsiteX9" fmla="*/ 101328 w 300038"/>
                <a:gd name="connsiteY9" fmla="*/ 196851 h 336551"/>
                <a:gd name="connsiteX10" fmla="*/ 107908 w 300038"/>
                <a:gd name="connsiteY10" fmla="*/ 196851 h 336551"/>
                <a:gd name="connsiteX11" fmla="*/ 111856 w 300038"/>
                <a:gd name="connsiteY11" fmla="*/ 202123 h 336551"/>
                <a:gd name="connsiteX12" fmla="*/ 128964 w 300038"/>
                <a:gd name="connsiteY12" fmla="*/ 248250 h 336551"/>
                <a:gd name="connsiteX13" fmla="*/ 131595 w 300038"/>
                <a:gd name="connsiteY13" fmla="*/ 239025 h 336551"/>
                <a:gd name="connsiteX14" fmla="*/ 126332 w 300038"/>
                <a:gd name="connsiteY14" fmla="*/ 225845 h 336551"/>
                <a:gd name="connsiteX15" fmla="*/ 127648 w 300038"/>
                <a:gd name="connsiteY15" fmla="*/ 217938 h 336551"/>
                <a:gd name="connsiteX16" fmla="*/ 132911 w 300038"/>
                <a:gd name="connsiteY16" fmla="*/ 215302 h 336551"/>
                <a:gd name="connsiteX17" fmla="*/ 167126 w 300038"/>
                <a:gd name="connsiteY17" fmla="*/ 215302 h 336551"/>
                <a:gd name="connsiteX18" fmla="*/ 172390 w 300038"/>
                <a:gd name="connsiteY18" fmla="*/ 217938 h 336551"/>
                <a:gd name="connsiteX19" fmla="*/ 173706 w 300038"/>
                <a:gd name="connsiteY19" fmla="*/ 225845 h 336551"/>
                <a:gd name="connsiteX20" fmla="*/ 168442 w 300038"/>
                <a:gd name="connsiteY20" fmla="*/ 239025 h 336551"/>
                <a:gd name="connsiteX21" fmla="*/ 171074 w 300038"/>
                <a:gd name="connsiteY21" fmla="*/ 248250 h 336551"/>
                <a:gd name="connsiteX22" fmla="*/ 188182 w 300038"/>
                <a:gd name="connsiteY22" fmla="*/ 202123 h 336551"/>
                <a:gd name="connsiteX23" fmla="*/ 192130 w 300038"/>
                <a:gd name="connsiteY23" fmla="*/ 196851 h 336551"/>
                <a:gd name="connsiteX24" fmla="*/ 198710 w 300038"/>
                <a:gd name="connsiteY24" fmla="*/ 196851 h 336551"/>
                <a:gd name="connsiteX25" fmla="*/ 265823 w 300038"/>
                <a:gd name="connsiteY25" fmla="*/ 224527 h 336551"/>
                <a:gd name="connsiteX26" fmla="*/ 300038 w 300038"/>
                <a:gd name="connsiteY26" fmla="*/ 274609 h 336551"/>
                <a:gd name="connsiteX27" fmla="*/ 300038 w 300038"/>
                <a:gd name="connsiteY27" fmla="*/ 328643 h 336551"/>
                <a:gd name="connsiteX28" fmla="*/ 292142 w 300038"/>
                <a:gd name="connsiteY28" fmla="*/ 336551 h 336551"/>
                <a:gd name="connsiteX29" fmla="*/ 7896 w 300038"/>
                <a:gd name="connsiteY29" fmla="*/ 336551 h 336551"/>
                <a:gd name="connsiteX30" fmla="*/ 0 w 300038"/>
                <a:gd name="connsiteY30" fmla="*/ 328643 h 336551"/>
                <a:gd name="connsiteX31" fmla="*/ 0 w 300038"/>
                <a:gd name="connsiteY31" fmla="*/ 274609 h 336551"/>
                <a:gd name="connsiteX32" fmla="*/ 34215 w 300038"/>
                <a:gd name="connsiteY32" fmla="*/ 224527 h 336551"/>
                <a:gd name="connsiteX33" fmla="*/ 101328 w 300038"/>
                <a:gd name="connsiteY33" fmla="*/ 196851 h 336551"/>
                <a:gd name="connsiteX34" fmla="*/ 155328 w 300038"/>
                <a:gd name="connsiteY34" fmla="*/ 0 h 336551"/>
                <a:gd name="connsiteX35" fmla="*/ 201775 w 300038"/>
                <a:gd name="connsiteY35" fmla="*/ 15854 h 336551"/>
                <a:gd name="connsiteX36" fmla="*/ 223008 w 300038"/>
                <a:gd name="connsiteY36" fmla="*/ 79268 h 336551"/>
                <a:gd name="connsiteX37" fmla="*/ 224335 w 300038"/>
                <a:gd name="connsiteY37" fmla="*/ 93801 h 336551"/>
                <a:gd name="connsiteX38" fmla="*/ 229643 w 300038"/>
                <a:gd name="connsiteY38" fmla="*/ 100407 h 336551"/>
                <a:gd name="connsiteX39" fmla="*/ 232297 w 300038"/>
                <a:gd name="connsiteY39" fmla="*/ 125508 h 336551"/>
                <a:gd name="connsiteX40" fmla="*/ 208410 w 300038"/>
                <a:gd name="connsiteY40" fmla="*/ 151931 h 336551"/>
                <a:gd name="connsiteX41" fmla="*/ 185850 w 300038"/>
                <a:gd name="connsiteY41" fmla="*/ 183639 h 336551"/>
                <a:gd name="connsiteX42" fmla="*/ 172579 w 300038"/>
                <a:gd name="connsiteY42" fmla="*/ 192887 h 336551"/>
                <a:gd name="connsiteX43" fmla="*/ 150019 w 300038"/>
                <a:gd name="connsiteY43" fmla="*/ 196850 h 336551"/>
                <a:gd name="connsiteX44" fmla="*/ 127459 w 300038"/>
                <a:gd name="connsiteY44" fmla="*/ 192887 h 336551"/>
                <a:gd name="connsiteX45" fmla="*/ 114189 w 300038"/>
                <a:gd name="connsiteY45" fmla="*/ 183639 h 336551"/>
                <a:gd name="connsiteX46" fmla="*/ 91629 w 300038"/>
                <a:gd name="connsiteY46" fmla="*/ 151931 h 336551"/>
                <a:gd name="connsiteX47" fmla="*/ 67742 w 300038"/>
                <a:gd name="connsiteY47" fmla="*/ 125508 h 336551"/>
                <a:gd name="connsiteX48" fmla="*/ 70396 w 300038"/>
                <a:gd name="connsiteY48" fmla="*/ 100407 h 336551"/>
                <a:gd name="connsiteX49" fmla="*/ 75704 w 300038"/>
                <a:gd name="connsiteY49" fmla="*/ 93801 h 336551"/>
                <a:gd name="connsiteX50" fmla="*/ 77031 w 300038"/>
                <a:gd name="connsiteY50" fmla="*/ 85874 h 336551"/>
                <a:gd name="connsiteX51" fmla="*/ 74377 w 300038"/>
                <a:gd name="connsiteY51" fmla="*/ 50203 h 336551"/>
                <a:gd name="connsiteX52" fmla="*/ 103572 w 300038"/>
                <a:gd name="connsiteY52" fmla="*/ 27744 h 336551"/>
                <a:gd name="connsiteX53" fmla="*/ 119497 w 300038"/>
                <a:gd name="connsiteY53" fmla="*/ 10569 h 336551"/>
                <a:gd name="connsiteX54" fmla="*/ 155328 w 300038"/>
                <a:gd name="connsiteY54"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0038" h="336551">
                  <a:moveTo>
                    <a:pt x="199932" y="273051"/>
                  </a:moveTo>
                  <a:cubicBezTo>
                    <a:pt x="194703" y="273051"/>
                    <a:pt x="192088" y="277020"/>
                    <a:pt x="192088" y="280989"/>
                  </a:cubicBezTo>
                  <a:cubicBezTo>
                    <a:pt x="192088" y="306124"/>
                    <a:pt x="192088" y="306124"/>
                    <a:pt x="192088" y="306124"/>
                  </a:cubicBezTo>
                  <a:cubicBezTo>
                    <a:pt x="192088" y="310093"/>
                    <a:pt x="194703" y="312739"/>
                    <a:pt x="199932" y="312739"/>
                  </a:cubicBezTo>
                  <a:cubicBezTo>
                    <a:pt x="250919" y="312739"/>
                    <a:pt x="250919" y="312739"/>
                    <a:pt x="250919" y="312739"/>
                  </a:cubicBezTo>
                  <a:cubicBezTo>
                    <a:pt x="254841" y="312739"/>
                    <a:pt x="258763" y="310093"/>
                    <a:pt x="258763" y="306124"/>
                  </a:cubicBezTo>
                  <a:lnTo>
                    <a:pt x="258763" y="280989"/>
                  </a:lnTo>
                  <a:cubicBezTo>
                    <a:pt x="258763" y="277020"/>
                    <a:pt x="254841" y="273051"/>
                    <a:pt x="250919" y="273051"/>
                  </a:cubicBezTo>
                  <a:cubicBezTo>
                    <a:pt x="199932" y="273051"/>
                    <a:pt x="199932" y="273051"/>
                    <a:pt x="199932" y="273051"/>
                  </a:cubicBezTo>
                  <a:close/>
                  <a:moveTo>
                    <a:pt x="101328" y="196851"/>
                  </a:moveTo>
                  <a:cubicBezTo>
                    <a:pt x="103960" y="196851"/>
                    <a:pt x="105276" y="196851"/>
                    <a:pt x="107908" y="196851"/>
                  </a:cubicBezTo>
                  <a:cubicBezTo>
                    <a:pt x="109224" y="198169"/>
                    <a:pt x="110540" y="199487"/>
                    <a:pt x="111856" y="202123"/>
                  </a:cubicBezTo>
                  <a:cubicBezTo>
                    <a:pt x="128964" y="248250"/>
                    <a:pt x="128964" y="248250"/>
                    <a:pt x="128964" y="248250"/>
                  </a:cubicBezTo>
                  <a:cubicBezTo>
                    <a:pt x="131595" y="239025"/>
                    <a:pt x="131595" y="239025"/>
                    <a:pt x="131595" y="239025"/>
                  </a:cubicBezTo>
                  <a:cubicBezTo>
                    <a:pt x="126332" y="225845"/>
                    <a:pt x="126332" y="225845"/>
                    <a:pt x="126332" y="225845"/>
                  </a:cubicBezTo>
                  <a:cubicBezTo>
                    <a:pt x="125016" y="223209"/>
                    <a:pt x="126332" y="220574"/>
                    <a:pt x="127648" y="217938"/>
                  </a:cubicBezTo>
                  <a:cubicBezTo>
                    <a:pt x="128964" y="216620"/>
                    <a:pt x="131595" y="215302"/>
                    <a:pt x="132911" y="215302"/>
                  </a:cubicBezTo>
                  <a:cubicBezTo>
                    <a:pt x="167126" y="215302"/>
                    <a:pt x="167126" y="215302"/>
                    <a:pt x="167126" y="215302"/>
                  </a:cubicBezTo>
                  <a:cubicBezTo>
                    <a:pt x="168442" y="215302"/>
                    <a:pt x="171074" y="216620"/>
                    <a:pt x="172390" y="217938"/>
                  </a:cubicBezTo>
                  <a:cubicBezTo>
                    <a:pt x="173706" y="220574"/>
                    <a:pt x="175022" y="223209"/>
                    <a:pt x="173706" y="225845"/>
                  </a:cubicBezTo>
                  <a:cubicBezTo>
                    <a:pt x="168442" y="239025"/>
                    <a:pt x="168442" y="239025"/>
                    <a:pt x="168442" y="239025"/>
                  </a:cubicBezTo>
                  <a:cubicBezTo>
                    <a:pt x="171074" y="248250"/>
                    <a:pt x="171074" y="248250"/>
                    <a:pt x="171074" y="248250"/>
                  </a:cubicBezTo>
                  <a:cubicBezTo>
                    <a:pt x="188182" y="202123"/>
                    <a:pt x="188182" y="202123"/>
                    <a:pt x="188182" y="202123"/>
                  </a:cubicBezTo>
                  <a:cubicBezTo>
                    <a:pt x="189498" y="199487"/>
                    <a:pt x="190814" y="198169"/>
                    <a:pt x="192130" y="196851"/>
                  </a:cubicBezTo>
                  <a:cubicBezTo>
                    <a:pt x="194762" y="196851"/>
                    <a:pt x="196078" y="196851"/>
                    <a:pt x="198710" y="196851"/>
                  </a:cubicBezTo>
                  <a:cubicBezTo>
                    <a:pt x="265823" y="224527"/>
                    <a:pt x="265823" y="224527"/>
                    <a:pt x="265823" y="224527"/>
                  </a:cubicBezTo>
                  <a:cubicBezTo>
                    <a:pt x="286879" y="232435"/>
                    <a:pt x="300038" y="252204"/>
                    <a:pt x="300038" y="274609"/>
                  </a:cubicBezTo>
                  <a:cubicBezTo>
                    <a:pt x="300038" y="328643"/>
                    <a:pt x="300038" y="328643"/>
                    <a:pt x="300038" y="328643"/>
                  </a:cubicBezTo>
                  <a:cubicBezTo>
                    <a:pt x="300038" y="332597"/>
                    <a:pt x="296090" y="336551"/>
                    <a:pt x="292142" y="336551"/>
                  </a:cubicBezTo>
                  <a:cubicBezTo>
                    <a:pt x="7896" y="336551"/>
                    <a:pt x="7896" y="336551"/>
                    <a:pt x="7896" y="336551"/>
                  </a:cubicBezTo>
                  <a:cubicBezTo>
                    <a:pt x="3948" y="336551"/>
                    <a:pt x="0" y="332597"/>
                    <a:pt x="0" y="328643"/>
                  </a:cubicBezTo>
                  <a:cubicBezTo>
                    <a:pt x="0" y="274609"/>
                    <a:pt x="0" y="274609"/>
                    <a:pt x="0" y="274609"/>
                  </a:cubicBezTo>
                  <a:cubicBezTo>
                    <a:pt x="0" y="252204"/>
                    <a:pt x="13159" y="232435"/>
                    <a:pt x="34215" y="224527"/>
                  </a:cubicBezTo>
                  <a:cubicBezTo>
                    <a:pt x="101328" y="196851"/>
                    <a:pt x="101328" y="196851"/>
                    <a:pt x="101328" y="196851"/>
                  </a:cubicBezTo>
                  <a:close/>
                  <a:moveTo>
                    <a:pt x="155328" y="0"/>
                  </a:moveTo>
                  <a:cubicBezTo>
                    <a:pt x="171252" y="0"/>
                    <a:pt x="187177" y="5285"/>
                    <a:pt x="201775" y="15854"/>
                  </a:cubicBezTo>
                  <a:cubicBezTo>
                    <a:pt x="225662" y="34350"/>
                    <a:pt x="223008" y="72663"/>
                    <a:pt x="223008" y="79268"/>
                  </a:cubicBezTo>
                  <a:cubicBezTo>
                    <a:pt x="223008" y="84553"/>
                    <a:pt x="224335" y="89838"/>
                    <a:pt x="224335" y="93801"/>
                  </a:cubicBezTo>
                  <a:cubicBezTo>
                    <a:pt x="225662" y="95122"/>
                    <a:pt x="228316" y="96443"/>
                    <a:pt x="229643" y="100407"/>
                  </a:cubicBezTo>
                  <a:cubicBezTo>
                    <a:pt x="234951" y="107012"/>
                    <a:pt x="234951" y="114939"/>
                    <a:pt x="232297" y="125508"/>
                  </a:cubicBezTo>
                  <a:cubicBezTo>
                    <a:pt x="226989" y="146647"/>
                    <a:pt x="215045" y="150610"/>
                    <a:pt x="208410" y="151931"/>
                  </a:cubicBezTo>
                  <a:cubicBezTo>
                    <a:pt x="204429" y="159858"/>
                    <a:pt x="195139" y="175712"/>
                    <a:pt x="185850" y="183639"/>
                  </a:cubicBezTo>
                  <a:cubicBezTo>
                    <a:pt x="183196" y="187602"/>
                    <a:pt x="177888" y="190244"/>
                    <a:pt x="172579" y="192887"/>
                  </a:cubicBezTo>
                  <a:cubicBezTo>
                    <a:pt x="164617" y="195529"/>
                    <a:pt x="157982" y="196850"/>
                    <a:pt x="150019" y="196850"/>
                  </a:cubicBezTo>
                  <a:cubicBezTo>
                    <a:pt x="142057" y="196850"/>
                    <a:pt x="135422" y="195529"/>
                    <a:pt x="127459" y="192887"/>
                  </a:cubicBezTo>
                  <a:cubicBezTo>
                    <a:pt x="122151" y="190244"/>
                    <a:pt x="116843" y="187602"/>
                    <a:pt x="114189" y="183639"/>
                  </a:cubicBezTo>
                  <a:cubicBezTo>
                    <a:pt x="104900" y="175712"/>
                    <a:pt x="95610" y="159858"/>
                    <a:pt x="91629" y="151931"/>
                  </a:cubicBezTo>
                  <a:cubicBezTo>
                    <a:pt x="84994" y="150610"/>
                    <a:pt x="73050" y="146647"/>
                    <a:pt x="67742" y="125508"/>
                  </a:cubicBezTo>
                  <a:cubicBezTo>
                    <a:pt x="65088" y="114939"/>
                    <a:pt x="65088" y="107012"/>
                    <a:pt x="70396" y="100407"/>
                  </a:cubicBezTo>
                  <a:cubicBezTo>
                    <a:pt x="71723" y="96443"/>
                    <a:pt x="74377" y="95122"/>
                    <a:pt x="75704" y="93801"/>
                  </a:cubicBezTo>
                  <a:cubicBezTo>
                    <a:pt x="75704" y="91159"/>
                    <a:pt x="75704" y="88516"/>
                    <a:pt x="77031" y="85874"/>
                  </a:cubicBezTo>
                  <a:cubicBezTo>
                    <a:pt x="73050" y="80590"/>
                    <a:pt x="67742" y="68699"/>
                    <a:pt x="74377" y="50203"/>
                  </a:cubicBezTo>
                  <a:cubicBezTo>
                    <a:pt x="81013" y="30386"/>
                    <a:pt x="95610" y="27744"/>
                    <a:pt x="103572" y="27744"/>
                  </a:cubicBezTo>
                  <a:cubicBezTo>
                    <a:pt x="106227" y="22459"/>
                    <a:pt x="111535" y="17175"/>
                    <a:pt x="119497" y="10569"/>
                  </a:cubicBezTo>
                  <a:cubicBezTo>
                    <a:pt x="128786" y="3963"/>
                    <a:pt x="142057" y="0"/>
                    <a:pt x="155328" y="0"/>
                  </a:cubicBezTo>
                  <a:close/>
                </a:path>
              </a:pathLst>
            </a:custGeom>
            <a:solidFill>
              <a:schemeClr val="accent4"/>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grpSp>
      <p:sp>
        <p:nvSpPr>
          <p:cNvPr id="12" name="文本框 11">
            <a:extLst>
              <a:ext uri="{FF2B5EF4-FFF2-40B4-BE49-F238E27FC236}">
                <a16:creationId xmlns:a16="http://schemas.microsoft.com/office/drawing/2014/main" id="{C9BD2F7B-3F77-4C00-A03B-0C17F27D1349}"/>
              </a:ext>
            </a:extLst>
          </p:cNvPr>
          <p:cNvSpPr txBox="1"/>
          <p:nvPr/>
        </p:nvSpPr>
        <p:spPr>
          <a:xfrm>
            <a:off x="5088019" y="4033852"/>
            <a:ext cx="4329488" cy="646331"/>
          </a:xfrm>
          <a:prstGeom prst="rect">
            <a:avLst/>
          </a:prstGeom>
          <a:noFill/>
        </p:spPr>
        <p:txBody>
          <a:bodyPr wrap="square" rtlCol="0">
            <a:spAutoFit/>
            <a:scene3d>
              <a:camera prst="orthographicFront"/>
              <a:lightRig rig="threePt" dir="t"/>
            </a:scene3d>
            <a:sp3d contourW="12700"/>
          </a:bodyPr>
          <a:lstStyle/>
          <a:p>
            <a:r>
              <a:rPr lang="en-US" altLang="zh-CN" b="1" err="1">
                <a:solidFill>
                  <a:schemeClr val="bg2">
                    <a:lumMod val="50000"/>
                  </a:schemeClr>
                </a:solidFill>
                <a:latin typeface="Cambria" panose="02040503050406030204" pitchFamily="18" charset="0"/>
                <a:ea typeface="+mj-ea"/>
              </a:rPr>
              <a:t>Nhóm</a:t>
            </a:r>
            <a:r>
              <a:rPr lang="en-US" altLang="zh-CN" b="1">
                <a:solidFill>
                  <a:schemeClr val="bg2">
                    <a:lumMod val="50000"/>
                  </a:schemeClr>
                </a:solidFill>
                <a:latin typeface="Cambria" panose="02040503050406030204" pitchFamily="18" charset="0"/>
                <a:ea typeface="+mj-ea"/>
              </a:rPr>
              <a:t> GV </a:t>
            </a:r>
            <a:r>
              <a:rPr lang="en-US" altLang="zh-CN" b="1" err="1">
                <a:solidFill>
                  <a:schemeClr val="bg2">
                    <a:lumMod val="50000"/>
                  </a:schemeClr>
                </a:solidFill>
                <a:latin typeface="Cambria" panose="02040503050406030204" pitchFamily="18" charset="0"/>
                <a:ea typeface="+mj-ea"/>
              </a:rPr>
              <a:t>biên</a:t>
            </a:r>
            <a:r>
              <a:rPr lang="en-US" altLang="zh-CN" b="1">
                <a:solidFill>
                  <a:schemeClr val="bg2">
                    <a:lumMod val="50000"/>
                  </a:schemeClr>
                </a:solidFill>
                <a:latin typeface="Cambria" panose="02040503050406030204" pitchFamily="18" charset="0"/>
                <a:ea typeface="+mj-ea"/>
              </a:rPr>
              <a:t> </a:t>
            </a:r>
            <a:r>
              <a:rPr lang="en-US" altLang="zh-CN" b="1" err="1">
                <a:solidFill>
                  <a:schemeClr val="bg2">
                    <a:lumMod val="50000"/>
                  </a:schemeClr>
                </a:solidFill>
                <a:latin typeface="Cambria" panose="02040503050406030204" pitchFamily="18" charset="0"/>
                <a:ea typeface="+mj-ea"/>
              </a:rPr>
              <a:t>soạn</a:t>
            </a:r>
            <a:r>
              <a:rPr lang="en-US" altLang="zh-CN" b="1">
                <a:solidFill>
                  <a:schemeClr val="bg2">
                    <a:lumMod val="50000"/>
                  </a:schemeClr>
                </a:solidFill>
                <a:latin typeface="Cambria" panose="02040503050406030204" pitchFamily="18" charset="0"/>
                <a:ea typeface="+mj-ea"/>
              </a:rPr>
              <a:t>:</a:t>
            </a:r>
          </a:p>
          <a:p>
            <a:r>
              <a:rPr lang="en-US" altLang="zh-CN" b="1">
                <a:solidFill>
                  <a:schemeClr val="bg2">
                    <a:lumMod val="50000"/>
                  </a:schemeClr>
                </a:solidFill>
                <a:latin typeface="Cambria" panose="02040503050406030204" pitchFamily="18" charset="0"/>
                <a:ea typeface="+mj-ea"/>
              </a:rPr>
              <a:t>Khoa Công nghệ Thông tin</a:t>
            </a:r>
          </a:p>
        </p:txBody>
      </p:sp>
      <p:pic>
        <p:nvPicPr>
          <p:cNvPr id="18" name="William Joseph - Radioactive">
            <a:hlinkClick r:id="" action="ppaction://media"/>
            <a:extLst>
              <a:ext uri="{FF2B5EF4-FFF2-40B4-BE49-F238E27FC236}">
                <a16:creationId xmlns:a16="http://schemas.microsoft.com/office/drawing/2014/main" id="{74606A9D-B362-448E-BAAC-A60B438E8DB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0" y="-733425"/>
            <a:ext cx="609600" cy="609600"/>
          </a:xfrm>
          <a:prstGeom prst="rect">
            <a:avLst/>
          </a:prstGeom>
        </p:spPr>
      </p:pic>
      <p:grpSp>
        <p:nvGrpSpPr>
          <p:cNvPr id="14" name="组合 12">
            <a:extLst>
              <a:ext uri="{FF2B5EF4-FFF2-40B4-BE49-F238E27FC236}">
                <a16:creationId xmlns:a16="http://schemas.microsoft.com/office/drawing/2014/main" id="{A6373AAE-0444-45F1-A55E-2836D8D88CFA}"/>
              </a:ext>
            </a:extLst>
          </p:cNvPr>
          <p:cNvGrpSpPr/>
          <p:nvPr/>
        </p:nvGrpSpPr>
        <p:grpSpPr>
          <a:xfrm>
            <a:off x="4520692" y="5341638"/>
            <a:ext cx="416937" cy="416934"/>
            <a:chOff x="891974" y="4415843"/>
            <a:chExt cx="450443" cy="450443"/>
          </a:xfrm>
        </p:grpSpPr>
        <p:sp>
          <p:nvSpPr>
            <p:cNvPr id="15" name="椭圆 13">
              <a:extLst>
                <a:ext uri="{FF2B5EF4-FFF2-40B4-BE49-F238E27FC236}">
                  <a16:creationId xmlns:a16="http://schemas.microsoft.com/office/drawing/2014/main" id="{CDAA027D-F144-4D14-B4A5-F6916DF57A23}"/>
                </a:ext>
              </a:extLst>
            </p:cNvPr>
            <p:cNvSpPr/>
            <p:nvPr/>
          </p:nvSpPr>
          <p:spPr>
            <a:xfrm>
              <a:off x="891974" y="4415843"/>
              <a:ext cx="450443" cy="450443"/>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sp>
          <p:nvSpPr>
            <p:cNvPr id="16" name="椭圆 44">
              <a:extLst>
                <a:ext uri="{FF2B5EF4-FFF2-40B4-BE49-F238E27FC236}">
                  <a16:creationId xmlns:a16="http://schemas.microsoft.com/office/drawing/2014/main" id="{92A36B17-D0F9-46AC-BA69-068766D94A9C}"/>
                </a:ext>
              </a:extLst>
            </p:cNvPr>
            <p:cNvSpPr/>
            <p:nvPr/>
          </p:nvSpPr>
          <p:spPr>
            <a:xfrm>
              <a:off x="978196" y="4510710"/>
              <a:ext cx="278000" cy="260708"/>
            </a:xfrm>
            <a:custGeom>
              <a:avLst/>
              <a:gdLst>
                <a:gd name="connsiteX0" fmla="*/ 249749 w 331788"/>
                <a:gd name="connsiteY0" fmla="*/ 163513 h 311151"/>
                <a:gd name="connsiteX1" fmla="*/ 243291 w 331788"/>
                <a:gd name="connsiteY1" fmla="*/ 171424 h 311151"/>
                <a:gd name="connsiteX2" fmla="*/ 243291 w 331788"/>
                <a:gd name="connsiteY2" fmla="*/ 218888 h 311151"/>
                <a:gd name="connsiteX3" fmla="*/ 238125 w 331788"/>
                <a:gd name="connsiteY3" fmla="*/ 229435 h 311151"/>
                <a:gd name="connsiteX4" fmla="*/ 249749 w 331788"/>
                <a:gd name="connsiteY4" fmla="*/ 241301 h 311151"/>
                <a:gd name="connsiteX5" fmla="*/ 260081 w 331788"/>
                <a:gd name="connsiteY5" fmla="*/ 236027 h 311151"/>
                <a:gd name="connsiteX6" fmla="*/ 288495 w 331788"/>
                <a:gd name="connsiteY6" fmla="*/ 236027 h 311151"/>
                <a:gd name="connsiteX7" fmla="*/ 307868 w 331788"/>
                <a:gd name="connsiteY7" fmla="*/ 236027 h 311151"/>
                <a:gd name="connsiteX8" fmla="*/ 314325 w 331788"/>
                <a:gd name="connsiteY8" fmla="*/ 229435 h 311151"/>
                <a:gd name="connsiteX9" fmla="*/ 307868 w 331788"/>
                <a:gd name="connsiteY9" fmla="*/ 221525 h 311151"/>
                <a:gd name="connsiteX10" fmla="*/ 260081 w 331788"/>
                <a:gd name="connsiteY10" fmla="*/ 221525 h 311151"/>
                <a:gd name="connsiteX11" fmla="*/ 257498 w 331788"/>
                <a:gd name="connsiteY11" fmla="*/ 218888 h 311151"/>
                <a:gd name="connsiteX12" fmla="*/ 257498 w 331788"/>
                <a:gd name="connsiteY12" fmla="*/ 171424 h 311151"/>
                <a:gd name="connsiteX13" fmla="*/ 249749 w 331788"/>
                <a:gd name="connsiteY13" fmla="*/ 163513 h 311151"/>
                <a:gd name="connsiteX14" fmla="*/ 250178 w 331788"/>
                <a:gd name="connsiteY14" fmla="*/ 147638 h 311151"/>
                <a:gd name="connsiteX15" fmla="*/ 289040 w 331788"/>
                <a:gd name="connsiteY15" fmla="*/ 158020 h 311151"/>
                <a:gd name="connsiteX16" fmla="*/ 331788 w 331788"/>
                <a:gd name="connsiteY16" fmla="*/ 229395 h 311151"/>
                <a:gd name="connsiteX17" fmla="*/ 250178 w 331788"/>
                <a:gd name="connsiteY17" fmla="*/ 311151 h 311151"/>
                <a:gd name="connsiteX18" fmla="*/ 175044 w 331788"/>
                <a:gd name="connsiteY18" fmla="*/ 260540 h 311151"/>
                <a:gd name="connsiteX19" fmla="*/ 169863 w 331788"/>
                <a:gd name="connsiteY19" fmla="*/ 229395 h 311151"/>
                <a:gd name="connsiteX20" fmla="*/ 250178 w 331788"/>
                <a:gd name="connsiteY20" fmla="*/ 147638 h 311151"/>
                <a:gd name="connsiteX21" fmla="*/ 22336 w 331788"/>
                <a:gd name="connsiteY21" fmla="*/ 44450 h 311151"/>
                <a:gd name="connsiteX22" fmla="*/ 15875 w 331788"/>
                <a:gd name="connsiteY22" fmla="*/ 49630 h 311151"/>
                <a:gd name="connsiteX23" fmla="*/ 15875 w 331788"/>
                <a:gd name="connsiteY23" fmla="*/ 93663 h 311151"/>
                <a:gd name="connsiteX24" fmla="*/ 273050 w 331788"/>
                <a:gd name="connsiteY24" fmla="*/ 93663 h 311151"/>
                <a:gd name="connsiteX25" fmla="*/ 273050 w 331788"/>
                <a:gd name="connsiteY25" fmla="*/ 49630 h 311151"/>
                <a:gd name="connsiteX26" fmla="*/ 267881 w 331788"/>
                <a:gd name="connsiteY26" fmla="*/ 44450 h 311151"/>
                <a:gd name="connsiteX27" fmla="*/ 245911 w 331788"/>
                <a:gd name="connsiteY27" fmla="*/ 44450 h 311151"/>
                <a:gd name="connsiteX28" fmla="*/ 245911 w 331788"/>
                <a:gd name="connsiteY28" fmla="*/ 53515 h 311151"/>
                <a:gd name="connsiteX29" fmla="*/ 231695 w 331788"/>
                <a:gd name="connsiteY29" fmla="*/ 67761 h 311151"/>
                <a:gd name="connsiteX30" fmla="*/ 212310 w 331788"/>
                <a:gd name="connsiteY30" fmla="*/ 67761 h 311151"/>
                <a:gd name="connsiteX31" fmla="*/ 198094 w 331788"/>
                <a:gd name="connsiteY31" fmla="*/ 53515 h 311151"/>
                <a:gd name="connsiteX32" fmla="*/ 198094 w 331788"/>
                <a:gd name="connsiteY32" fmla="*/ 44450 h 311151"/>
                <a:gd name="connsiteX33" fmla="*/ 168370 w 331788"/>
                <a:gd name="connsiteY33" fmla="*/ 44450 h 311151"/>
                <a:gd name="connsiteX34" fmla="*/ 168370 w 331788"/>
                <a:gd name="connsiteY34" fmla="*/ 53515 h 311151"/>
                <a:gd name="connsiteX35" fmla="*/ 154155 w 331788"/>
                <a:gd name="connsiteY35" fmla="*/ 67761 h 311151"/>
                <a:gd name="connsiteX36" fmla="*/ 134770 w 331788"/>
                <a:gd name="connsiteY36" fmla="*/ 67761 h 311151"/>
                <a:gd name="connsiteX37" fmla="*/ 120554 w 331788"/>
                <a:gd name="connsiteY37" fmla="*/ 53515 h 311151"/>
                <a:gd name="connsiteX38" fmla="*/ 120554 w 331788"/>
                <a:gd name="connsiteY38" fmla="*/ 44450 h 311151"/>
                <a:gd name="connsiteX39" fmla="*/ 92123 w 331788"/>
                <a:gd name="connsiteY39" fmla="*/ 44450 h 311151"/>
                <a:gd name="connsiteX40" fmla="*/ 92123 w 331788"/>
                <a:gd name="connsiteY40" fmla="*/ 53515 h 311151"/>
                <a:gd name="connsiteX41" fmla="*/ 77907 w 331788"/>
                <a:gd name="connsiteY41" fmla="*/ 67761 h 311151"/>
                <a:gd name="connsiteX42" fmla="*/ 58522 w 331788"/>
                <a:gd name="connsiteY42" fmla="*/ 67761 h 311151"/>
                <a:gd name="connsiteX43" fmla="*/ 44306 w 331788"/>
                <a:gd name="connsiteY43" fmla="*/ 53515 h 311151"/>
                <a:gd name="connsiteX44" fmla="*/ 44306 w 331788"/>
                <a:gd name="connsiteY44" fmla="*/ 44450 h 311151"/>
                <a:gd name="connsiteX45" fmla="*/ 22336 w 331788"/>
                <a:gd name="connsiteY45" fmla="*/ 44450 h 311151"/>
                <a:gd name="connsiteX46" fmla="*/ 58303 w 331788"/>
                <a:gd name="connsiteY46" fmla="*/ 0 h 311151"/>
                <a:gd name="connsiteX47" fmla="*/ 77737 w 331788"/>
                <a:gd name="connsiteY47" fmla="*/ 0 h 311151"/>
                <a:gd name="connsiteX48" fmla="*/ 91989 w 331788"/>
                <a:gd name="connsiteY48" fmla="*/ 14248 h 311151"/>
                <a:gd name="connsiteX49" fmla="*/ 91989 w 331788"/>
                <a:gd name="connsiteY49" fmla="*/ 29791 h 311151"/>
                <a:gd name="connsiteX50" fmla="*/ 120493 w 331788"/>
                <a:gd name="connsiteY50" fmla="*/ 29791 h 311151"/>
                <a:gd name="connsiteX51" fmla="*/ 120493 w 331788"/>
                <a:gd name="connsiteY51" fmla="*/ 14248 h 311151"/>
                <a:gd name="connsiteX52" fmla="*/ 134745 w 331788"/>
                <a:gd name="connsiteY52" fmla="*/ 0 h 311151"/>
                <a:gd name="connsiteX53" fmla="*/ 154179 w 331788"/>
                <a:gd name="connsiteY53" fmla="*/ 0 h 311151"/>
                <a:gd name="connsiteX54" fmla="*/ 168431 w 331788"/>
                <a:gd name="connsiteY54" fmla="*/ 14248 h 311151"/>
                <a:gd name="connsiteX55" fmla="*/ 168431 w 331788"/>
                <a:gd name="connsiteY55" fmla="*/ 29791 h 311151"/>
                <a:gd name="connsiteX56" fmla="*/ 198231 w 331788"/>
                <a:gd name="connsiteY56" fmla="*/ 29791 h 311151"/>
                <a:gd name="connsiteX57" fmla="*/ 198231 w 331788"/>
                <a:gd name="connsiteY57" fmla="*/ 14248 h 311151"/>
                <a:gd name="connsiteX58" fmla="*/ 212483 w 331788"/>
                <a:gd name="connsiteY58" fmla="*/ 0 h 311151"/>
                <a:gd name="connsiteX59" fmla="*/ 231917 w 331788"/>
                <a:gd name="connsiteY59" fmla="*/ 0 h 311151"/>
                <a:gd name="connsiteX60" fmla="*/ 246170 w 331788"/>
                <a:gd name="connsiteY60" fmla="*/ 14248 h 311151"/>
                <a:gd name="connsiteX61" fmla="*/ 246170 w 331788"/>
                <a:gd name="connsiteY61" fmla="*/ 29791 h 311151"/>
                <a:gd name="connsiteX62" fmla="*/ 268195 w 331788"/>
                <a:gd name="connsiteY62" fmla="*/ 29791 h 311151"/>
                <a:gd name="connsiteX63" fmla="*/ 288925 w 331788"/>
                <a:gd name="connsiteY63" fmla="*/ 50516 h 311151"/>
                <a:gd name="connsiteX64" fmla="*/ 288925 w 331788"/>
                <a:gd name="connsiteY64" fmla="*/ 146366 h 311151"/>
                <a:gd name="connsiteX65" fmla="*/ 286334 w 331788"/>
                <a:gd name="connsiteY65" fmla="*/ 143775 h 311151"/>
                <a:gd name="connsiteX66" fmla="*/ 250056 w 331788"/>
                <a:gd name="connsiteY66" fmla="*/ 137299 h 311151"/>
                <a:gd name="connsiteX67" fmla="*/ 215074 w 331788"/>
                <a:gd name="connsiteY67" fmla="*/ 143775 h 311151"/>
                <a:gd name="connsiteX68" fmla="*/ 185275 w 331788"/>
                <a:gd name="connsiteY68" fmla="*/ 164500 h 311151"/>
                <a:gd name="connsiteX69" fmla="*/ 165840 w 331788"/>
                <a:gd name="connsiteY69" fmla="*/ 192996 h 311151"/>
                <a:gd name="connsiteX70" fmla="*/ 158066 w 331788"/>
                <a:gd name="connsiteY70" fmla="*/ 229264 h 311151"/>
                <a:gd name="connsiteX71" fmla="*/ 163249 w 331788"/>
                <a:gd name="connsiteY71" fmla="*/ 260350 h 311151"/>
                <a:gd name="connsiteX72" fmla="*/ 22025 w 331788"/>
                <a:gd name="connsiteY72" fmla="*/ 260350 h 311151"/>
                <a:gd name="connsiteX73" fmla="*/ 0 w 331788"/>
                <a:gd name="connsiteY73" fmla="*/ 238330 h 311151"/>
                <a:gd name="connsiteX74" fmla="*/ 0 w 331788"/>
                <a:gd name="connsiteY74" fmla="*/ 50516 h 311151"/>
                <a:gd name="connsiteX75" fmla="*/ 22025 w 331788"/>
                <a:gd name="connsiteY75" fmla="*/ 29791 h 311151"/>
                <a:gd name="connsiteX76" fmla="*/ 44051 w 331788"/>
                <a:gd name="connsiteY76" fmla="*/ 29791 h 311151"/>
                <a:gd name="connsiteX77" fmla="*/ 44051 w 331788"/>
                <a:gd name="connsiteY77" fmla="*/ 14248 h 311151"/>
                <a:gd name="connsiteX78" fmla="*/ 58303 w 331788"/>
                <a:gd name="connsiteY78" fmla="*/ 0 h 311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31788" h="311151">
                  <a:moveTo>
                    <a:pt x="249749" y="163513"/>
                  </a:moveTo>
                  <a:cubicBezTo>
                    <a:pt x="245874" y="163513"/>
                    <a:pt x="243291" y="167468"/>
                    <a:pt x="243291" y="171424"/>
                  </a:cubicBezTo>
                  <a:cubicBezTo>
                    <a:pt x="243291" y="171424"/>
                    <a:pt x="243291" y="171424"/>
                    <a:pt x="243291" y="218888"/>
                  </a:cubicBezTo>
                  <a:cubicBezTo>
                    <a:pt x="239417" y="221525"/>
                    <a:pt x="238125" y="225480"/>
                    <a:pt x="238125" y="229435"/>
                  </a:cubicBezTo>
                  <a:cubicBezTo>
                    <a:pt x="238125" y="236027"/>
                    <a:pt x="243291" y="241301"/>
                    <a:pt x="249749" y="241301"/>
                  </a:cubicBezTo>
                  <a:cubicBezTo>
                    <a:pt x="253624" y="241301"/>
                    <a:pt x="257498" y="239983"/>
                    <a:pt x="260081" y="236027"/>
                  </a:cubicBezTo>
                  <a:cubicBezTo>
                    <a:pt x="260081" y="236027"/>
                    <a:pt x="260081" y="236027"/>
                    <a:pt x="288495" y="236027"/>
                  </a:cubicBezTo>
                  <a:lnTo>
                    <a:pt x="307868" y="236027"/>
                  </a:lnTo>
                  <a:cubicBezTo>
                    <a:pt x="311742" y="236027"/>
                    <a:pt x="314325" y="233390"/>
                    <a:pt x="314325" y="229435"/>
                  </a:cubicBezTo>
                  <a:cubicBezTo>
                    <a:pt x="314325" y="225480"/>
                    <a:pt x="311742" y="221525"/>
                    <a:pt x="307868" y="221525"/>
                  </a:cubicBezTo>
                  <a:cubicBezTo>
                    <a:pt x="307868" y="221525"/>
                    <a:pt x="307868" y="221525"/>
                    <a:pt x="260081" y="221525"/>
                  </a:cubicBezTo>
                  <a:cubicBezTo>
                    <a:pt x="258790" y="221525"/>
                    <a:pt x="257498" y="220206"/>
                    <a:pt x="257498" y="218888"/>
                  </a:cubicBezTo>
                  <a:cubicBezTo>
                    <a:pt x="257498" y="218888"/>
                    <a:pt x="257498" y="218888"/>
                    <a:pt x="257498" y="171424"/>
                  </a:cubicBezTo>
                  <a:cubicBezTo>
                    <a:pt x="257498" y="167468"/>
                    <a:pt x="253624" y="163513"/>
                    <a:pt x="249749" y="163513"/>
                  </a:cubicBezTo>
                  <a:close/>
                  <a:moveTo>
                    <a:pt x="250178" y="147638"/>
                  </a:moveTo>
                  <a:cubicBezTo>
                    <a:pt x="264427" y="147638"/>
                    <a:pt x="277381" y="151531"/>
                    <a:pt x="289040" y="158020"/>
                  </a:cubicBezTo>
                  <a:cubicBezTo>
                    <a:pt x="314948" y="172295"/>
                    <a:pt x="331788" y="198249"/>
                    <a:pt x="331788" y="229395"/>
                  </a:cubicBezTo>
                  <a:cubicBezTo>
                    <a:pt x="331788" y="274815"/>
                    <a:pt x="295517" y="311151"/>
                    <a:pt x="250178" y="311151"/>
                  </a:cubicBezTo>
                  <a:cubicBezTo>
                    <a:pt x="216497" y="311151"/>
                    <a:pt x="186703" y="289090"/>
                    <a:pt x="175044" y="260540"/>
                  </a:cubicBezTo>
                  <a:cubicBezTo>
                    <a:pt x="171158" y="250158"/>
                    <a:pt x="169863" y="239776"/>
                    <a:pt x="169863" y="229395"/>
                  </a:cubicBezTo>
                  <a:cubicBezTo>
                    <a:pt x="169863" y="183974"/>
                    <a:pt x="206134" y="147638"/>
                    <a:pt x="250178" y="147638"/>
                  </a:cubicBezTo>
                  <a:close/>
                  <a:moveTo>
                    <a:pt x="22336" y="44450"/>
                  </a:moveTo>
                  <a:cubicBezTo>
                    <a:pt x="18459" y="44450"/>
                    <a:pt x="15875" y="47040"/>
                    <a:pt x="15875" y="49630"/>
                  </a:cubicBezTo>
                  <a:lnTo>
                    <a:pt x="15875" y="93663"/>
                  </a:lnTo>
                  <a:cubicBezTo>
                    <a:pt x="15875" y="93663"/>
                    <a:pt x="15875" y="93663"/>
                    <a:pt x="273050" y="93663"/>
                  </a:cubicBezTo>
                  <a:cubicBezTo>
                    <a:pt x="273050" y="93663"/>
                    <a:pt x="273050" y="93663"/>
                    <a:pt x="273050" y="49630"/>
                  </a:cubicBezTo>
                  <a:cubicBezTo>
                    <a:pt x="273050" y="47040"/>
                    <a:pt x="270466" y="44450"/>
                    <a:pt x="267881" y="44450"/>
                  </a:cubicBezTo>
                  <a:cubicBezTo>
                    <a:pt x="267881" y="44450"/>
                    <a:pt x="267881" y="44450"/>
                    <a:pt x="245911" y="44450"/>
                  </a:cubicBezTo>
                  <a:cubicBezTo>
                    <a:pt x="245911" y="44450"/>
                    <a:pt x="245911" y="44450"/>
                    <a:pt x="245911" y="53515"/>
                  </a:cubicBezTo>
                  <a:cubicBezTo>
                    <a:pt x="245911" y="61286"/>
                    <a:pt x="239449" y="67761"/>
                    <a:pt x="231695" y="67761"/>
                  </a:cubicBezTo>
                  <a:cubicBezTo>
                    <a:pt x="231695" y="67761"/>
                    <a:pt x="231695" y="67761"/>
                    <a:pt x="212310" y="67761"/>
                  </a:cubicBezTo>
                  <a:cubicBezTo>
                    <a:pt x="204556" y="67761"/>
                    <a:pt x="198094" y="61286"/>
                    <a:pt x="198094" y="53515"/>
                  </a:cubicBezTo>
                  <a:cubicBezTo>
                    <a:pt x="198094" y="53515"/>
                    <a:pt x="198094" y="53515"/>
                    <a:pt x="198094" y="44450"/>
                  </a:cubicBezTo>
                  <a:cubicBezTo>
                    <a:pt x="198094" y="44450"/>
                    <a:pt x="198094" y="44450"/>
                    <a:pt x="168370" y="44450"/>
                  </a:cubicBezTo>
                  <a:cubicBezTo>
                    <a:pt x="168370" y="44450"/>
                    <a:pt x="168370" y="44450"/>
                    <a:pt x="168370" y="53515"/>
                  </a:cubicBezTo>
                  <a:cubicBezTo>
                    <a:pt x="168370" y="61286"/>
                    <a:pt x="161909" y="67761"/>
                    <a:pt x="154155" y="67761"/>
                  </a:cubicBezTo>
                  <a:cubicBezTo>
                    <a:pt x="154155" y="67761"/>
                    <a:pt x="154155" y="67761"/>
                    <a:pt x="134770" y="67761"/>
                  </a:cubicBezTo>
                  <a:cubicBezTo>
                    <a:pt x="127016" y="67761"/>
                    <a:pt x="120554" y="61286"/>
                    <a:pt x="120554" y="53515"/>
                  </a:cubicBezTo>
                  <a:cubicBezTo>
                    <a:pt x="120554" y="53515"/>
                    <a:pt x="120554" y="53515"/>
                    <a:pt x="120554" y="44450"/>
                  </a:cubicBezTo>
                  <a:cubicBezTo>
                    <a:pt x="120554" y="44450"/>
                    <a:pt x="120554" y="44450"/>
                    <a:pt x="92123" y="44450"/>
                  </a:cubicBezTo>
                  <a:cubicBezTo>
                    <a:pt x="92123" y="44450"/>
                    <a:pt x="92123" y="44450"/>
                    <a:pt x="92123" y="53515"/>
                  </a:cubicBezTo>
                  <a:cubicBezTo>
                    <a:pt x="92123" y="61286"/>
                    <a:pt x="85661" y="67761"/>
                    <a:pt x="77907" y="67761"/>
                  </a:cubicBezTo>
                  <a:cubicBezTo>
                    <a:pt x="77907" y="67761"/>
                    <a:pt x="77907" y="67761"/>
                    <a:pt x="58522" y="67761"/>
                  </a:cubicBezTo>
                  <a:cubicBezTo>
                    <a:pt x="50768" y="67761"/>
                    <a:pt x="44306" y="61286"/>
                    <a:pt x="44306" y="53515"/>
                  </a:cubicBezTo>
                  <a:cubicBezTo>
                    <a:pt x="44306" y="53515"/>
                    <a:pt x="44306" y="53515"/>
                    <a:pt x="44306" y="44450"/>
                  </a:cubicBezTo>
                  <a:cubicBezTo>
                    <a:pt x="44306" y="44450"/>
                    <a:pt x="44306" y="44450"/>
                    <a:pt x="22336" y="44450"/>
                  </a:cubicBezTo>
                  <a:close/>
                  <a:moveTo>
                    <a:pt x="58303" y="0"/>
                  </a:moveTo>
                  <a:cubicBezTo>
                    <a:pt x="58303" y="0"/>
                    <a:pt x="58303" y="0"/>
                    <a:pt x="77737" y="0"/>
                  </a:cubicBezTo>
                  <a:cubicBezTo>
                    <a:pt x="85511" y="0"/>
                    <a:pt x="91989" y="6476"/>
                    <a:pt x="91989" y="14248"/>
                  </a:cubicBezTo>
                  <a:cubicBezTo>
                    <a:pt x="91989" y="14248"/>
                    <a:pt x="91989" y="14248"/>
                    <a:pt x="91989" y="29791"/>
                  </a:cubicBezTo>
                  <a:cubicBezTo>
                    <a:pt x="91989" y="29791"/>
                    <a:pt x="91989" y="29791"/>
                    <a:pt x="120493" y="29791"/>
                  </a:cubicBezTo>
                  <a:cubicBezTo>
                    <a:pt x="120493" y="29791"/>
                    <a:pt x="120493" y="29791"/>
                    <a:pt x="120493" y="14248"/>
                  </a:cubicBezTo>
                  <a:cubicBezTo>
                    <a:pt x="120493" y="6476"/>
                    <a:pt x="126971" y="0"/>
                    <a:pt x="134745" y="0"/>
                  </a:cubicBezTo>
                  <a:cubicBezTo>
                    <a:pt x="134745" y="0"/>
                    <a:pt x="134745" y="0"/>
                    <a:pt x="154179" y="0"/>
                  </a:cubicBezTo>
                  <a:cubicBezTo>
                    <a:pt x="161953" y="0"/>
                    <a:pt x="168431" y="6476"/>
                    <a:pt x="168431" y="14248"/>
                  </a:cubicBezTo>
                  <a:cubicBezTo>
                    <a:pt x="168431" y="14248"/>
                    <a:pt x="168431" y="14248"/>
                    <a:pt x="168431" y="29791"/>
                  </a:cubicBezTo>
                  <a:cubicBezTo>
                    <a:pt x="168431" y="29791"/>
                    <a:pt x="168431" y="29791"/>
                    <a:pt x="198231" y="29791"/>
                  </a:cubicBezTo>
                  <a:cubicBezTo>
                    <a:pt x="198231" y="29791"/>
                    <a:pt x="198231" y="29791"/>
                    <a:pt x="198231" y="14248"/>
                  </a:cubicBezTo>
                  <a:cubicBezTo>
                    <a:pt x="198231" y="6476"/>
                    <a:pt x="204709" y="0"/>
                    <a:pt x="212483" y="0"/>
                  </a:cubicBezTo>
                  <a:cubicBezTo>
                    <a:pt x="212483" y="0"/>
                    <a:pt x="212483" y="0"/>
                    <a:pt x="231917" y="0"/>
                  </a:cubicBezTo>
                  <a:cubicBezTo>
                    <a:pt x="239691" y="0"/>
                    <a:pt x="246170" y="6476"/>
                    <a:pt x="246170" y="14248"/>
                  </a:cubicBezTo>
                  <a:cubicBezTo>
                    <a:pt x="246170" y="14248"/>
                    <a:pt x="246170" y="14248"/>
                    <a:pt x="246170" y="29791"/>
                  </a:cubicBezTo>
                  <a:cubicBezTo>
                    <a:pt x="246170" y="29791"/>
                    <a:pt x="246170" y="29791"/>
                    <a:pt x="268195" y="29791"/>
                  </a:cubicBezTo>
                  <a:cubicBezTo>
                    <a:pt x="279856" y="29791"/>
                    <a:pt x="288925" y="38858"/>
                    <a:pt x="288925" y="50516"/>
                  </a:cubicBezTo>
                  <a:cubicBezTo>
                    <a:pt x="288925" y="50516"/>
                    <a:pt x="288925" y="50516"/>
                    <a:pt x="288925" y="146366"/>
                  </a:cubicBezTo>
                  <a:cubicBezTo>
                    <a:pt x="288925" y="145071"/>
                    <a:pt x="287630" y="145071"/>
                    <a:pt x="286334" y="143775"/>
                  </a:cubicBezTo>
                  <a:cubicBezTo>
                    <a:pt x="274673" y="139889"/>
                    <a:pt x="263013" y="137299"/>
                    <a:pt x="250056" y="137299"/>
                  </a:cubicBezTo>
                  <a:cubicBezTo>
                    <a:pt x="238396" y="137299"/>
                    <a:pt x="225439" y="139889"/>
                    <a:pt x="215074" y="143775"/>
                  </a:cubicBezTo>
                  <a:cubicBezTo>
                    <a:pt x="203413" y="148956"/>
                    <a:pt x="194344" y="155433"/>
                    <a:pt x="185275" y="164500"/>
                  </a:cubicBezTo>
                  <a:cubicBezTo>
                    <a:pt x="177501" y="172272"/>
                    <a:pt x="169727" y="182634"/>
                    <a:pt x="165840" y="192996"/>
                  </a:cubicBezTo>
                  <a:cubicBezTo>
                    <a:pt x="160658" y="204653"/>
                    <a:pt x="158066" y="216311"/>
                    <a:pt x="158066" y="229264"/>
                  </a:cubicBezTo>
                  <a:cubicBezTo>
                    <a:pt x="158066" y="239626"/>
                    <a:pt x="160658" y="249988"/>
                    <a:pt x="163249" y="260350"/>
                  </a:cubicBezTo>
                  <a:cubicBezTo>
                    <a:pt x="163249" y="260350"/>
                    <a:pt x="163249" y="260350"/>
                    <a:pt x="22025" y="260350"/>
                  </a:cubicBezTo>
                  <a:cubicBezTo>
                    <a:pt x="9069" y="260350"/>
                    <a:pt x="0" y="249988"/>
                    <a:pt x="0" y="238330"/>
                  </a:cubicBezTo>
                  <a:cubicBezTo>
                    <a:pt x="0" y="238330"/>
                    <a:pt x="0" y="238330"/>
                    <a:pt x="0" y="50516"/>
                  </a:cubicBezTo>
                  <a:cubicBezTo>
                    <a:pt x="0" y="38858"/>
                    <a:pt x="9069" y="29791"/>
                    <a:pt x="22025" y="29791"/>
                  </a:cubicBezTo>
                  <a:cubicBezTo>
                    <a:pt x="22025" y="29791"/>
                    <a:pt x="22025" y="29791"/>
                    <a:pt x="44051" y="29791"/>
                  </a:cubicBezTo>
                  <a:cubicBezTo>
                    <a:pt x="44051" y="29791"/>
                    <a:pt x="44051" y="29791"/>
                    <a:pt x="44051" y="14248"/>
                  </a:cubicBezTo>
                  <a:cubicBezTo>
                    <a:pt x="44051" y="6476"/>
                    <a:pt x="50529" y="0"/>
                    <a:pt x="58303" y="0"/>
                  </a:cubicBezTo>
                  <a:close/>
                </a:path>
              </a:pathLst>
            </a:custGeom>
            <a:solidFill>
              <a:schemeClr val="accent4"/>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grpSp>
      <p:sp>
        <p:nvSpPr>
          <p:cNvPr id="17" name="文本框 11">
            <a:extLst>
              <a:ext uri="{FF2B5EF4-FFF2-40B4-BE49-F238E27FC236}">
                <a16:creationId xmlns:a16="http://schemas.microsoft.com/office/drawing/2014/main" id="{C9BD2F7B-3F77-4C00-A03B-0C17F27D1349}"/>
              </a:ext>
            </a:extLst>
          </p:cNvPr>
          <p:cNvSpPr txBox="1"/>
          <p:nvPr/>
        </p:nvSpPr>
        <p:spPr>
          <a:xfrm>
            <a:off x="5088019" y="5366263"/>
            <a:ext cx="3698795" cy="369332"/>
          </a:xfrm>
          <a:prstGeom prst="rect">
            <a:avLst/>
          </a:prstGeom>
          <a:noFill/>
        </p:spPr>
        <p:txBody>
          <a:bodyPr wrap="square" rtlCol="0">
            <a:spAutoFit/>
            <a:scene3d>
              <a:camera prst="orthographicFront"/>
              <a:lightRig rig="threePt" dir="t"/>
            </a:scene3d>
            <a:sp3d contourW="12700"/>
          </a:bodyPr>
          <a:lstStyle/>
          <a:p>
            <a:r>
              <a:rPr lang="en-US" altLang="zh-CN" b="1" dirty="0">
                <a:solidFill>
                  <a:schemeClr val="bg2">
                    <a:lumMod val="50000"/>
                  </a:schemeClr>
                </a:solidFill>
                <a:latin typeface="Cambria" panose="02040503050406030204" pitchFamily="18" charset="0"/>
              </a:rPr>
              <a:t>HỌC KỲ I – NĂM </a:t>
            </a:r>
            <a:r>
              <a:rPr lang="en-US" altLang="zh-CN" b="1">
                <a:solidFill>
                  <a:schemeClr val="bg2">
                    <a:lumMod val="50000"/>
                  </a:schemeClr>
                </a:solidFill>
                <a:latin typeface="Cambria" panose="02040503050406030204" pitchFamily="18" charset="0"/>
              </a:rPr>
              <a:t>HỌC 2025-2026</a:t>
            </a:r>
            <a:endParaRPr lang="en-US" altLang="zh-CN" b="1" dirty="0">
              <a:solidFill>
                <a:schemeClr val="bg2">
                  <a:lumMod val="50000"/>
                </a:schemeClr>
              </a:solidFill>
              <a:latin typeface="Cambria" panose="02040503050406030204" pitchFamily="18" charset="0"/>
            </a:endParaRPr>
          </a:p>
        </p:txBody>
      </p:sp>
      <p:sp>
        <p:nvSpPr>
          <p:cNvPr id="20" name="椭圆 13">
            <a:extLst>
              <a:ext uri="{FF2B5EF4-FFF2-40B4-BE49-F238E27FC236}">
                <a16:creationId xmlns:a16="http://schemas.microsoft.com/office/drawing/2014/main" id="{CDAA027D-F144-4D14-B4A5-F6916DF57A23}"/>
              </a:ext>
            </a:extLst>
          </p:cNvPr>
          <p:cNvSpPr/>
          <p:nvPr/>
        </p:nvSpPr>
        <p:spPr>
          <a:xfrm>
            <a:off x="4520692" y="5953768"/>
            <a:ext cx="416937" cy="416934"/>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sp>
        <p:nvSpPr>
          <p:cNvPr id="22" name="椭圆 11"/>
          <p:cNvSpPr/>
          <p:nvPr/>
        </p:nvSpPr>
        <p:spPr>
          <a:xfrm>
            <a:off x="4614254" y="6043476"/>
            <a:ext cx="229812" cy="237518"/>
          </a:xfrm>
          <a:custGeom>
            <a:avLst/>
            <a:gdLst>
              <a:gd name="connsiteX0" fmla="*/ 145025 w 331788"/>
              <a:gd name="connsiteY0" fmla="*/ 104594 h 331536"/>
              <a:gd name="connsiteX1" fmla="*/ 198438 w 331788"/>
              <a:gd name="connsiteY1" fmla="*/ 123670 h 331536"/>
              <a:gd name="connsiteX2" fmla="*/ 198438 w 331788"/>
              <a:gd name="connsiteY2" fmla="*/ 152614 h 331536"/>
              <a:gd name="connsiteX3" fmla="*/ 169334 w 331788"/>
              <a:gd name="connsiteY3" fmla="*/ 152614 h 331536"/>
              <a:gd name="connsiteX4" fmla="*/ 113771 w 331788"/>
              <a:gd name="connsiteY4" fmla="*/ 167085 h 331536"/>
              <a:gd name="connsiteX5" fmla="*/ 51594 w 331788"/>
              <a:gd name="connsiteY5" fmla="*/ 227603 h 331536"/>
              <a:gd name="connsiteX6" fmla="*/ 41010 w 331788"/>
              <a:gd name="connsiteY6" fmla="*/ 253915 h 331536"/>
              <a:gd name="connsiteX7" fmla="*/ 51594 w 331788"/>
              <a:gd name="connsiteY7" fmla="*/ 280228 h 331536"/>
              <a:gd name="connsiteX8" fmla="*/ 105833 w 331788"/>
              <a:gd name="connsiteY8" fmla="*/ 280228 h 331536"/>
              <a:gd name="connsiteX9" fmla="*/ 121708 w 331788"/>
              <a:gd name="connsiteY9" fmla="*/ 263125 h 331536"/>
              <a:gd name="connsiteX10" fmla="*/ 150813 w 331788"/>
              <a:gd name="connsiteY10" fmla="*/ 263125 h 331536"/>
              <a:gd name="connsiteX11" fmla="*/ 150813 w 331788"/>
              <a:gd name="connsiteY11" fmla="*/ 292068 h 331536"/>
              <a:gd name="connsiteX12" fmla="*/ 134938 w 331788"/>
              <a:gd name="connsiteY12" fmla="*/ 309171 h 331536"/>
              <a:gd name="connsiteX13" fmla="*/ 78052 w 331788"/>
              <a:gd name="connsiteY13" fmla="*/ 331536 h 331536"/>
              <a:gd name="connsiteX14" fmla="*/ 22489 w 331788"/>
              <a:gd name="connsiteY14" fmla="*/ 309171 h 331536"/>
              <a:gd name="connsiteX15" fmla="*/ 0 w 331788"/>
              <a:gd name="connsiteY15" fmla="*/ 253915 h 331536"/>
              <a:gd name="connsiteX16" fmla="*/ 22489 w 331788"/>
              <a:gd name="connsiteY16" fmla="*/ 198660 h 331536"/>
              <a:gd name="connsiteX17" fmla="*/ 84666 w 331788"/>
              <a:gd name="connsiteY17" fmla="*/ 136826 h 331536"/>
              <a:gd name="connsiteX18" fmla="*/ 145025 w 331788"/>
              <a:gd name="connsiteY18" fmla="*/ 104594 h 331536"/>
              <a:gd name="connsiteX19" fmla="*/ 254829 w 331788"/>
              <a:gd name="connsiteY19" fmla="*/ 43 h 331536"/>
              <a:gd name="connsiteX20" fmla="*/ 309472 w 331788"/>
              <a:gd name="connsiteY20" fmla="*/ 24739 h 331536"/>
              <a:gd name="connsiteX21" fmla="*/ 331788 w 331788"/>
              <a:gd name="connsiteY21" fmla="*/ 80057 h 331536"/>
              <a:gd name="connsiteX22" fmla="*/ 309472 w 331788"/>
              <a:gd name="connsiteY22" fmla="*/ 135376 h 331536"/>
              <a:gd name="connsiteX23" fmla="*/ 242522 w 331788"/>
              <a:gd name="connsiteY23" fmla="*/ 199914 h 331536"/>
              <a:gd name="connsiteX24" fmla="*/ 180823 w 331788"/>
              <a:gd name="connsiteY24" fmla="*/ 231524 h 331536"/>
              <a:gd name="connsiteX25" fmla="*/ 134877 w 331788"/>
              <a:gd name="connsiteY25" fmla="*/ 210451 h 331536"/>
              <a:gd name="connsiteX26" fmla="*/ 134877 w 331788"/>
              <a:gd name="connsiteY26" fmla="*/ 181474 h 331536"/>
              <a:gd name="connsiteX27" fmla="*/ 163757 w 331788"/>
              <a:gd name="connsiteY27" fmla="*/ 181474 h 331536"/>
              <a:gd name="connsiteX28" fmla="*/ 213641 w 331788"/>
              <a:gd name="connsiteY28" fmla="*/ 170937 h 331536"/>
              <a:gd name="connsiteX29" fmla="*/ 280591 w 331788"/>
              <a:gd name="connsiteY29" fmla="*/ 106399 h 331536"/>
              <a:gd name="connsiteX30" fmla="*/ 291093 w 331788"/>
              <a:gd name="connsiteY30" fmla="*/ 80057 h 331536"/>
              <a:gd name="connsiteX31" fmla="*/ 280591 w 331788"/>
              <a:gd name="connsiteY31" fmla="*/ 53715 h 331536"/>
              <a:gd name="connsiteX32" fmla="*/ 232020 w 331788"/>
              <a:gd name="connsiteY32" fmla="*/ 49764 h 331536"/>
              <a:gd name="connsiteX33" fmla="*/ 211016 w 331788"/>
              <a:gd name="connsiteY33" fmla="*/ 70838 h 331536"/>
              <a:gd name="connsiteX34" fmla="*/ 182135 w 331788"/>
              <a:gd name="connsiteY34" fmla="*/ 70838 h 331536"/>
              <a:gd name="connsiteX35" fmla="*/ 182135 w 331788"/>
              <a:gd name="connsiteY35" fmla="*/ 41861 h 331536"/>
              <a:gd name="connsiteX36" fmla="*/ 203139 w 331788"/>
              <a:gd name="connsiteY36" fmla="*/ 20788 h 331536"/>
              <a:gd name="connsiteX37" fmla="*/ 254829 w 331788"/>
              <a:gd name="connsiteY37" fmla="*/ 43 h 33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31788" h="331536">
                <a:moveTo>
                  <a:pt x="145025" y="104594"/>
                </a:moveTo>
                <a:cubicBezTo>
                  <a:pt x="164703" y="102292"/>
                  <a:pt x="183224" y="108541"/>
                  <a:pt x="198438" y="123670"/>
                </a:cubicBezTo>
                <a:cubicBezTo>
                  <a:pt x="206375" y="131564"/>
                  <a:pt x="206375" y="144720"/>
                  <a:pt x="198438" y="152614"/>
                </a:cubicBezTo>
                <a:cubicBezTo>
                  <a:pt x="190500" y="160507"/>
                  <a:pt x="177271" y="160507"/>
                  <a:pt x="169334" y="152614"/>
                </a:cubicBezTo>
                <a:cubicBezTo>
                  <a:pt x="150813" y="135511"/>
                  <a:pt x="127000" y="153929"/>
                  <a:pt x="113771" y="167085"/>
                </a:cubicBezTo>
                <a:cubicBezTo>
                  <a:pt x="113771" y="167085"/>
                  <a:pt x="113771" y="167085"/>
                  <a:pt x="51594" y="227603"/>
                </a:cubicBezTo>
                <a:cubicBezTo>
                  <a:pt x="44979" y="234181"/>
                  <a:pt x="41010" y="243391"/>
                  <a:pt x="41010" y="253915"/>
                </a:cubicBezTo>
                <a:cubicBezTo>
                  <a:pt x="41010" y="263125"/>
                  <a:pt x="44979" y="272334"/>
                  <a:pt x="51594" y="280228"/>
                </a:cubicBezTo>
                <a:cubicBezTo>
                  <a:pt x="66146" y="294699"/>
                  <a:pt x="89958" y="294699"/>
                  <a:pt x="105833" y="280228"/>
                </a:cubicBezTo>
                <a:cubicBezTo>
                  <a:pt x="105833" y="280228"/>
                  <a:pt x="105833" y="280228"/>
                  <a:pt x="121708" y="263125"/>
                </a:cubicBezTo>
                <a:cubicBezTo>
                  <a:pt x="129646" y="255231"/>
                  <a:pt x="142875" y="255231"/>
                  <a:pt x="150813" y="263125"/>
                </a:cubicBezTo>
                <a:cubicBezTo>
                  <a:pt x="158750" y="271018"/>
                  <a:pt x="158750" y="284174"/>
                  <a:pt x="150813" y="292068"/>
                </a:cubicBezTo>
                <a:cubicBezTo>
                  <a:pt x="150813" y="292068"/>
                  <a:pt x="150813" y="292068"/>
                  <a:pt x="134938" y="309171"/>
                </a:cubicBezTo>
                <a:cubicBezTo>
                  <a:pt x="119062" y="323643"/>
                  <a:pt x="99219" y="331536"/>
                  <a:pt x="78052" y="331536"/>
                </a:cubicBezTo>
                <a:cubicBezTo>
                  <a:pt x="58208" y="331536"/>
                  <a:pt x="38364" y="323643"/>
                  <a:pt x="22489" y="309171"/>
                </a:cubicBezTo>
                <a:cubicBezTo>
                  <a:pt x="7937" y="294699"/>
                  <a:pt x="0" y="274965"/>
                  <a:pt x="0" y="253915"/>
                </a:cubicBezTo>
                <a:cubicBezTo>
                  <a:pt x="0" y="232866"/>
                  <a:pt x="7937" y="213132"/>
                  <a:pt x="22489" y="198660"/>
                </a:cubicBezTo>
                <a:cubicBezTo>
                  <a:pt x="22489" y="198660"/>
                  <a:pt x="22489" y="198660"/>
                  <a:pt x="84666" y="136826"/>
                </a:cubicBezTo>
                <a:cubicBezTo>
                  <a:pt x="104510" y="117750"/>
                  <a:pt x="125346" y="106896"/>
                  <a:pt x="145025" y="104594"/>
                </a:cubicBezTo>
                <a:close/>
                <a:moveTo>
                  <a:pt x="254829" y="43"/>
                </a:moveTo>
                <a:cubicBezTo>
                  <a:pt x="273700" y="702"/>
                  <a:pt x="293063" y="8934"/>
                  <a:pt x="309472" y="24739"/>
                </a:cubicBezTo>
                <a:cubicBezTo>
                  <a:pt x="323912" y="39227"/>
                  <a:pt x="331788" y="58984"/>
                  <a:pt x="331788" y="80057"/>
                </a:cubicBezTo>
                <a:cubicBezTo>
                  <a:pt x="331788" y="101131"/>
                  <a:pt x="323912" y="120887"/>
                  <a:pt x="309472" y="135376"/>
                </a:cubicBezTo>
                <a:cubicBezTo>
                  <a:pt x="309472" y="135376"/>
                  <a:pt x="309472" y="135376"/>
                  <a:pt x="242522" y="199914"/>
                </a:cubicBezTo>
                <a:cubicBezTo>
                  <a:pt x="222831" y="220987"/>
                  <a:pt x="201827" y="231524"/>
                  <a:pt x="180823" y="231524"/>
                </a:cubicBezTo>
                <a:cubicBezTo>
                  <a:pt x="165070" y="231524"/>
                  <a:pt x="149317" y="223622"/>
                  <a:pt x="134877" y="210451"/>
                </a:cubicBezTo>
                <a:cubicBezTo>
                  <a:pt x="127000" y="202548"/>
                  <a:pt x="127000" y="189377"/>
                  <a:pt x="134877" y="181474"/>
                </a:cubicBezTo>
                <a:cubicBezTo>
                  <a:pt x="142753" y="173572"/>
                  <a:pt x="155881" y="173572"/>
                  <a:pt x="163757" y="181474"/>
                </a:cubicBezTo>
                <a:cubicBezTo>
                  <a:pt x="170321" y="186743"/>
                  <a:pt x="184761" y="201231"/>
                  <a:pt x="213641" y="170937"/>
                </a:cubicBezTo>
                <a:cubicBezTo>
                  <a:pt x="213641" y="170937"/>
                  <a:pt x="213641" y="170937"/>
                  <a:pt x="280591" y="106399"/>
                </a:cubicBezTo>
                <a:cubicBezTo>
                  <a:pt x="287155" y="98497"/>
                  <a:pt x="291093" y="89277"/>
                  <a:pt x="291093" y="80057"/>
                </a:cubicBezTo>
                <a:cubicBezTo>
                  <a:pt x="291093" y="69520"/>
                  <a:pt x="287155" y="60301"/>
                  <a:pt x="280591" y="53715"/>
                </a:cubicBezTo>
                <a:cubicBezTo>
                  <a:pt x="267464" y="40544"/>
                  <a:pt x="246460" y="33959"/>
                  <a:pt x="232020" y="49764"/>
                </a:cubicBezTo>
                <a:cubicBezTo>
                  <a:pt x="232020" y="49764"/>
                  <a:pt x="232020" y="49764"/>
                  <a:pt x="211016" y="70838"/>
                </a:cubicBezTo>
                <a:cubicBezTo>
                  <a:pt x="203139" y="78740"/>
                  <a:pt x="190012" y="78740"/>
                  <a:pt x="182135" y="70838"/>
                </a:cubicBezTo>
                <a:cubicBezTo>
                  <a:pt x="174259" y="62935"/>
                  <a:pt x="174259" y="49764"/>
                  <a:pt x="182135" y="41861"/>
                </a:cubicBezTo>
                <a:cubicBezTo>
                  <a:pt x="182135" y="41861"/>
                  <a:pt x="182135" y="41861"/>
                  <a:pt x="203139" y="20788"/>
                </a:cubicBezTo>
                <a:cubicBezTo>
                  <a:pt x="217579" y="6300"/>
                  <a:pt x="235958" y="-615"/>
                  <a:pt x="254829" y="43"/>
                </a:cubicBezTo>
                <a:close/>
              </a:path>
            </a:pathLst>
          </a:custGeom>
          <a:solidFill>
            <a:schemeClr val="bg2">
              <a:lumMod val="2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sp>
        <p:nvSpPr>
          <p:cNvPr id="23" name="文本框 11">
            <a:extLst>
              <a:ext uri="{FF2B5EF4-FFF2-40B4-BE49-F238E27FC236}">
                <a16:creationId xmlns:a16="http://schemas.microsoft.com/office/drawing/2014/main" id="{C9BD2F7B-3F77-4C00-A03B-0C17F27D1349}"/>
              </a:ext>
            </a:extLst>
          </p:cNvPr>
          <p:cNvSpPr txBox="1"/>
          <p:nvPr/>
        </p:nvSpPr>
        <p:spPr>
          <a:xfrm>
            <a:off x="5088019" y="5953768"/>
            <a:ext cx="3698795" cy="369332"/>
          </a:xfrm>
          <a:prstGeom prst="rect">
            <a:avLst/>
          </a:prstGeom>
          <a:noFill/>
        </p:spPr>
        <p:txBody>
          <a:bodyPr wrap="square" rtlCol="0">
            <a:spAutoFit/>
            <a:scene3d>
              <a:camera prst="orthographicFront"/>
              <a:lightRig rig="threePt" dir="t"/>
            </a:scene3d>
            <a:sp3d contourW="12700"/>
          </a:bodyPr>
          <a:lstStyle/>
          <a:p>
            <a:r>
              <a:rPr lang="en-US" altLang="zh-CN" b="1">
                <a:solidFill>
                  <a:schemeClr val="bg2">
                    <a:lumMod val="50000"/>
                  </a:schemeClr>
                </a:solidFill>
                <a:latin typeface="Cambria" panose="02040503050406030204" pitchFamily="18" charset="0"/>
              </a:rPr>
              <a:t>KHÓA 31</a:t>
            </a:r>
            <a:endParaRPr lang="en-US" altLang="zh-CN" b="1" dirty="0">
              <a:solidFill>
                <a:schemeClr val="bg2">
                  <a:lumMod val="50000"/>
                </a:schemeClr>
              </a:solidFill>
              <a:latin typeface="Cambria" panose="02040503050406030204" pitchFamily="18" charset="0"/>
            </a:endParaRPr>
          </a:p>
        </p:txBody>
      </p:sp>
      <p:sp>
        <p:nvSpPr>
          <p:cNvPr id="19" name="文本框 6">
            <a:extLst>
              <a:ext uri="{FF2B5EF4-FFF2-40B4-BE49-F238E27FC236}">
                <a16:creationId xmlns:a16="http://schemas.microsoft.com/office/drawing/2014/main" id="{CEF99411-4709-4D85-A7C3-945C4791A054}"/>
              </a:ext>
            </a:extLst>
          </p:cNvPr>
          <p:cNvSpPr txBox="1"/>
          <p:nvPr/>
        </p:nvSpPr>
        <p:spPr>
          <a:xfrm>
            <a:off x="2004704" y="2896803"/>
            <a:ext cx="8971147" cy="584775"/>
          </a:xfrm>
          <a:prstGeom prst="rect">
            <a:avLst/>
          </a:prstGeom>
          <a:noFill/>
        </p:spPr>
        <p:txBody>
          <a:bodyPr wrap="square" rtlCol="0">
            <a:spAutoFit/>
            <a:scene3d>
              <a:camera prst="orthographicFront"/>
              <a:lightRig rig="threePt" dir="t"/>
            </a:scene3d>
            <a:sp3d contourW="12700"/>
          </a:bodyPr>
          <a:lstStyle/>
          <a:p>
            <a:pPr algn="ctr"/>
            <a:r>
              <a:rPr lang="en-US" altLang="zh-CN" sz="3200" b="1">
                <a:solidFill>
                  <a:srgbClr val="D32F2F"/>
                </a:solidFill>
                <a:latin typeface="Cambria" panose="02040503050406030204" pitchFamily="18" charset="0"/>
                <a:ea typeface="Tahoma" panose="020B0604030504040204" pitchFamily="34" charset="0"/>
                <a:cs typeface="Tahoma" panose="020B0604030504040204" pitchFamily="34" charset="0"/>
              </a:rPr>
              <a:t>GIỚI THIỆU VỀ MÔN HỌC</a:t>
            </a:r>
          </a:p>
        </p:txBody>
      </p:sp>
    </p:spTree>
    <p:extLst>
      <p:ext uri="{BB962C8B-B14F-4D97-AF65-F5344CB8AC3E}">
        <p14:creationId xmlns:p14="http://schemas.microsoft.com/office/powerpoint/2010/main" val="367136365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timing>
    <p:tnLst>
      <p:par>
        <p:cTn id="1" dur="indefinite" restart="never" nodeType="tmRoot">
          <p:childTnLst>
            <p:audio>
              <p:cMediaNode vol="80000" numSld="999">
                <p:cTn id="2" repeatCount="indefinite" fill="hold" display="0">
                  <p:stCondLst>
                    <p:cond delay="indefinite"/>
                  </p:stCondLst>
                  <p:endCondLst>
                    <p:cond evt="onStopAudio" delay="0">
                      <p:tgtEl>
                        <p:sldTgt/>
                      </p:tgtEl>
                    </p:cond>
                  </p:endCondLst>
                </p:cTn>
                <p:tgtEl>
                  <p:spTgt spid="1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EDD33-35A3-4950-AE06-7A6BB54603B3}"/>
              </a:ext>
            </a:extLst>
          </p:cNvPr>
          <p:cNvSpPr>
            <a:spLocks noGrp="1"/>
          </p:cNvSpPr>
          <p:nvPr>
            <p:ph type="title"/>
          </p:nvPr>
        </p:nvSpPr>
        <p:spPr>
          <a:xfrm>
            <a:off x="1066800" y="103278"/>
            <a:ext cx="10058400" cy="920405"/>
          </a:xfrm>
        </p:spPr>
        <p:txBody>
          <a:bodyPr>
            <a:normAutofit fontScale="90000"/>
          </a:bodyPr>
          <a:lstStyle/>
          <a:p>
            <a:pPr algn="ctr"/>
            <a:r>
              <a:rPr lang="en-US" b="1">
                <a:solidFill>
                  <a:srgbClr val="0070C0"/>
                </a:solidFill>
                <a:latin typeface="Arial" panose="020B0604020202020204" pitchFamily="34" charset="0"/>
                <a:cs typeface="Arial" panose="020B0604020202020204" pitchFamily="34" charset="0"/>
              </a:rPr>
              <a:t>KẾ HOẠCH GIẢNG DẠY VÀ HỌC TẬP</a:t>
            </a:r>
          </a:p>
        </p:txBody>
      </p:sp>
      <p:sp>
        <p:nvSpPr>
          <p:cNvPr id="7" name="Content Placeholder 2">
            <a:extLst>
              <a:ext uri="{FF2B5EF4-FFF2-40B4-BE49-F238E27FC236}">
                <a16:creationId xmlns:a16="http://schemas.microsoft.com/office/drawing/2014/main" id="{090AFB00-C2BA-49F9-8645-12E3D9BDD204}"/>
              </a:ext>
            </a:extLst>
          </p:cNvPr>
          <p:cNvSpPr>
            <a:spLocks noGrp="1"/>
          </p:cNvSpPr>
          <p:nvPr>
            <p:ph idx="1"/>
          </p:nvPr>
        </p:nvSpPr>
        <p:spPr>
          <a:xfrm>
            <a:off x="1798321" y="1046757"/>
            <a:ext cx="8991600" cy="920405"/>
          </a:xfrm>
          <a:ln>
            <a:solidFill>
              <a:srgbClr val="0070C0"/>
            </a:solidFill>
          </a:ln>
        </p:spPr>
        <p:txBody>
          <a:bodyPr>
            <a:normAutofit/>
          </a:bodyPr>
          <a:lstStyle/>
          <a:p>
            <a:pPr marL="0" indent="0">
              <a:lnSpc>
                <a:spcPct val="120000"/>
              </a:lnSpc>
              <a:buClr>
                <a:srgbClr val="FFFF00"/>
              </a:buClr>
              <a:buNone/>
            </a:pPr>
            <a:r>
              <a:rPr lang="en-US" sz="3200" b="1" err="1"/>
              <a:t>Tên</a:t>
            </a:r>
            <a:r>
              <a:rPr lang="en-US" sz="3200" b="1"/>
              <a:t> </a:t>
            </a:r>
            <a:r>
              <a:rPr lang="en-US" sz="3200" b="1" err="1"/>
              <a:t>môn</a:t>
            </a:r>
            <a:r>
              <a:rPr lang="en-US" sz="3200" b="1"/>
              <a:t> học: </a:t>
            </a:r>
            <a:r>
              <a:rPr lang="en-US" sz="3500" b="1" err="1">
                <a:solidFill>
                  <a:schemeClr val="accent2">
                    <a:lumMod val="75000"/>
                  </a:schemeClr>
                </a:solidFill>
              </a:rPr>
              <a:t>Nhập</a:t>
            </a:r>
            <a:r>
              <a:rPr lang="en-US" sz="3500" b="1">
                <a:solidFill>
                  <a:schemeClr val="accent2">
                    <a:lumMod val="75000"/>
                  </a:schemeClr>
                </a:solidFill>
              </a:rPr>
              <a:t> </a:t>
            </a:r>
            <a:r>
              <a:rPr lang="en-US" sz="3500" b="1" err="1">
                <a:solidFill>
                  <a:schemeClr val="accent2">
                    <a:lumMod val="75000"/>
                  </a:schemeClr>
                </a:solidFill>
              </a:rPr>
              <a:t>môn</a:t>
            </a:r>
            <a:r>
              <a:rPr lang="en-US" sz="3500" b="1">
                <a:solidFill>
                  <a:schemeClr val="accent2">
                    <a:lumMod val="75000"/>
                  </a:schemeClr>
                </a:solidFill>
              </a:rPr>
              <a:t> Công nghệ Thông tin</a:t>
            </a:r>
          </a:p>
        </p:txBody>
      </p:sp>
      <p:sp>
        <p:nvSpPr>
          <p:cNvPr id="10" name="Content Placeholder 2">
            <a:extLst>
              <a:ext uri="{FF2B5EF4-FFF2-40B4-BE49-F238E27FC236}">
                <a16:creationId xmlns:a16="http://schemas.microsoft.com/office/drawing/2014/main" id="{1EC55E11-0B6E-4945-ACA7-D535CAE5E5B7}"/>
              </a:ext>
            </a:extLst>
          </p:cNvPr>
          <p:cNvSpPr txBox="1">
            <a:spLocks/>
          </p:cNvSpPr>
          <p:nvPr/>
        </p:nvSpPr>
        <p:spPr>
          <a:xfrm>
            <a:off x="408218" y="2138222"/>
            <a:ext cx="11506413" cy="4381450"/>
          </a:xfrm>
          <a:prstGeom prst="rect">
            <a:avLst/>
          </a:prstGeom>
          <a:ln>
            <a:solidFill>
              <a:srgbClr val="0070C0"/>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
                <a:srgbClr val="FFFF00"/>
              </a:buClr>
              <a:buSzTx/>
              <a:buFont typeface="Arial" panose="020B0604020202020204" pitchFamily="34" charset="0"/>
              <a:buNone/>
              <a:tabLst/>
              <a:defRPr/>
            </a:pP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Mục tiêu </a:t>
            </a: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môn</a:t>
            </a: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 học:</a:t>
            </a:r>
          </a:p>
          <a:p>
            <a:pPr marL="347663" marR="0" lvl="0" indent="-347663" algn="just" defTabSz="914400" rtl="0" eaLnBrk="1" fontAlgn="auto" latinLnBrk="0" hangingPunct="1">
              <a:lnSpc>
                <a:spcPct val="110000"/>
              </a:lnSpc>
              <a:spcBef>
                <a:spcPts val="600"/>
              </a:spcBef>
              <a:spcAft>
                <a:spcPts val="600"/>
              </a:spcAft>
              <a:buClrTx/>
              <a:buSzTx/>
              <a:buFont typeface="Wingdings" panose="05000000000000000000" pitchFamily="2" charset="2"/>
              <a:buChar char="§"/>
              <a:tabLst/>
              <a:defRPr/>
            </a:pPr>
            <a:r>
              <a:rPr kumimoji="0" lang="vi-VN" sz="2800" b="0" i="0" u="none" strike="noStrike" kern="1200" cap="none" spc="0" normalizeH="0" baseline="0" noProof="0">
                <a:ln>
                  <a:noFill/>
                </a:ln>
                <a:solidFill>
                  <a:prstClr val="black"/>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Cung cấp cho sinh viên kiến thức tổng quan về các lĩnh vực ứng dụng CNTT.</a:t>
            </a:r>
          </a:p>
          <a:p>
            <a:pPr marL="347663" marR="0" lvl="0" indent="-347663" algn="just" defTabSz="914400" rtl="0" eaLnBrk="1" fontAlgn="auto" latinLnBrk="0" hangingPunct="1">
              <a:lnSpc>
                <a:spcPct val="110000"/>
              </a:lnSpc>
              <a:spcBef>
                <a:spcPts val="600"/>
              </a:spcBef>
              <a:spcAft>
                <a:spcPts val="600"/>
              </a:spcAft>
              <a:buClrTx/>
              <a:buSzTx/>
              <a:buFont typeface="Wingdings" panose="05000000000000000000" pitchFamily="2" charset="2"/>
              <a:buChar char="§"/>
              <a:tabLst/>
              <a:defRPr/>
            </a:pPr>
            <a:r>
              <a:rPr kumimoji="0" lang="vi-VN" sz="2800" b="0" i="0" u="none" strike="noStrike" kern="1200" cap="none" spc="0" normalizeH="0" baseline="0" noProof="0">
                <a:ln>
                  <a:noFill/>
                </a:ln>
                <a:solidFill>
                  <a:prstClr val="black"/>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Giúp sinh viên nhận diện vị trí của CNTT trong nền kinh tế số dựa trên tri thức, quy trình cạnh tranh năng suất, chất lượng, sự phân hóa của CNTT trong nhiều ngành và ảnh hưởng tác động tới phát triển của CNTT.</a:t>
            </a:r>
          </a:p>
          <a:p>
            <a:pPr marL="347663" marR="0" lvl="0" indent="-347663" algn="just" defTabSz="914400" rtl="0" eaLnBrk="1" fontAlgn="auto" latinLnBrk="0" hangingPunct="1">
              <a:lnSpc>
                <a:spcPct val="110000"/>
              </a:lnSpc>
              <a:spcBef>
                <a:spcPts val="600"/>
              </a:spcBef>
              <a:spcAft>
                <a:spcPts val="600"/>
              </a:spcAft>
              <a:buClrTx/>
              <a:buSzTx/>
              <a:buFont typeface="Wingdings" panose="05000000000000000000" pitchFamily="2" charset="2"/>
              <a:buChar char="§"/>
              <a:tabLst/>
              <a:defRPr/>
            </a:pPr>
            <a:r>
              <a:rPr kumimoji="0" lang="vi-VN" sz="2800" b="0" i="0" u="none" strike="noStrike" kern="1200" cap="none" spc="0" normalizeH="0" baseline="0" noProof="0">
                <a:ln>
                  <a:noFill/>
                </a:ln>
                <a:solidFill>
                  <a:prstClr val="black"/>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Giúp sinh viên rèn luyện các kỹ năng tìm kiếm thông tin, lưu trữ, khai thác và chia sẻ thông tin bằng công cụ tin học: soạn thảo, trình diễn, truy cập, tìm kiếm, sử dụng mạng Internet, mạng xã hội.</a:t>
            </a:r>
          </a:p>
        </p:txBody>
      </p:sp>
    </p:spTree>
    <p:extLst>
      <p:ext uri="{BB962C8B-B14F-4D97-AF65-F5344CB8AC3E}">
        <p14:creationId xmlns:p14="http://schemas.microsoft.com/office/powerpoint/2010/main" val="37529704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144BD-4BB0-65CE-F49C-7972690C8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7C967-9397-74AA-C9B9-D4CB3B580156}"/>
              </a:ext>
            </a:extLst>
          </p:cNvPr>
          <p:cNvSpPr>
            <a:spLocks noGrp="1"/>
          </p:cNvSpPr>
          <p:nvPr>
            <p:ph type="title"/>
          </p:nvPr>
        </p:nvSpPr>
        <p:spPr>
          <a:xfrm>
            <a:off x="1066800" y="103278"/>
            <a:ext cx="10058400" cy="920405"/>
          </a:xfrm>
        </p:spPr>
        <p:txBody>
          <a:bodyPr>
            <a:normAutofit fontScale="90000"/>
          </a:bodyPr>
          <a:lstStyle/>
          <a:p>
            <a:pPr algn="ctr"/>
            <a:r>
              <a:rPr lang="en-US" b="1">
                <a:solidFill>
                  <a:srgbClr val="0070C0"/>
                </a:solidFill>
                <a:latin typeface="Arial" panose="020B0604020202020204" pitchFamily="34" charset="0"/>
                <a:cs typeface="Arial" panose="020B0604020202020204" pitchFamily="34" charset="0"/>
              </a:rPr>
              <a:t>KẾ HOẠCH GIẢNG DẠY VÀ HỌC TẬP</a:t>
            </a:r>
          </a:p>
        </p:txBody>
      </p:sp>
      <p:sp>
        <p:nvSpPr>
          <p:cNvPr id="7" name="Content Placeholder 2">
            <a:extLst>
              <a:ext uri="{FF2B5EF4-FFF2-40B4-BE49-F238E27FC236}">
                <a16:creationId xmlns:a16="http://schemas.microsoft.com/office/drawing/2014/main" id="{229AEC54-505A-4B1F-83C6-E13D83E579D0}"/>
              </a:ext>
            </a:extLst>
          </p:cNvPr>
          <p:cNvSpPr>
            <a:spLocks noGrp="1"/>
          </p:cNvSpPr>
          <p:nvPr>
            <p:ph idx="1"/>
          </p:nvPr>
        </p:nvSpPr>
        <p:spPr>
          <a:xfrm>
            <a:off x="1798321" y="1046757"/>
            <a:ext cx="8991600" cy="920405"/>
          </a:xfrm>
          <a:ln>
            <a:solidFill>
              <a:srgbClr val="0070C0"/>
            </a:solidFill>
          </a:ln>
        </p:spPr>
        <p:txBody>
          <a:bodyPr>
            <a:normAutofit/>
          </a:bodyPr>
          <a:lstStyle/>
          <a:p>
            <a:pPr marL="0" indent="0">
              <a:lnSpc>
                <a:spcPct val="120000"/>
              </a:lnSpc>
              <a:buClr>
                <a:srgbClr val="FFFF00"/>
              </a:buClr>
              <a:buNone/>
            </a:pPr>
            <a:r>
              <a:rPr lang="en-US" sz="3200" b="1" err="1"/>
              <a:t>Tên</a:t>
            </a:r>
            <a:r>
              <a:rPr lang="en-US" sz="3200" b="1"/>
              <a:t> </a:t>
            </a:r>
            <a:r>
              <a:rPr lang="en-US" sz="3200" b="1" err="1"/>
              <a:t>môn</a:t>
            </a:r>
            <a:r>
              <a:rPr lang="en-US" sz="3200" b="1"/>
              <a:t> học: </a:t>
            </a:r>
            <a:r>
              <a:rPr lang="en-US" sz="3500" b="1" err="1">
                <a:solidFill>
                  <a:schemeClr val="accent2">
                    <a:lumMod val="75000"/>
                  </a:schemeClr>
                </a:solidFill>
              </a:rPr>
              <a:t>Nhập</a:t>
            </a:r>
            <a:r>
              <a:rPr lang="en-US" sz="3500" b="1">
                <a:solidFill>
                  <a:schemeClr val="accent2">
                    <a:lumMod val="75000"/>
                  </a:schemeClr>
                </a:solidFill>
              </a:rPr>
              <a:t> </a:t>
            </a:r>
            <a:r>
              <a:rPr lang="en-US" sz="3500" b="1" err="1">
                <a:solidFill>
                  <a:schemeClr val="accent2">
                    <a:lumMod val="75000"/>
                  </a:schemeClr>
                </a:solidFill>
              </a:rPr>
              <a:t>môn</a:t>
            </a:r>
            <a:r>
              <a:rPr lang="en-US" sz="3500" b="1">
                <a:solidFill>
                  <a:schemeClr val="accent2">
                    <a:lumMod val="75000"/>
                  </a:schemeClr>
                </a:solidFill>
              </a:rPr>
              <a:t> Công nghệ Thông tin</a:t>
            </a:r>
          </a:p>
        </p:txBody>
      </p:sp>
      <p:sp>
        <p:nvSpPr>
          <p:cNvPr id="10" name="Content Placeholder 2">
            <a:extLst>
              <a:ext uri="{FF2B5EF4-FFF2-40B4-BE49-F238E27FC236}">
                <a16:creationId xmlns:a16="http://schemas.microsoft.com/office/drawing/2014/main" id="{B3485B3B-233B-CBDF-E15F-9E4D55A50D31}"/>
              </a:ext>
            </a:extLst>
          </p:cNvPr>
          <p:cNvSpPr txBox="1">
            <a:spLocks/>
          </p:cNvSpPr>
          <p:nvPr/>
        </p:nvSpPr>
        <p:spPr>
          <a:xfrm>
            <a:off x="408218" y="2138222"/>
            <a:ext cx="11506413" cy="4381450"/>
          </a:xfrm>
          <a:prstGeom prst="rect">
            <a:avLst/>
          </a:prstGeom>
          <a:ln>
            <a:solidFill>
              <a:srgbClr val="0070C0"/>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
                <a:srgbClr val="FFFF00"/>
              </a:buClr>
              <a:buSzTx/>
              <a:buFont typeface="Arial" panose="020B0604020202020204" pitchFamily="34" charset="0"/>
              <a:buNone/>
              <a:tabLst/>
              <a:defRPr/>
            </a:pP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Tóm</a:t>
            </a: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tắt</a:t>
            </a: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nội</a:t>
            </a: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 dung </a:t>
            </a: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môn</a:t>
            </a: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 học:</a:t>
            </a:r>
          </a:p>
          <a:p>
            <a:pPr marL="285750" marR="0" lvl="0" indent="0" algn="just" defTabSz="914400" rtl="0" eaLnBrk="1" fontAlgn="auto" latinLnBrk="0" hangingPunct="1">
              <a:lnSpc>
                <a:spcPct val="130000"/>
              </a:lnSpc>
              <a:spcBef>
                <a:spcPts val="600"/>
              </a:spcBef>
              <a:spcAft>
                <a:spcPts val="600"/>
              </a:spcAft>
              <a:buClrTx/>
              <a:buSzTx/>
              <a:buNone/>
              <a:tabLst/>
              <a:defRPr/>
            </a:pPr>
            <a:r>
              <a:rPr kumimoji="0" lang="vi-VN" sz="2800" b="0" i="0" u="none" strike="noStrike" kern="1200" cap="none" spc="0" normalizeH="0" baseline="0" noProof="0">
                <a:ln>
                  <a:noFill/>
                </a:ln>
                <a:solidFill>
                  <a:prstClr val="black"/>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Học phần này cung cấp những kiến thức nền tảng và toàn diện về lĩnh vực Công nghệ thông tin. Sinh viên sẽ bắt đầu với các khái niệm cốt lõi về phần cứng, phần mềm, mạng máy tính và Internet. Nội dung học phần tiếp tục đi sâu vào các kỹ năng thực hành thiết yếu như lập trình cơ bản với Python, thiết kế web với HTML, và truy vấn cơ sở dữ liệu với SQL. Bên cạnh đó, môn học còn giới thiệu các xu hướng công nghệ hiện đại như Điện toán đám mây và Trí tuệ nhân tạo. Cuối cùng, học phần trang bị cho sinh viên cái nhìn tổng quan về vai trò của hệ thống thông tin trong doanh nghiệp, an toàn thông tin, và định hướng nghề nghiệp trong ngành, tạo tiền đề vững chắc cho các môn học chuyên ngành sau này.</a:t>
            </a:r>
          </a:p>
        </p:txBody>
      </p:sp>
    </p:spTree>
    <p:extLst>
      <p:ext uri="{BB962C8B-B14F-4D97-AF65-F5344CB8AC3E}">
        <p14:creationId xmlns:p14="http://schemas.microsoft.com/office/powerpoint/2010/main" val="20789618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EDD33-35A3-4950-AE06-7A6BB54603B3}"/>
              </a:ext>
            </a:extLst>
          </p:cNvPr>
          <p:cNvSpPr>
            <a:spLocks noGrp="1"/>
          </p:cNvSpPr>
          <p:nvPr>
            <p:ph type="title"/>
          </p:nvPr>
        </p:nvSpPr>
        <p:spPr>
          <a:xfrm>
            <a:off x="1066800" y="103278"/>
            <a:ext cx="10058400" cy="920405"/>
          </a:xfrm>
        </p:spPr>
        <p:txBody>
          <a:bodyPr/>
          <a:lstStyle/>
          <a:p>
            <a:pPr algn="ctr"/>
            <a:r>
              <a:rPr lang="en-US" b="1">
                <a:solidFill>
                  <a:srgbClr val="0070C0"/>
                </a:solidFill>
              </a:rPr>
              <a:t>LỊCH TRÌNH GIẢNG DẠY VÀ HỌC TẬP</a:t>
            </a:r>
          </a:p>
        </p:txBody>
      </p:sp>
      <p:graphicFrame>
        <p:nvGraphicFramePr>
          <p:cNvPr id="3" name="Table 2">
            <a:extLst>
              <a:ext uri="{FF2B5EF4-FFF2-40B4-BE49-F238E27FC236}">
                <a16:creationId xmlns:a16="http://schemas.microsoft.com/office/drawing/2014/main" id="{9DABC082-AFC6-1100-A99A-1F9FB0259E14}"/>
              </a:ext>
            </a:extLst>
          </p:cNvPr>
          <p:cNvGraphicFramePr>
            <a:graphicFrameLocks noGrp="1"/>
          </p:cNvGraphicFramePr>
          <p:nvPr>
            <p:extLst>
              <p:ext uri="{D42A27DB-BD31-4B8C-83A1-F6EECF244321}">
                <p14:modId xmlns:p14="http://schemas.microsoft.com/office/powerpoint/2010/main" val="4013055232"/>
              </p:ext>
            </p:extLst>
          </p:nvPr>
        </p:nvGraphicFramePr>
        <p:xfrm>
          <a:off x="545249" y="1143920"/>
          <a:ext cx="11101501" cy="5330981"/>
        </p:xfrm>
        <a:graphic>
          <a:graphicData uri="http://schemas.openxmlformats.org/drawingml/2006/table">
            <a:tbl>
              <a:tblPr firstRow="1" firstCol="1" bandRow="1">
                <a:tableStyleId>{5C22544A-7EE6-4342-B048-85BDC9FD1C3A}</a:tableStyleId>
              </a:tblPr>
              <a:tblGrid>
                <a:gridCol w="5244404">
                  <a:extLst>
                    <a:ext uri="{9D8B030D-6E8A-4147-A177-3AD203B41FA5}">
                      <a16:colId xmlns:a16="http://schemas.microsoft.com/office/drawing/2014/main" val="1427643634"/>
                    </a:ext>
                  </a:extLst>
                </a:gridCol>
                <a:gridCol w="5857097">
                  <a:extLst>
                    <a:ext uri="{9D8B030D-6E8A-4147-A177-3AD203B41FA5}">
                      <a16:colId xmlns:a16="http://schemas.microsoft.com/office/drawing/2014/main" val="1143322940"/>
                    </a:ext>
                  </a:extLst>
                </a:gridCol>
              </a:tblGrid>
              <a:tr h="477295">
                <a:tc>
                  <a:txBody>
                    <a:bodyPr/>
                    <a:lstStyle/>
                    <a:p>
                      <a:pPr algn="ctr">
                        <a:lnSpc>
                          <a:spcPct val="115000"/>
                        </a:lnSpc>
                        <a:spcBef>
                          <a:spcPts val="400"/>
                        </a:spcBef>
                        <a:spcAft>
                          <a:spcPts val="400"/>
                        </a:spcAft>
                        <a:buNone/>
                      </a:pPr>
                      <a:r>
                        <a:rPr lang="en-US" sz="2000" kern="100">
                          <a:effectLst/>
                        </a:rPr>
                        <a:t>Cấu trúc và kế hoạch giảng Lý thuyết</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2"/>
                    </a:solidFill>
                  </a:tcPr>
                </a:tc>
                <a:tc>
                  <a:txBody>
                    <a:bodyPr/>
                    <a:lstStyle/>
                    <a:p>
                      <a:pPr algn="ctr">
                        <a:lnSpc>
                          <a:spcPct val="115000"/>
                        </a:lnSpc>
                        <a:spcBef>
                          <a:spcPts val="400"/>
                        </a:spcBef>
                        <a:spcAft>
                          <a:spcPts val="400"/>
                        </a:spcAft>
                        <a:buNone/>
                      </a:pPr>
                      <a:r>
                        <a:rPr lang="en-US" sz="2000" kern="100">
                          <a:effectLst/>
                        </a:rPr>
                        <a:t>Cấu trúc và kế hoạch giảng Thực hành</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2"/>
                    </a:solidFill>
                  </a:tcPr>
                </a:tc>
                <a:extLst>
                  <a:ext uri="{0D108BD9-81ED-4DB2-BD59-A6C34878D82A}">
                    <a16:rowId xmlns:a16="http://schemas.microsoft.com/office/drawing/2014/main" val="1547930880"/>
                  </a:ext>
                </a:extLst>
              </a:tr>
              <a:tr h="4844334">
                <a:tc>
                  <a:txBody>
                    <a:bodyPr/>
                    <a:lstStyle/>
                    <a:p>
                      <a:pPr marL="468630" indent="-450215">
                        <a:lnSpc>
                          <a:spcPct val="115000"/>
                        </a:lnSpc>
                        <a:spcBef>
                          <a:spcPts val="1200"/>
                        </a:spcBef>
                        <a:spcAft>
                          <a:spcPts val="400"/>
                        </a:spcAft>
                        <a:buNone/>
                      </a:pPr>
                      <a:r>
                        <a:rPr lang="en-US" sz="2000" kern="100">
                          <a:effectLst/>
                        </a:rPr>
                        <a:t>·  Bài 1: Tổng quan CNTT, Phần cứng &amp; Hệ đếm</a:t>
                      </a:r>
                    </a:p>
                    <a:p>
                      <a:pPr marL="468630" indent="-450215">
                        <a:lnSpc>
                          <a:spcPct val="115000"/>
                        </a:lnSpc>
                        <a:spcBef>
                          <a:spcPts val="400"/>
                        </a:spcBef>
                        <a:spcAft>
                          <a:spcPts val="400"/>
                        </a:spcAft>
                        <a:buNone/>
                      </a:pPr>
                      <a:r>
                        <a:rPr lang="en-US" sz="2000" kern="100">
                          <a:effectLst/>
                        </a:rPr>
                        <a:t>·  Bài 2: Phần mềm &amp; Vận hành trong DN</a:t>
                      </a:r>
                    </a:p>
                    <a:p>
                      <a:pPr marL="468630" indent="-450215">
                        <a:lnSpc>
                          <a:spcPct val="115000"/>
                        </a:lnSpc>
                        <a:spcBef>
                          <a:spcPts val="400"/>
                        </a:spcBef>
                        <a:spcAft>
                          <a:spcPts val="400"/>
                        </a:spcAft>
                        <a:buNone/>
                      </a:pPr>
                      <a:r>
                        <a:rPr lang="en-US" sz="2000" kern="100">
                          <a:effectLst/>
                        </a:rPr>
                        <a:t>·  Bài 3: Internet, Mạng &amp; Lưu trữ đám mây</a:t>
                      </a:r>
                    </a:p>
                    <a:p>
                      <a:pPr marL="468630" indent="-450215">
                        <a:lnSpc>
                          <a:spcPct val="115000"/>
                        </a:lnSpc>
                        <a:spcBef>
                          <a:spcPts val="400"/>
                        </a:spcBef>
                        <a:spcAft>
                          <a:spcPts val="400"/>
                        </a:spcAft>
                        <a:buNone/>
                      </a:pPr>
                      <a:r>
                        <a:rPr lang="en-US" sz="2000" kern="100">
                          <a:effectLst/>
                        </a:rPr>
                        <a:t>·  Bài 4: World Wide Web &amp; HTML</a:t>
                      </a:r>
                    </a:p>
                    <a:p>
                      <a:pPr marL="468630" indent="-450215">
                        <a:lnSpc>
                          <a:spcPct val="115000"/>
                        </a:lnSpc>
                        <a:spcBef>
                          <a:spcPts val="400"/>
                        </a:spcBef>
                        <a:spcAft>
                          <a:spcPts val="400"/>
                        </a:spcAft>
                        <a:buNone/>
                      </a:pPr>
                      <a:r>
                        <a:rPr lang="en-US" sz="2000" kern="100">
                          <a:effectLst/>
                        </a:rPr>
                        <a:t>·  Bài 5: Ngôn ngữ lập trình</a:t>
                      </a:r>
                    </a:p>
                    <a:p>
                      <a:pPr marL="468630" indent="-450215">
                        <a:lnSpc>
                          <a:spcPct val="115000"/>
                        </a:lnSpc>
                        <a:spcBef>
                          <a:spcPts val="400"/>
                        </a:spcBef>
                        <a:spcAft>
                          <a:spcPts val="400"/>
                        </a:spcAft>
                        <a:buNone/>
                      </a:pPr>
                      <a:r>
                        <a:rPr lang="en-US" sz="2000" kern="100">
                          <a:effectLst/>
                        </a:rPr>
                        <a:t>·  Bài 6: Tổng quan về Trí tuệ nhân tạo (1)</a:t>
                      </a:r>
                    </a:p>
                    <a:p>
                      <a:pPr marL="468630" indent="-450215">
                        <a:lnSpc>
                          <a:spcPct val="115000"/>
                        </a:lnSpc>
                        <a:spcBef>
                          <a:spcPts val="400"/>
                        </a:spcBef>
                        <a:spcAft>
                          <a:spcPts val="400"/>
                        </a:spcAft>
                        <a:buNone/>
                      </a:pPr>
                      <a:r>
                        <a:rPr lang="en-US" sz="2000" kern="100">
                          <a:effectLst/>
                        </a:rPr>
                        <a:t>·  Bài 7: Cơ sở dữ liệu</a:t>
                      </a:r>
                    </a:p>
                    <a:p>
                      <a:pPr marL="468630" indent="-450215">
                        <a:lnSpc>
                          <a:spcPct val="115000"/>
                        </a:lnSpc>
                        <a:spcBef>
                          <a:spcPts val="400"/>
                        </a:spcBef>
                        <a:spcAft>
                          <a:spcPts val="400"/>
                        </a:spcAft>
                        <a:buNone/>
                      </a:pPr>
                      <a:r>
                        <a:rPr lang="en-US" sz="2000" kern="100">
                          <a:effectLst/>
                        </a:rPr>
                        <a:t>·  Bài 8: Tương lai và Nghề nghiệp CNTT</a:t>
                      </a:r>
                    </a:p>
                    <a:p>
                      <a:pPr marL="468630" indent="-450215">
                        <a:lnSpc>
                          <a:spcPct val="115000"/>
                        </a:lnSpc>
                        <a:spcBef>
                          <a:spcPts val="400"/>
                        </a:spcBef>
                        <a:spcAft>
                          <a:spcPts val="400"/>
                        </a:spcAft>
                        <a:buNone/>
                      </a:pPr>
                      <a:r>
                        <a:rPr lang="en-US" sz="2000" kern="100">
                          <a:effectLst/>
                        </a:rPr>
                        <a:t>·  Bài 9: Tổng quan về Trí tuệ nhân tạo (2)</a:t>
                      </a:r>
                    </a:p>
                    <a:p>
                      <a:pPr marL="468630" indent="-450215">
                        <a:lnSpc>
                          <a:spcPct val="115000"/>
                        </a:lnSpc>
                        <a:spcBef>
                          <a:spcPts val="400"/>
                        </a:spcBef>
                        <a:spcAft>
                          <a:spcPts val="400"/>
                        </a:spcAft>
                        <a:buNone/>
                      </a:pPr>
                      <a:r>
                        <a:rPr lang="en-US" sz="2000" kern="100">
                          <a:effectLst/>
                        </a:rPr>
                        <a:t>·  Bài 10: An toàn thông tin &amp; Ôn tập cuối kỳ</a:t>
                      </a:r>
                    </a:p>
                    <a:p>
                      <a:pPr marL="468630" indent="-450215">
                        <a:lnSpc>
                          <a:spcPct val="115000"/>
                        </a:lnSpc>
                        <a:spcBef>
                          <a:spcPts val="400"/>
                        </a:spcBef>
                        <a:spcAft>
                          <a:spcPts val="400"/>
                        </a:spcAft>
                        <a:buNone/>
                      </a:pPr>
                      <a:r>
                        <a:rPr lang="en-US" sz="2000" kern="100">
                          <a:effectLst/>
                        </a:rPr>
                        <a:t> </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20320">
                        <a:lnSpc>
                          <a:spcPct val="115000"/>
                        </a:lnSpc>
                        <a:spcBef>
                          <a:spcPts val="400"/>
                        </a:spcBef>
                        <a:spcAft>
                          <a:spcPts val="400"/>
                        </a:spcAft>
                        <a:buNone/>
                      </a:pPr>
                      <a:r>
                        <a:rPr lang="en-US" sz="2000" kern="100">
                          <a:effectLst/>
                        </a:rPr>
                        <a:t>·  Bài 1: Khám phá máy tính &amp; Hệ đếm</a:t>
                      </a:r>
                    </a:p>
                    <a:p>
                      <a:pPr marL="20320">
                        <a:lnSpc>
                          <a:spcPct val="115000"/>
                        </a:lnSpc>
                        <a:spcBef>
                          <a:spcPts val="400"/>
                        </a:spcBef>
                        <a:spcAft>
                          <a:spcPts val="400"/>
                        </a:spcAft>
                        <a:buNone/>
                      </a:pPr>
                      <a:r>
                        <a:rPr lang="en-US" sz="2000" kern="100">
                          <a:effectLst/>
                        </a:rPr>
                        <a:t>·  Bài 2: Phân tích Kiến trúc &amp; Vận hành Phần mềm</a:t>
                      </a:r>
                    </a:p>
                    <a:p>
                      <a:pPr marL="20320">
                        <a:lnSpc>
                          <a:spcPct val="115000"/>
                        </a:lnSpc>
                        <a:spcBef>
                          <a:spcPts val="400"/>
                        </a:spcBef>
                        <a:spcAft>
                          <a:spcPts val="400"/>
                        </a:spcAft>
                        <a:buNone/>
                      </a:pPr>
                      <a:r>
                        <a:rPr lang="en-US" sz="2000" kern="100">
                          <a:effectLst/>
                        </a:rPr>
                        <a:t>·  Bài 3: Chẩn đoán mạng &amp; Cộng tác trên đám mây</a:t>
                      </a:r>
                    </a:p>
                    <a:p>
                      <a:pPr marL="20320">
                        <a:lnSpc>
                          <a:spcPct val="115000"/>
                        </a:lnSpc>
                        <a:spcBef>
                          <a:spcPts val="400"/>
                        </a:spcBef>
                        <a:spcAft>
                          <a:spcPts val="400"/>
                        </a:spcAft>
                        <a:buNone/>
                      </a:pPr>
                      <a:r>
                        <a:rPr lang="en-US" sz="2000" kern="100">
                          <a:effectLst/>
                        </a:rPr>
                        <a:t>·  Bài 4: Thiết kế trang profile cá nhân với HTML</a:t>
                      </a:r>
                    </a:p>
                    <a:p>
                      <a:pPr marL="20320">
                        <a:lnSpc>
                          <a:spcPct val="115000"/>
                        </a:lnSpc>
                        <a:spcBef>
                          <a:spcPts val="400"/>
                        </a:spcBef>
                        <a:spcAft>
                          <a:spcPts val="400"/>
                        </a:spcAft>
                        <a:buNone/>
                      </a:pPr>
                      <a:r>
                        <a:rPr lang="en-US" sz="2000" kern="100">
                          <a:effectLst/>
                        </a:rPr>
                        <a:t>·  Bài 5: Lập trình Java cơ bản</a:t>
                      </a:r>
                    </a:p>
                    <a:p>
                      <a:pPr marL="20320">
                        <a:lnSpc>
                          <a:spcPct val="115000"/>
                        </a:lnSpc>
                        <a:spcBef>
                          <a:spcPts val="400"/>
                        </a:spcBef>
                        <a:spcAft>
                          <a:spcPts val="400"/>
                        </a:spcAft>
                        <a:buNone/>
                      </a:pPr>
                      <a:r>
                        <a:rPr lang="en-US" sz="2000" kern="100">
                          <a:effectLst/>
                        </a:rPr>
                        <a:t>·  Bài 6: Lập trình Script trên HTML</a:t>
                      </a:r>
                    </a:p>
                    <a:p>
                      <a:pPr marL="20320">
                        <a:lnSpc>
                          <a:spcPct val="115000"/>
                        </a:lnSpc>
                        <a:spcBef>
                          <a:spcPts val="400"/>
                        </a:spcBef>
                        <a:spcAft>
                          <a:spcPts val="400"/>
                        </a:spcAft>
                        <a:buNone/>
                      </a:pPr>
                      <a:r>
                        <a:rPr lang="en-US" sz="2000" kern="100">
                          <a:effectLst/>
                        </a:rPr>
                        <a:t>·  Bài 7: SQL cơ bản</a:t>
                      </a:r>
                    </a:p>
                    <a:p>
                      <a:pPr marL="20320">
                        <a:lnSpc>
                          <a:spcPct val="115000"/>
                        </a:lnSpc>
                        <a:spcBef>
                          <a:spcPts val="400"/>
                        </a:spcBef>
                        <a:spcAft>
                          <a:spcPts val="400"/>
                        </a:spcAft>
                        <a:buNone/>
                      </a:pPr>
                      <a:r>
                        <a:rPr lang="en-US" sz="2000" kern="100">
                          <a:effectLst/>
                        </a:rPr>
                        <a:t>·  Bài 8: Workshop CV &amp; Thương hiệu cá nhân</a:t>
                      </a:r>
                    </a:p>
                    <a:p>
                      <a:pPr marL="20320">
                        <a:lnSpc>
                          <a:spcPct val="115000"/>
                        </a:lnSpc>
                        <a:spcBef>
                          <a:spcPts val="400"/>
                        </a:spcBef>
                        <a:spcAft>
                          <a:spcPts val="400"/>
                        </a:spcAft>
                        <a:buNone/>
                      </a:pPr>
                      <a:r>
                        <a:rPr lang="en-US" sz="2000" kern="100">
                          <a:effectLst/>
                        </a:rPr>
                        <a:t>·  Bài 9: Định dạng báo cáo chuyên nghiệp với Word</a:t>
                      </a:r>
                    </a:p>
                    <a:p>
                      <a:pPr marL="20320">
                        <a:lnSpc>
                          <a:spcPct val="115000"/>
                        </a:lnSpc>
                        <a:spcBef>
                          <a:spcPts val="400"/>
                        </a:spcBef>
                        <a:spcAft>
                          <a:spcPts val="400"/>
                        </a:spcAft>
                        <a:buNone/>
                      </a:pPr>
                      <a:r>
                        <a:rPr lang="en-US" sz="2000" kern="100">
                          <a:effectLst/>
                        </a:rPr>
                        <a:t>·  Bài 10: Prompt cho Chat với AI</a:t>
                      </a:r>
                    </a:p>
                    <a:p>
                      <a:pPr>
                        <a:lnSpc>
                          <a:spcPct val="115000"/>
                        </a:lnSpc>
                        <a:spcBef>
                          <a:spcPts val="400"/>
                        </a:spcBef>
                        <a:spcAft>
                          <a:spcPts val="400"/>
                        </a:spcAft>
                        <a:buNone/>
                      </a:pPr>
                      <a:r>
                        <a:rPr lang="en-US" sz="2000" kern="100">
                          <a:effectLst/>
                        </a:rPr>
                        <a:t> </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96519024"/>
                  </a:ext>
                </a:extLst>
              </a:tr>
            </a:tbl>
          </a:graphicData>
        </a:graphic>
      </p:graphicFrame>
    </p:spTree>
    <p:extLst>
      <p:ext uri="{BB962C8B-B14F-4D97-AF65-F5344CB8AC3E}">
        <p14:creationId xmlns:p14="http://schemas.microsoft.com/office/powerpoint/2010/main" val="23469811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4">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9EDD33-35A3-4950-AE06-7A6BB54603B3}"/>
              </a:ext>
            </a:extLst>
          </p:cNvPr>
          <p:cNvSpPr>
            <a:spLocks noGrp="1"/>
          </p:cNvSpPr>
          <p:nvPr>
            <p:ph type="title"/>
          </p:nvPr>
        </p:nvSpPr>
        <p:spPr>
          <a:xfrm>
            <a:off x="630936" y="502920"/>
            <a:ext cx="3419856" cy="1463040"/>
          </a:xfrm>
        </p:spPr>
        <p:txBody>
          <a:bodyPr vert="horz" lIns="91440" tIns="45720" rIns="91440" bIns="45720" rtlCol="0" anchor="ctr">
            <a:normAutofit/>
          </a:bodyPr>
          <a:lstStyle/>
          <a:p>
            <a:r>
              <a:rPr lang="en-US" sz="4800" b="1" kern="1200">
                <a:solidFill>
                  <a:schemeClr val="tx1"/>
                </a:solidFill>
                <a:latin typeface="+mj-lt"/>
                <a:ea typeface="+mj-ea"/>
                <a:cs typeface="+mj-cs"/>
              </a:rPr>
              <a:t>ĐÁNH GIÁ</a:t>
            </a:r>
          </a:p>
        </p:txBody>
      </p:sp>
      <p:sp>
        <p:nvSpPr>
          <p:cNvPr id="17"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2">
            <a:extLst>
              <a:ext uri="{FF2B5EF4-FFF2-40B4-BE49-F238E27FC236}">
                <a16:creationId xmlns:a16="http://schemas.microsoft.com/office/drawing/2014/main" id="{1EC55E11-0B6E-4945-ACA7-D535CAE5E5B7}"/>
              </a:ext>
            </a:extLst>
          </p:cNvPr>
          <p:cNvSpPr txBox="1">
            <a:spLocks/>
          </p:cNvSpPr>
          <p:nvPr/>
        </p:nvSpPr>
        <p:spPr>
          <a:xfrm>
            <a:off x="4654295" y="502920"/>
            <a:ext cx="6894576" cy="146304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FFF00"/>
              </a:buClr>
              <a:buSzTx/>
              <a:buFont typeface="Arial" panose="020B0604020202020204" pitchFamily="34" charset="0"/>
              <a:buNone/>
              <a:tabLst/>
              <a:defRPr/>
            </a:pP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Trọng </a:t>
            </a: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số</a:t>
            </a: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các</a:t>
            </a: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thành</a:t>
            </a: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phần</a:t>
            </a: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đánh</a:t>
            </a: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giá</a:t>
            </a: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của</a:t>
            </a: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 học </a:t>
            </a:r>
            <a:r>
              <a:rPr kumimoji="0" lang="en-US" sz="3200" b="1" i="0" u="none" strike="noStrike" kern="1200" cap="none" spc="0" normalizeH="0" baseline="0" noProof="0" err="1">
                <a:ln>
                  <a:noFill/>
                </a:ln>
                <a:solidFill>
                  <a:prstClr val="black"/>
                </a:solidFill>
                <a:effectLst/>
                <a:uLnTx/>
                <a:uFillTx/>
                <a:latin typeface="Calibri" panose="020F0502020204030204"/>
                <a:ea typeface="+mn-ea"/>
                <a:cs typeface="+mn-cs"/>
              </a:rPr>
              <a:t>phần</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 name="Table 4">
            <a:extLst>
              <a:ext uri="{FF2B5EF4-FFF2-40B4-BE49-F238E27FC236}">
                <a16:creationId xmlns:a16="http://schemas.microsoft.com/office/drawing/2014/main" id="{D6B733B4-F56E-AF4D-B80A-45D44E3F10C2}"/>
              </a:ext>
            </a:extLst>
          </p:cNvPr>
          <p:cNvGraphicFramePr>
            <a:graphicFrameLocks noGrp="1"/>
          </p:cNvGraphicFramePr>
          <p:nvPr>
            <p:extLst>
              <p:ext uri="{D42A27DB-BD31-4B8C-83A1-F6EECF244321}">
                <p14:modId xmlns:p14="http://schemas.microsoft.com/office/powerpoint/2010/main" val="1923847028"/>
              </p:ext>
            </p:extLst>
          </p:nvPr>
        </p:nvGraphicFramePr>
        <p:xfrm>
          <a:off x="643129" y="1783080"/>
          <a:ext cx="10918850" cy="4572000"/>
        </p:xfrm>
        <a:graphic>
          <a:graphicData uri="http://schemas.openxmlformats.org/drawingml/2006/table">
            <a:tbl>
              <a:tblPr firstRow="1" firstCol="1" bandRow="1">
                <a:tableStyleId>{5C22544A-7EE6-4342-B048-85BDC9FD1C3A}</a:tableStyleId>
              </a:tblPr>
              <a:tblGrid>
                <a:gridCol w="1168419">
                  <a:extLst>
                    <a:ext uri="{9D8B030D-6E8A-4147-A177-3AD203B41FA5}">
                      <a16:colId xmlns:a16="http://schemas.microsoft.com/office/drawing/2014/main" val="3381484304"/>
                    </a:ext>
                  </a:extLst>
                </a:gridCol>
                <a:gridCol w="2596086">
                  <a:extLst>
                    <a:ext uri="{9D8B030D-6E8A-4147-A177-3AD203B41FA5}">
                      <a16:colId xmlns:a16="http://schemas.microsoft.com/office/drawing/2014/main" val="294263261"/>
                    </a:ext>
                  </a:extLst>
                </a:gridCol>
                <a:gridCol w="917135">
                  <a:extLst>
                    <a:ext uri="{9D8B030D-6E8A-4147-A177-3AD203B41FA5}">
                      <a16:colId xmlns:a16="http://schemas.microsoft.com/office/drawing/2014/main" val="1851560901"/>
                    </a:ext>
                  </a:extLst>
                </a:gridCol>
                <a:gridCol w="640080">
                  <a:extLst>
                    <a:ext uri="{9D8B030D-6E8A-4147-A177-3AD203B41FA5}">
                      <a16:colId xmlns:a16="http://schemas.microsoft.com/office/drawing/2014/main" val="484788155"/>
                    </a:ext>
                  </a:extLst>
                </a:gridCol>
                <a:gridCol w="640080">
                  <a:extLst>
                    <a:ext uri="{9D8B030D-6E8A-4147-A177-3AD203B41FA5}">
                      <a16:colId xmlns:a16="http://schemas.microsoft.com/office/drawing/2014/main" val="1128092221"/>
                    </a:ext>
                  </a:extLst>
                </a:gridCol>
                <a:gridCol w="640080">
                  <a:extLst>
                    <a:ext uri="{9D8B030D-6E8A-4147-A177-3AD203B41FA5}">
                      <a16:colId xmlns:a16="http://schemas.microsoft.com/office/drawing/2014/main" val="111885902"/>
                    </a:ext>
                  </a:extLst>
                </a:gridCol>
                <a:gridCol w="640080">
                  <a:extLst>
                    <a:ext uri="{9D8B030D-6E8A-4147-A177-3AD203B41FA5}">
                      <a16:colId xmlns:a16="http://schemas.microsoft.com/office/drawing/2014/main" val="3462605960"/>
                    </a:ext>
                  </a:extLst>
                </a:gridCol>
                <a:gridCol w="640080">
                  <a:extLst>
                    <a:ext uri="{9D8B030D-6E8A-4147-A177-3AD203B41FA5}">
                      <a16:colId xmlns:a16="http://schemas.microsoft.com/office/drawing/2014/main" val="2689509250"/>
                    </a:ext>
                  </a:extLst>
                </a:gridCol>
                <a:gridCol w="1792705">
                  <a:extLst>
                    <a:ext uri="{9D8B030D-6E8A-4147-A177-3AD203B41FA5}">
                      <a16:colId xmlns:a16="http://schemas.microsoft.com/office/drawing/2014/main" val="2266109899"/>
                    </a:ext>
                  </a:extLst>
                </a:gridCol>
                <a:gridCol w="1244105">
                  <a:extLst>
                    <a:ext uri="{9D8B030D-6E8A-4147-A177-3AD203B41FA5}">
                      <a16:colId xmlns:a16="http://schemas.microsoft.com/office/drawing/2014/main" val="3156229688"/>
                    </a:ext>
                  </a:extLst>
                </a:gridCol>
              </a:tblGrid>
              <a:tr h="731520">
                <a:tc rowSpan="2">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Điểm thành phần</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rowSpan="2">
                  <a:txBody>
                    <a:bodyPr/>
                    <a:lstStyle/>
                    <a:p>
                      <a:pPr marL="0" indent="0" algn="ctr">
                        <a:spcBef>
                          <a:spcPts val="300"/>
                        </a:spcBef>
                        <a:spcAft>
                          <a:spcPts val="300"/>
                        </a:spcAft>
                      </a:pPr>
                      <a:r>
                        <a:rPr lang="en-US" sz="1600">
                          <a:effectLst/>
                          <a:latin typeface="Times New Roman" panose="02020603050405020304" pitchFamily="18" charset="0"/>
                          <a:cs typeface="Times New Roman" panose="02020603050405020304" pitchFamily="18" charset="0"/>
                        </a:rPr>
                        <a:t>Phương pháp đánh giá</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rowSpan="2">
                  <a:txBody>
                    <a:bodyPr/>
                    <a:lstStyle/>
                    <a:p>
                      <a:pPr marL="0" indent="0" algn="ctr">
                        <a:spcBef>
                          <a:spcPts val="300"/>
                        </a:spcBef>
                        <a:spcAft>
                          <a:spcPts val="300"/>
                        </a:spcAft>
                      </a:pPr>
                      <a:r>
                        <a:rPr lang="en-US" sz="1600">
                          <a:effectLst/>
                          <a:latin typeface="Times New Roman" panose="02020603050405020304" pitchFamily="18" charset="0"/>
                          <a:cs typeface="Times New Roman" panose="02020603050405020304" pitchFamily="18" charset="0"/>
                        </a:rPr>
                        <a:t>Tỷ trọng</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gridSpan="5">
                  <a:txBody>
                    <a:bodyPr/>
                    <a:lstStyle/>
                    <a:p>
                      <a:pPr marL="0" indent="0" algn="ctr">
                        <a:spcBef>
                          <a:spcPts val="300"/>
                        </a:spcBef>
                        <a:spcAft>
                          <a:spcPts val="300"/>
                        </a:spcAft>
                      </a:pPr>
                      <a:r>
                        <a:rPr lang="en-US" sz="1600">
                          <a:effectLst/>
                          <a:latin typeface="Times New Roman" panose="02020603050405020304" pitchFamily="18" charset="0"/>
                          <a:cs typeface="Times New Roman" panose="02020603050405020304" pitchFamily="18" charset="0"/>
                        </a:rPr>
                        <a:t>Chuẩn đầu ra học phần</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indent="0" algn="ctr">
                        <a:spcBef>
                          <a:spcPts val="300"/>
                        </a:spcBef>
                        <a:spcAft>
                          <a:spcPts val="300"/>
                        </a:spcAft>
                      </a:pPr>
                      <a:r>
                        <a:rPr lang="en-US" sz="1600">
                          <a:effectLst/>
                          <a:latin typeface="Times New Roman" panose="02020603050405020304" pitchFamily="18" charset="0"/>
                          <a:cs typeface="Times New Roman" panose="02020603050405020304" pitchFamily="18" charset="0"/>
                        </a:rPr>
                        <a:t>Thời điểm đánh giá</a:t>
                      </a:r>
                    </a:p>
                  </a:txBody>
                  <a:tcPr marL="50860" marR="50860" marT="0" marB="0" anchor="ctr"/>
                </a:tc>
                <a:tc rowSpan="2">
                  <a:txBody>
                    <a:bodyPr/>
                    <a:lstStyle/>
                    <a:p>
                      <a:pPr algn="ctr"/>
                      <a:r>
                        <a:rPr lang="en-US" sz="1600">
                          <a:effectLst/>
                          <a:latin typeface="Times New Roman" panose="02020603050405020304" pitchFamily="18" charset="0"/>
                          <a:cs typeface="Times New Roman" panose="02020603050405020304" pitchFamily="18" charset="0"/>
                        </a:rPr>
                        <a:t>Chi chú</a:t>
                      </a:r>
                    </a:p>
                  </a:txBody>
                  <a:tcPr marL="50860" marR="50860" marT="0" marB="0" anchor="ctr"/>
                </a:tc>
                <a:extLst>
                  <a:ext uri="{0D108BD9-81ED-4DB2-BD59-A6C34878D82A}">
                    <a16:rowId xmlns:a16="http://schemas.microsoft.com/office/drawing/2014/main" val="4003624355"/>
                  </a:ext>
                </a:extLst>
              </a:tr>
              <a:tr h="12432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spcBef>
                          <a:spcPts val="300"/>
                        </a:spcBef>
                        <a:spcAft>
                          <a:spcPts val="300"/>
                        </a:spcAft>
                      </a:pPr>
                      <a:r>
                        <a:rPr lang="en-US" sz="1400" b="1">
                          <a:effectLst/>
                          <a:latin typeface="Times New Roman" panose="02020603050405020304" pitchFamily="18" charset="0"/>
                          <a:cs typeface="Times New Roman" panose="02020603050405020304" pitchFamily="18" charset="0"/>
                        </a:rPr>
                        <a:t>CLO1</a:t>
                      </a:r>
                      <a:endParaRPr lang="en-US"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spcBef>
                          <a:spcPts val="300"/>
                        </a:spcBef>
                        <a:spcAft>
                          <a:spcPts val="300"/>
                        </a:spcAft>
                      </a:pPr>
                      <a:r>
                        <a:rPr lang="en-US" sz="1400" b="1">
                          <a:effectLst/>
                          <a:latin typeface="Times New Roman" panose="02020603050405020304" pitchFamily="18" charset="0"/>
                          <a:cs typeface="Times New Roman" panose="02020603050405020304" pitchFamily="18" charset="0"/>
                        </a:rPr>
                        <a:t>CLO2</a:t>
                      </a:r>
                      <a:endParaRPr lang="en-US"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spcBef>
                          <a:spcPts val="300"/>
                        </a:spcBef>
                        <a:spcAft>
                          <a:spcPts val="300"/>
                        </a:spcAft>
                      </a:pPr>
                      <a:r>
                        <a:rPr lang="en-US" sz="1400" b="1">
                          <a:effectLst/>
                          <a:latin typeface="Times New Roman" panose="02020603050405020304" pitchFamily="18" charset="0"/>
                          <a:cs typeface="Times New Roman" panose="02020603050405020304" pitchFamily="18" charset="0"/>
                        </a:rPr>
                        <a:t>CLO3</a:t>
                      </a:r>
                      <a:endParaRPr lang="en-US"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spcBef>
                          <a:spcPts val="300"/>
                        </a:spcBef>
                        <a:spcAft>
                          <a:spcPts val="300"/>
                        </a:spcAft>
                      </a:pPr>
                      <a:r>
                        <a:rPr lang="en-US" sz="1400" b="1">
                          <a:effectLst/>
                          <a:latin typeface="Times New Roman" panose="02020603050405020304" pitchFamily="18" charset="0"/>
                          <a:cs typeface="Times New Roman" panose="02020603050405020304" pitchFamily="18" charset="0"/>
                        </a:rPr>
                        <a:t>CLO4</a:t>
                      </a:r>
                      <a:endParaRPr lang="en-US"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spcBef>
                          <a:spcPts val="300"/>
                        </a:spcBef>
                        <a:spcAft>
                          <a:spcPts val="300"/>
                        </a:spcAft>
                      </a:pPr>
                      <a:r>
                        <a:rPr lang="en-US" sz="1400" b="1">
                          <a:effectLst/>
                          <a:latin typeface="Times New Roman" panose="02020603050405020304" pitchFamily="18" charset="0"/>
                          <a:cs typeface="Times New Roman" panose="02020603050405020304" pitchFamily="18" charset="0"/>
                        </a:rPr>
                        <a:t>CLO5</a:t>
                      </a:r>
                      <a:endParaRPr lang="en-US"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vMerge="1">
                  <a:txBody>
                    <a:bodyPr/>
                    <a:lstStyle/>
                    <a:p>
                      <a:endParaRPr/>
                    </a:p>
                  </a:txBody>
                  <a:tcPr marL="50860" marR="50860" marT="0" marB="0" anchor="ctr"/>
                </a:tc>
                <a:tc vMerge="1">
                  <a:txBody>
                    <a:bodyPr/>
                    <a:lstStyle/>
                    <a:p>
                      <a:endParaRPr/>
                    </a:p>
                  </a:txBody>
                  <a:tcPr marL="50860" marR="50860" marT="0" marB="0"/>
                </a:tc>
                <a:extLst>
                  <a:ext uri="{0D108BD9-81ED-4DB2-BD59-A6C34878D82A}">
                    <a16:rowId xmlns:a16="http://schemas.microsoft.com/office/drawing/2014/main" val="3355714861"/>
                  </a:ext>
                </a:extLst>
              </a:tr>
              <a:tr h="457200">
                <a:tc rowSpan="5">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Quá trình</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spcBef>
                          <a:spcPts val="300"/>
                        </a:spcBef>
                        <a:spcAft>
                          <a:spcPts val="300"/>
                        </a:spcAft>
                      </a:pPr>
                      <a:r>
                        <a:rPr lang="en-US" sz="1600">
                          <a:effectLst/>
                          <a:latin typeface="Times New Roman" panose="02020603050405020304" pitchFamily="18" charset="0"/>
                          <a:cs typeface="Times New Roman" panose="02020603050405020304" pitchFamily="18" charset="0"/>
                        </a:rPr>
                        <a:t>Chuyên cần LT (Điểm danh)</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 Mỗi buổi học LT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Lớp LT </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extLst>
                  <a:ext uri="{0D108BD9-81ED-4DB2-BD59-A6C34878D82A}">
                    <a16:rowId xmlns:a16="http://schemas.microsoft.com/office/drawing/2014/main" val="3247241301"/>
                  </a:ext>
                </a:extLst>
              </a:tr>
              <a:tr h="640080">
                <a:tc vMerge="1">
                  <a:txBody>
                    <a:bodyPr/>
                    <a:lstStyle/>
                    <a:p>
                      <a:endParaRPr lang="en-US"/>
                    </a:p>
                  </a:txBody>
                  <a:tcPr/>
                </a:tc>
                <a:tc>
                  <a:txBody>
                    <a:bodyPr/>
                    <a:lstStyle/>
                    <a:p>
                      <a:pPr>
                        <a:spcBef>
                          <a:spcPts val="300"/>
                        </a:spcBef>
                        <a:spcAft>
                          <a:spcPts val="300"/>
                        </a:spcAft>
                      </a:pPr>
                      <a:r>
                        <a:rPr lang="en-US" sz="1600" dirty="0" err="1">
                          <a:effectLst/>
                          <a:latin typeface="Times New Roman" panose="02020603050405020304" pitchFamily="18" charset="0"/>
                          <a:cs typeface="Times New Roman" panose="02020603050405020304" pitchFamily="18" charset="0"/>
                        </a:rPr>
                        <a:t>Chuyên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cần</a:t>
                      </a:r>
                      <a:r>
                        <a:rPr lang="en-US" sz="1600" dirty="0">
                          <a:effectLst/>
                          <a:latin typeface="Times New Roman" panose="02020603050405020304" pitchFamily="18" charset="0"/>
                          <a:cs typeface="Times New Roman" panose="02020603050405020304" pitchFamily="18" charset="0"/>
                        </a:rPr>
                        <a:t> TH (</a:t>
                      </a:r>
                      <a:r>
                        <a:rPr lang="en-US" sz="1600" dirty="0" err="1">
                          <a:effectLst/>
                          <a:latin typeface="Times New Roman" panose="02020603050405020304" pitchFamily="18" charset="0"/>
                          <a:cs typeface="Times New Roman" panose="02020603050405020304" pitchFamily="18" charset="0"/>
                        </a:rPr>
                        <a:t>Điểm</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danh</a:t>
                      </a:r>
                      <a:r>
                        <a:rPr lang="en-US" sz="1600" dirty="0">
                          <a:effectLst/>
                          <a:latin typeface="Times New Roman" panose="02020603050405020304" pitchFamily="18" charset="0"/>
                          <a:cs typeface="Times New Roman" panose="02020603050405020304" pitchFamily="18" charset="0"/>
                        </a:rPr>
                        <a:t>/</a:t>
                      </a:r>
                      <a:r>
                        <a:rPr lang="en-US" sz="1600" dirty="0" err="1">
                          <a:effectLst/>
                          <a:latin typeface="Times New Roman" panose="02020603050405020304" pitchFamily="18" charset="0"/>
                          <a:cs typeface="Times New Roman" panose="02020603050405020304" pitchFamily="18" charset="0"/>
                        </a:rPr>
                        <a:t>thực</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hành</a:t>
                      </a:r>
                      <a:r>
                        <a:rPr lang="en-US" sz="1600" dirty="0">
                          <a:effectLst/>
                          <a:latin typeface="Times New Roman" panose="02020603050405020304" pitchFamily="18" charset="0"/>
                          <a:cs typeface="Times New Roman" panose="02020603050405020304" pitchFamily="18" charset="0"/>
                        </a:rPr>
                        <a:t>)</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400">
                          <a:effectLst/>
                          <a:latin typeface="Times New Roman" panose="02020603050405020304" pitchFamily="18" charset="0"/>
                          <a:cs typeface="Times New Roman" panose="02020603050405020304" pitchFamily="18" charset="0"/>
                        </a:rPr>
                        <a:t>10%</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Mỗi buổi học TH</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 Lớp TH</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extLst>
                  <a:ext uri="{0D108BD9-81ED-4DB2-BD59-A6C34878D82A}">
                    <a16:rowId xmlns:a16="http://schemas.microsoft.com/office/drawing/2014/main" val="219493980"/>
                  </a:ext>
                </a:extLst>
              </a:tr>
              <a:tr h="457200">
                <a:tc vMerge="1">
                  <a:txBody>
                    <a:bodyPr/>
                    <a:lstStyle/>
                    <a:p>
                      <a:endParaRPr lang="en-US"/>
                    </a:p>
                  </a:txBody>
                  <a:tcPr/>
                </a:tc>
                <a:tc>
                  <a:txBody>
                    <a:bodyPr/>
                    <a:lstStyle/>
                    <a:p>
                      <a:pPr>
                        <a:spcBef>
                          <a:spcPts val="300"/>
                        </a:spcBef>
                        <a:spcAft>
                          <a:spcPts val="300"/>
                        </a:spcAft>
                      </a:pPr>
                      <a:r>
                        <a:rPr lang="en-US" sz="1600">
                          <a:effectLst/>
                          <a:latin typeface="Times New Roman" panose="02020603050405020304" pitchFamily="18" charset="0"/>
                          <a:cs typeface="Times New Roman" panose="02020603050405020304" pitchFamily="18" charset="0"/>
                        </a:rPr>
                        <a:t>Kiểm tra thường xuyên lớp LT (Trắc nghiệm)</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15%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marL="0" indent="0" algn="ctr">
                        <a:spcBef>
                          <a:spcPts val="300"/>
                        </a:spcBef>
                        <a:spcAft>
                          <a:spcPts val="300"/>
                        </a:spcAft>
                      </a:pPr>
                      <a:r>
                        <a:rPr lang="en-US" sz="1600">
                          <a:effectLst/>
                          <a:latin typeface="Times New Roman" panose="02020603050405020304" pitchFamily="18" charset="0"/>
                          <a:cs typeface="Times New Roman" panose="02020603050405020304" pitchFamily="18" charset="0"/>
                        </a:rPr>
                        <a:t>Sau mỗi chương</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r>
                        <a:rPr lang="en-US" sz="1600">
                          <a:effectLst/>
                          <a:latin typeface="Times New Roman" panose="02020603050405020304" pitchFamily="18" charset="0"/>
                          <a:cs typeface="Times New Roman" panose="02020603050405020304" pitchFamily="18" charset="0"/>
                        </a:rPr>
                        <a:t>Lớp LT</a:t>
                      </a:r>
                      <a:endParaRPr lang="en-US" sz="1600"/>
                    </a:p>
                  </a:txBody>
                  <a:tcPr marL="50860" marR="50860" marT="0" marB="0" anchor="ctr"/>
                </a:tc>
                <a:extLst>
                  <a:ext uri="{0D108BD9-81ED-4DB2-BD59-A6C34878D82A}">
                    <a16:rowId xmlns:a16="http://schemas.microsoft.com/office/drawing/2014/main" val="3493023219"/>
                  </a:ext>
                </a:extLst>
              </a:tr>
              <a:tr h="457200">
                <a:tc vMerge="1">
                  <a:txBody>
                    <a:bodyPr/>
                    <a:lstStyle/>
                    <a:p>
                      <a:endParaRPr lang="en-US"/>
                    </a:p>
                  </a:txBody>
                  <a:tcPr/>
                </a:tc>
                <a:tc>
                  <a:txBody>
                    <a:bodyPr/>
                    <a:lstStyle/>
                    <a:p>
                      <a:pPr>
                        <a:spcBef>
                          <a:spcPts val="300"/>
                        </a:spcBef>
                        <a:spcAft>
                          <a:spcPts val="300"/>
                        </a:spcAft>
                      </a:pPr>
                      <a:r>
                        <a:rPr lang="en-US" sz="1600">
                          <a:effectLst/>
                          <a:latin typeface="Times New Roman" panose="02020603050405020304" pitchFamily="18" charset="0"/>
                          <a:cs typeface="Times New Roman" panose="02020603050405020304" pitchFamily="18" charset="0"/>
                        </a:rPr>
                        <a:t>Báo cáo thu hoạch (Hội thảo)</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10%</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marL="0" indent="0" algn="ctr">
                        <a:spcBef>
                          <a:spcPts val="300"/>
                        </a:spcBef>
                        <a:spcAft>
                          <a:spcPts val="300"/>
                        </a:spcAft>
                      </a:pPr>
                      <a:r>
                        <a:rPr lang="en-US" sz="1600">
                          <a:effectLst/>
                          <a:latin typeface="Times New Roman" panose="02020603050405020304" pitchFamily="18" charset="0"/>
                          <a:cs typeface="Times New Roman" panose="02020603050405020304" pitchFamily="18" charset="0"/>
                        </a:rPr>
                        <a:t>Sau buổi hội thảo</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r>
                        <a:rPr lang="en-US" sz="1600">
                          <a:effectLst/>
                          <a:latin typeface="Times New Roman" panose="02020603050405020304" pitchFamily="18" charset="0"/>
                          <a:cs typeface="Times New Roman" panose="02020603050405020304" pitchFamily="18" charset="0"/>
                        </a:rPr>
                        <a:t>Lớp LT</a:t>
                      </a:r>
                      <a:endParaRPr lang="en-US" sz="1600"/>
                    </a:p>
                  </a:txBody>
                  <a:tcPr marL="50860" marR="50860" marT="0" marB="0" anchor="ctr"/>
                </a:tc>
                <a:extLst>
                  <a:ext uri="{0D108BD9-81ED-4DB2-BD59-A6C34878D82A}">
                    <a16:rowId xmlns:a16="http://schemas.microsoft.com/office/drawing/2014/main" val="16638187"/>
                  </a:ext>
                </a:extLst>
              </a:tr>
              <a:tr h="457200">
                <a:tc vMerge="1">
                  <a:txBody>
                    <a:bodyPr/>
                    <a:lstStyle/>
                    <a:p>
                      <a:endParaRPr lang="en-US"/>
                    </a:p>
                  </a:txBody>
                  <a:tcPr/>
                </a:tc>
                <a:tc>
                  <a:txBody>
                    <a:bodyPr/>
                    <a:lstStyle/>
                    <a:p>
                      <a:pPr>
                        <a:spcBef>
                          <a:spcPts val="300"/>
                        </a:spcBef>
                        <a:spcAft>
                          <a:spcPts val="300"/>
                        </a:spcAft>
                      </a:pPr>
                      <a:r>
                        <a:rPr lang="en-US" sz="1600">
                          <a:effectLst/>
                          <a:latin typeface="Times New Roman" panose="02020603050405020304" pitchFamily="18" charset="0"/>
                          <a:cs typeface="Times New Roman" panose="02020603050405020304" pitchFamily="18" charset="0"/>
                        </a:rPr>
                        <a:t>Hoàn thành khóa học Google AI Essentials (Coursera)</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20%</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marL="0" indent="0" algn="ctr">
                        <a:spcBef>
                          <a:spcPts val="300"/>
                        </a:spcBef>
                        <a:spcAft>
                          <a:spcPts val="300"/>
                        </a:spcAft>
                      </a:pPr>
                      <a:r>
                        <a:rPr lang="en-US" sz="1600">
                          <a:effectLst/>
                          <a:latin typeface="Times New Roman" panose="02020603050405020304" pitchFamily="18" charset="0"/>
                          <a:cs typeface="Times New Roman" panose="02020603050405020304" pitchFamily="18" charset="0"/>
                        </a:rPr>
                        <a:t>Sau bài 5, 6</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r>
                        <a:rPr lang="en-US" sz="1600">
                          <a:effectLst/>
                          <a:latin typeface="Times New Roman" panose="02020603050405020304" pitchFamily="18" charset="0"/>
                          <a:cs typeface="Times New Roman" panose="02020603050405020304" pitchFamily="18" charset="0"/>
                        </a:rPr>
                        <a:t>Lớp LT</a:t>
                      </a:r>
                      <a:endParaRPr lang="en-US" sz="1600"/>
                    </a:p>
                  </a:txBody>
                  <a:tcPr marL="50860" marR="50860" marT="0" marB="0" anchor="ctr"/>
                </a:tc>
                <a:extLst>
                  <a:ext uri="{0D108BD9-81ED-4DB2-BD59-A6C34878D82A}">
                    <a16:rowId xmlns:a16="http://schemas.microsoft.com/office/drawing/2014/main" val="3777445235"/>
                  </a:ext>
                </a:extLst>
              </a:tr>
              <a:tr h="640080">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Cuối kỳ</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spcBef>
                          <a:spcPts val="300"/>
                        </a:spcBef>
                        <a:spcAft>
                          <a:spcPts val="300"/>
                        </a:spcAft>
                      </a:pPr>
                      <a:r>
                        <a:rPr lang="en-US" sz="1600">
                          <a:effectLst/>
                          <a:latin typeface="Times New Roman" panose="02020603050405020304" pitchFamily="18" charset="0"/>
                          <a:cs typeface="Times New Roman" panose="02020603050405020304" pitchFamily="18" charset="0"/>
                        </a:rPr>
                        <a:t>Trắc nghiệm</a:t>
                      </a:r>
                      <a:endParaRPr lang="en-US" sz="2000">
                        <a:effectLst/>
                        <a:latin typeface="Times New Roman" panose="02020603050405020304" pitchFamily="18" charset="0"/>
                        <a:cs typeface="Times New Roman" panose="02020603050405020304" pitchFamily="18" charset="0"/>
                      </a:endParaRPr>
                    </a:p>
                    <a:p>
                      <a:pPr>
                        <a:spcBef>
                          <a:spcPts val="300"/>
                        </a:spcBef>
                        <a:spcAft>
                          <a:spcPts val="300"/>
                        </a:spcAft>
                      </a:pPr>
                      <a:r>
                        <a:rPr lang="en-US" sz="1400">
                          <a:solidFill>
                            <a:srgbClr val="FF0000"/>
                          </a:solidFill>
                          <a:effectLst/>
                          <a:latin typeface="Times New Roman" panose="02020603050405020304" pitchFamily="18" charset="0"/>
                          <a:cs typeface="Times New Roman" panose="02020603050405020304" pitchFamily="18" charset="0"/>
                        </a:rPr>
                        <a:t>ĐƯỢC THI LẦN 2</a:t>
                      </a:r>
                      <a:endParaRPr lang="en-US" sz="200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40%</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spcBef>
                          <a:spcPts val="300"/>
                        </a:spcBef>
                        <a:spcAft>
                          <a:spcPts val="300"/>
                        </a:spcAft>
                      </a:pPr>
                      <a:r>
                        <a:rPr lang="en-US" sz="1800">
                          <a:effectLst/>
                          <a:latin typeface="Times New Roman" panose="02020603050405020304" pitchFamily="18" charset="0"/>
                          <a:cs typeface="Times New Roman" panose="02020603050405020304" pitchFamily="18" charset="0"/>
                        </a:rPr>
                        <a:t>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marL="0" indent="0" algn="ctr">
                        <a:spcBef>
                          <a:spcPts val="300"/>
                        </a:spcBef>
                        <a:spcAft>
                          <a:spcPts val="300"/>
                        </a:spcAft>
                      </a:pPr>
                      <a:r>
                        <a:rPr lang="en-US" sz="1600">
                          <a:effectLst/>
                          <a:latin typeface="Times New Roman" panose="02020603050405020304" pitchFamily="18" charset="0"/>
                          <a:cs typeface="Times New Roman" panose="02020603050405020304" pitchFamily="18" charset="0"/>
                        </a:rPr>
                        <a:t>Cuối kỳ</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lgn="ctr"/>
                      <a:r>
                        <a:rPr lang="en-US" sz="1600">
                          <a:effectLst/>
                          <a:latin typeface="Times New Roman" panose="02020603050405020304" pitchFamily="18" charset="0"/>
                          <a:cs typeface="Times New Roman" panose="02020603050405020304" pitchFamily="18" charset="0"/>
                        </a:rPr>
                        <a:t>TT Khảo thí</a:t>
                      </a:r>
                      <a:endParaRPr lang="en-US" sz="1600"/>
                    </a:p>
                  </a:txBody>
                  <a:tcPr marL="50860" marR="50860" marT="0" marB="0" anchor="ctr"/>
                </a:tc>
                <a:extLst>
                  <a:ext uri="{0D108BD9-81ED-4DB2-BD59-A6C34878D82A}">
                    <a16:rowId xmlns:a16="http://schemas.microsoft.com/office/drawing/2014/main" val="2236936"/>
                  </a:ext>
                </a:extLst>
              </a:tr>
              <a:tr h="457200">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 </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tc>
                <a:tc>
                  <a:txBody>
                    <a:bodyPr/>
                    <a:lstStyle/>
                    <a:p>
                      <a:pPr>
                        <a:spcBef>
                          <a:spcPts val="300"/>
                        </a:spcBef>
                        <a:spcAft>
                          <a:spcPts val="300"/>
                        </a:spcAft>
                      </a:pPr>
                      <a:r>
                        <a:rPr lang="en-US" sz="1600" b="1">
                          <a:effectLst/>
                          <a:latin typeface="Times New Roman" panose="02020603050405020304" pitchFamily="18" charset="0"/>
                          <a:cs typeface="Times New Roman" panose="02020603050405020304" pitchFamily="18" charset="0"/>
                        </a:rPr>
                        <a:t>TỔNG</a:t>
                      </a:r>
                      <a:endParaRPr lang="en-US"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solidFill>
                      <a:schemeClr val="accent2">
                        <a:lumMod val="20000"/>
                        <a:lumOff val="80000"/>
                      </a:schemeClr>
                    </a:solidFill>
                  </a:tcPr>
                </a:tc>
                <a:tc>
                  <a:txBody>
                    <a:bodyPr/>
                    <a:lstStyle/>
                    <a:p>
                      <a:pPr algn="ctr">
                        <a:spcBef>
                          <a:spcPts val="300"/>
                        </a:spcBef>
                        <a:spcAft>
                          <a:spcPts val="300"/>
                        </a:spcAft>
                      </a:pPr>
                      <a:r>
                        <a:rPr lang="en-US" sz="1600" b="1">
                          <a:effectLst/>
                          <a:latin typeface="Times New Roman" panose="02020603050405020304" pitchFamily="18" charset="0"/>
                          <a:cs typeface="Times New Roman" panose="02020603050405020304" pitchFamily="18" charset="0"/>
                        </a:rPr>
                        <a:t>100%</a:t>
                      </a:r>
                      <a:endParaRPr lang="en-US"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solidFill>
                      <a:schemeClr val="accent2">
                        <a:lumMod val="20000"/>
                        <a:lumOff val="80000"/>
                      </a:schemeClr>
                    </a:solidFill>
                  </a:tcPr>
                </a:tc>
                <a:tc>
                  <a:txBody>
                    <a:bodyPr/>
                    <a:lstStyle/>
                    <a:p>
                      <a:pPr algn="ctr">
                        <a:spcBef>
                          <a:spcPts val="300"/>
                        </a:spcBef>
                        <a:spcAft>
                          <a:spcPts val="300"/>
                        </a:spcAft>
                      </a:pPr>
                      <a:r>
                        <a:rPr lang="en-US" sz="1600" b="1">
                          <a:effectLst/>
                          <a:latin typeface="Times New Roman" panose="02020603050405020304" pitchFamily="18" charset="0"/>
                          <a:cs typeface="Times New Roman" panose="02020603050405020304" pitchFamily="18" charset="0"/>
                        </a:rPr>
                        <a:t> </a:t>
                      </a:r>
                      <a:endParaRPr lang="en-US"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solidFill>
                      <a:schemeClr val="accent2">
                        <a:lumMod val="20000"/>
                        <a:lumOff val="80000"/>
                      </a:schemeClr>
                    </a:solidFill>
                  </a:tcPr>
                </a:tc>
                <a:tc>
                  <a:txBody>
                    <a:bodyPr/>
                    <a:lstStyle/>
                    <a:p>
                      <a:pPr algn="ctr">
                        <a:spcBef>
                          <a:spcPts val="300"/>
                        </a:spcBef>
                        <a:spcAft>
                          <a:spcPts val="300"/>
                        </a:spcAft>
                      </a:pPr>
                      <a:r>
                        <a:rPr lang="en-US" sz="1600" b="1">
                          <a:effectLst/>
                          <a:latin typeface="Times New Roman" panose="02020603050405020304" pitchFamily="18" charset="0"/>
                          <a:cs typeface="Times New Roman" panose="02020603050405020304" pitchFamily="18" charset="0"/>
                        </a:rPr>
                        <a:t> </a:t>
                      </a:r>
                      <a:endParaRPr lang="en-US"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solidFill>
                      <a:schemeClr val="accent2">
                        <a:lumMod val="20000"/>
                        <a:lumOff val="80000"/>
                      </a:schemeClr>
                    </a:solidFill>
                  </a:tcPr>
                </a:tc>
                <a:tc>
                  <a:txBody>
                    <a:bodyPr/>
                    <a:lstStyle/>
                    <a:p>
                      <a:pPr algn="ctr">
                        <a:spcBef>
                          <a:spcPts val="300"/>
                        </a:spcBef>
                        <a:spcAft>
                          <a:spcPts val="300"/>
                        </a:spcAft>
                      </a:pPr>
                      <a:r>
                        <a:rPr lang="en-US" sz="1600" b="1">
                          <a:effectLst/>
                          <a:latin typeface="Times New Roman" panose="02020603050405020304" pitchFamily="18" charset="0"/>
                          <a:cs typeface="Times New Roman" panose="02020603050405020304" pitchFamily="18" charset="0"/>
                        </a:rPr>
                        <a:t> </a:t>
                      </a:r>
                      <a:endParaRPr lang="en-US"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solidFill>
                      <a:schemeClr val="accent2">
                        <a:lumMod val="20000"/>
                        <a:lumOff val="80000"/>
                      </a:schemeClr>
                    </a:solidFill>
                  </a:tcPr>
                </a:tc>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 </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solidFill>
                      <a:schemeClr val="accent2">
                        <a:lumMod val="20000"/>
                        <a:lumOff val="80000"/>
                      </a:schemeClr>
                    </a:solidFill>
                  </a:tcPr>
                </a:tc>
                <a:tc>
                  <a:txBody>
                    <a:bodyPr/>
                    <a:lstStyle/>
                    <a:p>
                      <a:pPr algn="ctr">
                        <a:spcBef>
                          <a:spcPts val="300"/>
                        </a:spcBef>
                        <a:spcAft>
                          <a:spcPts val="300"/>
                        </a:spcAft>
                      </a:pPr>
                      <a:r>
                        <a:rPr lang="en-US" sz="1600">
                          <a:effectLst/>
                          <a:latin typeface="Times New Roman" panose="02020603050405020304" pitchFamily="18" charset="0"/>
                          <a:cs typeface="Times New Roman" panose="02020603050405020304" pitchFamily="18" charset="0"/>
                        </a:rPr>
                        <a:t> </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solidFill>
                      <a:schemeClr val="accent2">
                        <a:lumMod val="20000"/>
                        <a:lumOff val="80000"/>
                      </a:schemeClr>
                    </a:solidFill>
                  </a:tcPr>
                </a:tc>
                <a:tc>
                  <a:txBody>
                    <a:bodyPr/>
                    <a:lstStyle/>
                    <a:p>
                      <a:pPr marL="457200" algn="ctr">
                        <a:spcBef>
                          <a:spcPts val="300"/>
                        </a:spcBef>
                        <a:spcAft>
                          <a:spcPts val="300"/>
                        </a:spcAft>
                      </a:pPr>
                      <a:r>
                        <a:rPr lang="en-US" sz="1600">
                          <a:effectLst/>
                          <a:latin typeface="Times New Roman" panose="02020603050405020304" pitchFamily="18" charset="0"/>
                          <a:cs typeface="Times New Roman" panose="02020603050405020304" pitchFamily="18" charset="0"/>
                        </a:rPr>
                        <a:t> </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0860" marR="50860" marT="0" marB="0" anchor="ctr">
                    <a:solidFill>
                      <a:schemeClr val="accent2">
                        <a:lumMod val="20000"/>
                        <a:lumOff val="80000"/>
                      </a:schemeClr>
                    </a:solidFill>
                  </a:tcPr>
                </a:tc>
                <a:tc>
                  <a:txBody>
                    <a:bodyPr/>
                    <a:lstStyle/>
                    <a:p>
                      <a:r>
                        <a:rPr lang="en-US" sz="1600" dirty="0">
                          <a:effectLst/>
                          <a:latin typeface="Times New Roman" panose="02020603050405020304" pitchFamily="18" charset="0"/>
                          <a:cs typeface="Times New Roman" panose="02020603050405020304" pitchFamily="18" charset="0"/>
                        </a:rPr>
                        <a:t> </a:t>
                      </a:r>
                      <a:endParaRPr lang="en-US" dirty="0"/>
                    </a:p>
                  </a:txBody>
                  <a:tcPr marL="50860" marR="50860" marT="0" marB="0">
                    <a:solidFill>
                      <a:schemeClr val="accent2">
                        <a:lumMod val="20000"/>
                        <a:lumOff val="80000"/>
                      </a:schemeClr>
                    </a:solidFill>
                  </a:tcPr>
                </a:tc>
                <a:extLst>
                  <a:ext uri="{0D108BD9-81ED-4DB2-BD59-A6C34878D82A}">
                    <a16:rowId xmlns:a16="http://schemas.microsoft.com/office/drawing/2014/main" val="2480649076"/>
                  </a:ext>
                </a:extLst>
              </a:tr>
            </a:tbl>
          </a:graphicData>
        </a:graphic>
      </p:graphicFrame>
    </p:spTree>
    <p:extLst>
      <p:ext uri="{BB962C8B-B14F-4D97-AF65-F5344CB8AC3E}">
        <p14:creationId xmlns:p14="http://schemas.microsoft.com/office/powerpoint/2010/main" val="989434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EDD33-35A3-4950-AE06-7A6BB54603B3}"/>
              </a:ext>
            </a:extLst>
          </p:cNvPr>
          <p:cNvSpPr>
            <a:spLocks noGrp="1"/>
          </p:cNvSpPr>
          <p:nvPr>
            <p:ph type="title"/>
          </p:nvPr>
        </p:nvSpPr>
        <p:spPr>
          <a:xfrm>
            <a:off x="1066800" y="103278"/>
            <a:ext cx="10058400" cy="920405"/>
          </a:xfrm>
        </p:spPr>
        <p:txBody>
          <a:bodyPr/>
          <a:lstStyle/>
          <a:p>
            <a:pPr algn="ctr"/>
            <a:r>
              <a:rPr lang="en-US" b="1">
                <a:solidFill>
                  <a:srgbClr val="0070C0"/>
                </a:solidFill>
              </a:rPr>
              <a:t>GIÁO TRÌNH - TÀI LIỆU THAM KHẢO</a:t>
            </a:r>
          </a:p>
        </p:txBody>
      </p:sp>
      <p:sp>
        <p:nvSpPr>
          <p:cNvPr id="6" name="TextBox 5">
            <a:extLst>
              <a:ext uri="{FF2B5EF4-FFF2-40B4-BE49-F238E27FC236}">
                <a16:creationId xmlns:a16="http://schemas.microsoft.com/office/drawing/2014/main" id="{73671125-D8DC-4356-B1DE-17F403C82CD8}"/>
              </a:ext>
            </a:extLst>
          </p:cNvPr>
          <p:cNvSpPr txBox="1"/>
          <p:nvPr/>
        </p:nvSpPr>
        <p:spPr>
          <a:xfrm>
            <a:off x="773518" y="1703656"/>
            <a:ext cx="10762807" cy="1017010"/>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pPr marL="395288" marR="0" lvl="0" indent="-342900" algn="just" defTabSz="457200" rtl="0" eaLnBrk="1" fontAlgn="auto" latinLnBrk="0" hangingPunct="1">
              <a:lnSpc>
                <a:spcPct val="120000"/>
              </a:lnSpc>
              <a:spcBef>
                <a:spcPts val="6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Giáo trình Information Technology Essentials, Eric Frick, 2019</a:t>
            </a:r>
          </a:p>
          <a:p>
            <a:pPr marL="396875" marR="0" lvl="0" indent="-344488" algn="just" defTabSz="457200" rtl="0" eaLnBrk="1" fontAlgn="auto" latinLnBrk="0" hangingPunct="1">
              <a:lnSpc>
                <a:spcPct val="120000"/>
              </a:lnSpc>
              <a:spcBef>
                <a:spcPts val="600"/>
              </a:spcBef>
              <a:spcAft>
                <a:spcPts val="0"/>
              </a:spcAft>
              <a:buClrTx/>
              <a:buSzTx/>
              <a:buFont typeface="Wingdings" panose="05000000000000000000" pitchFamily="2" charset="2"/>
              <a:buChar char="Ø"/>
              <a:tabLst/>
              <a:defRPr/>
            </a:pPr>
            <a:r>
              <a:rPr lang="en-US" sz="2400">
                <a:effectLst/>
                <a:latin typeface="Times New Roman" panose="02020603050405020304" pitchFamily="18" charset="0"/>
                <a:ea typeface="Calibri" panose="020F0502020204030204" pitchFamily="34" charset="0"/>
              </a:rPr>
              <a:t>Computer Science An Overview 13th, </a:t>
            </a:r>
            <a:r>
              <a:rPr lang="en-US" sz="2400" err="1">
                <a:effectLst/>
                <a:latin typeface="Times New Roman" panose="02020603050405020304" pitchFamily="18" charset="0"/>
                <a:ea typeface="Calibri" panose="020F0502020204030204" pitchFamily="34" charset="0"/>
              </a:rPr>
              <a:t>J.Glenn</a:t>
            </a:r>
            <a:r>
              <a:rPr lang="en-US" sz="2400">
                <a:effectLst/>
                <a:latin typeface="Times New Roman" panose="02020603050405020304" pitchFamily="18" charset="0"/>
                <a:ea typeface="Calibri" panose="020F0502020204030204" pitchFamily="34" charset="0"/>
              </a:rPr>
              <a:t> </a:t>
            </a:r>
            <a:r>
              <a:rPr lang="en-US" sz="2400" err="1">
                <a:effectLst/>
                <a:latin typeface="Times New Roman" panose="02020603050405020304" pitchFamily="18" charset="0"/>
                <a:ea typeface="Calibri" panose="020F0502020204030204" pitchFamily="34" charset="0"/>
              </a:rPr>
              <a:t>Brookshear</a:t>
            </a:r>
            <a:r>
              <a:rPr lang="en-US" sz="2400">
                <a:effectLst/>
                <a:latin typeface="Times New Roman" panose="02020603050405020304" pitchFamily="18" charset="0"/>
                <a:ea typeface="Calibri" panose="020F0502020204030204" pitchFamily="34" charset="0"/>
              </a:rPr>
              <a:t>, Dennis </a:t>
            </a:r>
            <a:r>
              <a:rPr lang="en-US" sz="2400" err="1">
                <a:effectLst/>
                <a:latin typeface="Times New Roman" panose="02020603050405020304" pitchFamily="18" charset="0"/>
                <a:ea typeface="Calibri" panose="020F0502020204030204" pitchFamily="34" charset="0"/>
              </a:rPr>
              <a:t>Brylow</a:t>
            </a:r>
            <a:r>
              <a:rPr lang="en-US" sz="2400">
                <a:effectLst/>
                <a:latin typeface="Times New Roman" panose="02020603050405020304" pitchFamily="18" charset="0"/>
                <a:ea typeface="Calibri" panose="020F0502020204030204" pitchFamily="34" charset="0"/>
              </a:rPr>
              <a:t>, 2020</a:t>
            </a:r>
            <a:r>
              <a:rPr kumimoji="0" lang="en-US" sz="24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8" name="TextBox 7">
            <a:extLst>
              <a:ext uri="{FF2B5EF4-FFF2-40B4-BE49-F238E27FC236}">
                <a16:creationId xmlns:a16="http://schemas.microsoft.com/office/drawing/2014/main" id="{EA791FFC-DDAD-483E-A37E-C209AB445B32}"/>
              </a:ext>
            </a:extLst>
          </p:cNvPr>
          <p:cNvSpPr txBox="1"/>
          <p:nvPr/>
        </p:nvSpPr>
        <p:spPr>
          <a:xfrm>
            <a:off x="773518" y="3378301"/>
            <a:ext cx="10762807" cy="303012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342900" marR="0" lvl="0" indent="-342900" algn="just" defTabSz="457200" rtl="0" eaLnBrk="1" fontAlgn="auto" latinLnBrk="0" hangingPunct="1">
              <a:lnSpc>
                <a:spcPct val="120000"/>
              </a:lnSpc>
              <a:spcBef>
                <a:spcPts val="600"/>
              </a:spcBef>
              <a:spcAft>
                <a:spcPts val="0"/>
              </a:spcAft>
              <a:buClrTx/>
              <a:buSzTx/>
              <a:buFont typeface="Wingdings" panose="05000000000000000000" pitchFamily="2" charset="2"/>
              <a:buChar char="Ø"/>
              <a:tabLst/>
              <a:defRPr/>
            </a:pPr>
            <a:r>
              <a:rPr kumimoji="0" lang="vi-VN" sz="2000" b="0" i="0" u="none" strike="noStrike" kern="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Luật sở hữu trí tuệ Việt Nam, http://www.vietlaw.gov.vn/LAWNET/</a:t>
            </a:r>
          </a:p>
          <a:p>
            <a:pPr marL="342900" marR="0" lvl="0" indent="-342900" algn="just" defTabSz="457200" rtl="0" eaLnBrk="1" fontAlgn="auto" latinLnBrk="0" hangingPunct="1">
              <a:lnSpc>
                <a:spcPct val="120000"/>
              </a:lnSpc>
              <a:spcBef>
                <a:spcPts val="600"/>
              </a:spcBef>
              <a:spcAft>
                <a:spcPts val="0"/>
              </a:spcAft>
              <a:buClrTx/>
              <a:buSzTx/>
              <a:buFont typeface="Wingdings" panose="05000000000000000000" pitchFamily="2" charset="2"/>
              <a:buChar char="Ø"/>
              <a:tabLst/>
              <a:defRPr/>
            </a:pPr>
            <a:r>
              <a:rPr kumimoji="0" lang="vi-VN" sz="2000" b="0" i="0" u="none" strike="noStrike" kern="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“Tự học lập trình Python căn bản” nhà xuất bản Đại Học Quốc Gia TP. HCM 2019</a:t>
            </a:r>
          </a:p>
          <a:p>
            <a:pPr marL="342900" marR="0" lvl="0" indent="-342900" algn="just" defTabSz="457200" rtl="0" eaLnBrk="1" fontAlgn="auto" latinLnBrk="0" hangingPunct="1">
              <a:lnSpc>
                <a:spcPct val="120000"/>
              </a:lnSpc>
              <a:spcBef>
                <a:spcPts val="600"/>
              </a:spcBef>
              <a:spcAft>
                <a:spcPts val="0"/>
              </a:spcAft>
              <a:buClrTx/>
              <a:buSzTx/>
              <a:buFont typeface="Wingdings" panose="05000000000000000000" pitchFamily="2" charset="2"/>
              <a:buChar char="Ø"/>
              <a:tabLst/>
              <a:defRPr/>
            </a:pPr>
            <a:r>
              <a:rPr kumimoji="0" lang="vi-VN" sz="2000" b="0" i="0" u="none" strike="noStrike" kern="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Information Technology  An Introduction for Today’s Digital World by Fox, Richard 2013</a:t>
            </a:r>
          </a:p>
          <a:p>
            <a:pPr marL="342900" marR="0" lvl="0" indent="-342900" algn="just" defTabSz="457200" rtl="0" eaLnBrk="1" fontAlgn="auto" latinLnBrk="0" hangingPunct="1">
              <a:lnSpc>
                <a:spcPct val="120000"/>
              </a:lnSpc>
              <a:spcBef>
                <a:spcPts val="600"/>
              </a:spcBef>
              <a:spcAft>
                <a:spcPts val="0"/>
              </a:spcAft>
              <a:buClrTx/>
              <a:buSzTx/>
              <a:buFont typeface="Wingdings" panose="05000000000000000000" pitchFamily="2" charset="2"/>
              <a:buChar char="Ø"/>
              <a:tabLst/>
              <a:defRPr/>
            </a:pPr>
            <a:r>
              <a:rPr kumimoji="0" lang="vi-VN" sz="2000" b="0" i="0" u="none" strike="noStrike" kern="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Tin học cơ bản và ứng dụng, NXB Khoa học và kỹ thuật  2019</a:t>
            </a:r>
          </a:p>
          <a:p>
            <a:pPr marL="342900" marR="0" lvl="0" indent="-342900" algn="just" defTabSz="457200" rtl="0" eaLnBrk="1" fontAlgn="auto" latinLnBrk="0" hangingPunct="1">
              <a:lnSpc>
                <a:spcPct val="120000"/>
              </a:lnSpc>
              <a:spcBef>
                <a:spcPts val="600"/>
              </a:spcBef>
              <a:spcAft>
                <a:spcPts val="0"/>
              </a:spcAft>
              <a:buClrTx/>
              <a:buSzTx/>
              <a:buFont typeface="Wingdings" panose="05000000000000000000" pitchFamily="2" charset="2"/>
              <a:buChar char="Ø"/>
              <a:tabLst/>
              <a:defRPr/>
            </a:pPr>
            <a:r>
              <a:rPr kumimoji="0" lang="vi-VN" sz="2000" b="0" i="0" u="none" strike="noStrike" kern="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“Hệ quản trị Cơ sở dữ liệu” của Nhà xuất bản ĐH Quốc Gia TP Hồ Chí Minh ( Tác giả : Dương Anh Tuấn, Nguyễn Trung Trực).</a:t>
            </a:r>
          </a:p>
          <a:p>
            <a:pPr marL="342900" marR="0" lvl="0" indent="-342900" algn="just" defTabSz="457200" rtl="0" eaLnBrk="1" fontAlgn="auto" latinLnBrk="0" hangingPunct="1">
              <a:lnSpc>
                <a:spcPct val="120000"/>
              </a:lnSpc>
              <a:spcBef>
                <a:spcPts val="600"/>
              </a:spcBef>
              <a:spcAft>
                <a:spcPts val="0"/>
              </a:spcAft>
              <a:buClrTx/>
              <a:buSzTx/>
              <a:buFont typeface="Wingdings" panose="05000000000000000000" pitchFamily="2" charset="2"/>
              <a:buChar char="Ø"/>
              <a:tabLst/>
              <a:defRPr/>
            </a:pPr>
            <a:r>
              <a:rPr kumimoji="0" lang="vi-VN" sz="2000" b="0" i="0" u="none" strike="noStrike" kern="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HTML and CSS : Design and Build Websites – Jon Duckett</a:t>
            </a:r>
          </a:p>
        </p:txBody>
      </p:sp>
    </p:spTree>
    <p:extLst>
      <p:ext uri="{BB962C8B-B14F-4D97-AF65-F5344CB8AC3E}">
        <p14:creationId xmlns:p14="http://schemas.microsoft.com/office/powerpoint/2010/main" val="21606113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EDD33-35A3-4950-AE06-7A6BB54603B3}"/>
              </a:ext>
            </a:extLst>
          </p:cNvPr>
          <p:cNvSpPr>
            <a:spLocks noGrp="1"/>
          </p:cNvSpPr>
          <p:nvPr>
            <p:ph type="title"/>
          </p:nvPr>
        </p:nvSpPr>
        <p:spPr>
          <a:xfrm>
            <a:off x="1066800" y="103278"/>
            <a:ext cx="10058400" cy="920405"/>
          </a:xfrm>
        </p:spPr>
        <p:txBody>
          <a:bodyPr/>
          <a:lstStyle/>
          <a:p>
            <a:pPr algn="ctr"/>
            <a:r>
              <a:rPr lang="en-US" b="1">
                <a:solidFill>
                  <a:srgbClr val="0070C0"/>
                </a:solidFill>
              </a:rPr>
              <a:t>GIỚI THIỆU TRANG ELEARNING</a:t>
            </a:r>
          </a:p>
        </p:txBody>
      </p:sp>
      <p:sp>
        <p:nvSpPr>
          <p:cNvPr id="6" name="TextBox 5">
            <a:extLst>
              <a:ext uri="{FF2B5EF4-FFF2-40B4-BE49-F238E27FC236}">
                <a16:creationId xmlns:a16="http://schemas.microsoft.com/office/drawing/2014/main" id="{73671125-D8DC-4356-B1DE-17F403C82CD8}"/>
              </a:ext>
            </a:extLst>
          </p:cNvPr>
          <p:cNvSpPr txBox="1"/>
          <p:nvPr/>
        </p:nvSpPr>
        <p:spPr>
          <a:xfrm>
            <a:off x="773518" y="1703656"/>
            <a:ext cx="10762807" cy="2577437"/>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pPr marL="395288" marR="0" lvl="0" indent="-342900" algn="just" defTabSz="457200" rtl="0" eaLnBrk="1" fontAlgn="auto" latinLnBrk="0" hangingPunct="1">
              <a:lnSpc>
                <a:spcPct val="120000"/>
              </a:lnSpc>
              <a:spcBef>
                <a:spcPts val="6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Giới thiệu trang elearning</a:t>
            </a:r>
          </a:p>
          <a:p>
            <a:pPr marL="396875" marR="0" lvl="0" indent="-344488" algn="just" defTabSz="457200" rtl="0" eaLnBrk="1" fontAlgn="auto" latinLnBrk="0" hangingPunct="1">
              <a:lnSpc>
                <a:spcPct val="120000"/>
              </a:lnSpc>
              <a:spcBef>
                <a:spcPts val="600"/>
              </a:spcBef>
              <a:spcAft>
                <a:spcPts val="0"/>
              </a:spcAft>
              <a:buClrTx/>
              <a:buSzTx/>
              <a:buFont typeface="Wingdings" panose="05000000000000000000" pitchFamily="2" charset="2"/>
              <a:buChar char="Ø"/>
              <a:tabLst/>
              <a:defRPr/>
            </a:pPr>
            <a:r>
              <a:rPr lang="en-US" sz="2400">
                <a:effectLst/>
                <a:latin typeface="Times New Roman" panose="02020603050405020304" pitchFamily="18" charset="0"/>
                <a:ea typeface="Calibri" panose="020F0502020204030204" pitchFamily="34" charset="0"/>
              </a:rPr>
              <a:t>Yêu cầu đăng nhập trang elearning</a:t>
            </a:r>
          </a:p>
          <a:p>
            <a:pPr marL="854075" lvl="1" indent="-344488" algn="just" defTabSz="457200">
              <a:lnSpc>
                <a:spcPct val="120000"/>
              </a:lnSpc>
              <a:spcBef>
                <a:spcPts val="600"/>
              </a:spcBef>
              <a:buFont typeface="Wingdings" panose="05000000000000000000" pitchFamily="2" charset="2"/>
              <a:buChar char="§"/>
              <a:defRPr/>
            </a:pPr>
            <a:r>
              <a:rPr lang="en-US" sz="2400">
                <a:solidFill>
                  <a:prstClr val="black"/>
                </a:solidFill>
                <a:effectLst/>
                <a:latin typeface="Times New Roman" panose="02020603050405020304" pitchFamily="18" charset="0"/>
                <a:ea typeface="Calibri" panose="020F0502020204030204" pitchFamily="34" charset="0"/>
                <a:cs typeface="Times New Roman" panose="02020603050405020304" pitchFamily="18" charset="0"/>
              </a:rPr>
              <a:t>Đăng nhập</a:t>
            </a:r>
          </a:p>
          <a:p>
            <a:pPr marL="854075" lvl="1" indent="-344488" algn="just" defTabSz="457200">
              <a:lnSpc>
                <a:spcPct val="120000"/>
              </a:lnSpc>
              <a:spcBef>
                <a:spcPts val="600"/>
              </a:spcBef>
              <a:buFont typeface="Wingdings" panose="05000000000000000000" pitchFamily="2" charset="2"/>
              <a:buChar char="§"/>
              <a:defRPr/>
            </a:pPr>
            <a:r>
              <a:rPr kumimoji="0" lang="en-US" sz="2400" b="0" i="0" u="none" strike="noStrike" kern="1200" cap="none" spc="0" normalizeH="0" baseline="0" noProof="0">
                <a:ln>
                  <a:noFill/>
                </a:ln>
                <a:solidFill>
                  <a:prstClr val="black"/>
                </a:solidFill>
                <a:uLnTx/>
                <a:uFillTx/>
                <a:latin typeface="Times New Roman" panose="02020603050405020304" pitchFamily="18" charset="0"/>
                <a:ea typeface="Calibri" panose="020F0502020204030204" pitchFamily="34" charset="0"/>
                <a:cs typeface="Times New Roman" panose="02020603050405020304" pitchFamily="18" charset="0"/>
              </a:rPr>
              <a:t>Nhập Enrolment key: theo quy tắc </a:t>
            </a:r>
            <a:r>
              <a:rPr lang="en-US" sz="2400">
                <a:solidFill>
                  <a:prstClr val="black"/>
                </a:solidFill>
                <a:latin typeface="Times New Roman" panose="02020603050405020304" pitchFamily="18" charset="0"/>
                <a:ea typeface="Calibri" panose="020F0502020204030204" pitchFamily="34" charset="0"/>
                <a:cs typeface="Times New Roman" panose="02020603050405020304" pitchFamily="18" charset="0"/>
              </a:rPr>
              <a:t>cnttK30#0x0y, với x là lớp LT, y là lớp TH</a:t>
            </a:r>
          </a:p>
          <a:p>
            <a:pPr marL="854075" lvl="1" indent="-344488" algn="just" defTabSz="457200">
              <a:lnSpc>
                <a:spcPct val="120000"/>
              </a:lnSpc>
              <a:spcBef>
                <a:spcPts val="600"/>
              </a:spcBef>
              <a:buFont typeface="Wingdings" panose="05000000000000000000" pitchFamily="2" charset="2"/>
              <a:buChar char="§"/>
              <a:defRPr/>
            </a:pPr>
            <a:endParaRPr kumimoji="0" lang="en-US" sz="24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450892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EDD33-35A3-4950-AE06-7A6BB54603B3}"/>
              </a:ext>
            </a:extLst>
          </p:cNvPr>
          <p:cNvSpPr>
            <a:spLocks noGrp="1"/>
          </p:cNvSpPr>
          <p:nvPr>
            <p:ph type="title"/>
          </p:nvPr>
        </p:nvSpPr>
        <p:spPr>
          <a:xfrm>
            <a:off x="838200" y="365126"/>
            <a:ext cx="10515600" cy="996950"/>
          </a:xfrm>
        </p:spPr>
        <p:txBody>
          <a:bodyPr/>
          <a:lstStyle/>
          <a:p>
            <a:r>
              <a:rPr lang="en-US" b="1">
                <a:solidFill>
                  <a:srgbClr val="0070C0"/>
                </a:solidFill>
              </a:rPr>
              <a:t>YÊU CẦU SINH VIÊN</a:t>
            </a:r>
          </a:p>
        </p:txBody>
      </p:sp>
      <p:graphicFrame>
        <p:nvGraphicFramePr>
          <p:cNvPr id="4" name="Diagram 3">
            <a:extLst>
              <a:ext uri="{FF2B5EF4-FFF2-40B4-BE49-F238E27FC236}">
                <a16:creationId xmlns:a16="http://schemas.microsoft.com/office/drawing/2014/main" id="{76EE4369-FDB8-4E64-8FFD-BD97BCC646B7}"/>
              </a:ext>
            </a:extLst>
          </p:cNvPr>
          <p:cNvGraphicFramePr/>
          <p:nvPr>
            <p:extLst>
              <p:ext uri="{D42A27DB-BD31-4B8C-83A1-F6EECF244321}">
                <p14:modId xmlns:p14="http://schemas.microsoft.com/office/powerpoint/2010/main" val="2355672513"/>
              </p:ext>
            </p:extLst>
          </p:nvPr>
        </p:nvGraphicFramePr>
        <p:xfrm>
          <a:off x="700116" y="1704975"/>
          <a:ext cx="10253633" cy="4269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48995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graphicEl>
                                              <a:dgm id="{31AFFC44-43C9-4AF7-9DDF-27C79E774137}"/>
                                            </p:graphicEl>
                                          </p:spTgt>
                                        </p:tgtEl>
                                        <p:attrNameLst>
                                          <p:attrName>style.visibility</p:attrName>
                                        </p:attrNameLst>
                                      </p:cBhvr>
                                      <p:to>
                                        <p:strVal val="visible"/>
                                      </p:to>
                                    </p:set>
                                    <p:animEffect transition="in" filter="wipe(left)">
                                      <p:cBhvr>
                                        <p:cTn id="7" dur="500"/>
                                        <p:tgtEl>
                                          <p:spTgt spid="4">
                                            <p:graphicEl>
                                              <a:dgm id="{31AFFC44-43C9-4AF7-9DDF-27C79E774137}"/>
                                            </p:graphic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graphicEl>
                                              <a:dgm id="{9FEF5D65-D348-4835-9800-4A76293BEDEB}"/>
                                            </p:graphicEl>
                                          </p:spTgt>
                                        </p:tgtEl>
                                        <p:attrNameLst>
                                          <p:attrName>style.visibility</p:attrName>
                                        </p:attrNameLst>
                                      </p:cBhvr>
                                      <p:to>
                                        <p:strVal val="visible"/>
                                      </p:to>
                                    </p:set>
                                    <p:animEffect transition="in" filter="wipe(left)">
                                      <p:cBhvr>
                                        <p:cTn id="10" dur="500"/>
                                        <p:tgtEl>
                                          <p:spTgt spid="4">
                                            <p:graphicEl>
                                              <a:dgm id="{9FEF5D65-D348-4835-9800-4A76293BEDEB}"/>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graphicEl>
                                              <a:dgm id="{72252A5D-AC51-45D2-908A-A7E10A257C0B}"/>
                                            </p:graphicEl>
                                          </p:spTgt>
                                        </p:tgtEl>
                                        <p:attrNameLst>
                                          <p:attrName>style.visibility</p:attrName>
                                        </p:attrNameLst>
                                      </p:cBhvr>
                                      <p:to>
                                        <p:strVal val="visible"/>
                                      </p:to>
                                    </p:set>
                                    <p:animEffect transition="in" filter="wipe(left)">
                                      <p:cBhvr>
                                        <p:cTn id="15" dur="500"/>
                                        <p:tgtEl>
                                          <p:spTgt spid="4">
                                            <p:graphicEl>
                                              <a:dgm id="{72252A5D-AC51-45D2-908A-A7E10A257C0B}"/>
                                            </p:graphic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graphicEl>
                                              <a:dgm id="{136A2697-F9D5-47CB-B71C-C5828985B34F}"/>
                                            </p:graphicEl>
                                          </p:spTgt>
                                        </p:tgtEl>
                                        <p:attrNameLst>
                                          <p:attrName>style.visibility</p:attrName>
                                        </p:attrNameLst>
                                      </p:cBhvr>
                                      <p:to>
                                        <p:strVal val="visible"/>
                                      </p:to>
                                    </p:set>
                                    <p:animEffect transition="in" filter="wipe(left)">
                                      <p:cBhvr>
                                        <p:cTn id="18" dur="500"/>
                                        <p:tgtEl>
                                          <p:spTgt spid="4">
                                            <p:graphicEl>
                                              <a:dgm id="{136A2697-F9D5-47CB-B71C-C5828985B34F}"/>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
                                            <p:graphicEl>
                                              <a:dgm id="{DB1EEA32-8198-4D40-894D-9E716F3B3541}"/>
                                            </p:graphicEl>
                                          </p:spTgt>
                                        </p:tgtEl>
                                        <p:attrNameLst>
                                          <p:attrName>style.visibility</p:attrName>
                                        </p:attrNameLst>
                                      </p:cBhvr>
                                      <p:to>
                                        <p:strVal val="visible"/>
                                      </p:to>
                                    </p:set>
                                    <p:animEffect transition="in" filter="wipe(left)">
                                      <p:cBhvr>
                                        <p:cTn id="23" dur="500"/>
                                        <p:tgtEl>
                                          <p:spTgt spid="4">
                                            <p:graphicEl>
                                              <a:dgm id="{DB1EEA32-8198-4D40-894D-9E716F3B3541}"/>
                                            </p:graphic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
                                            <p:graphicEl>
                                              <a:dgm id="{89FE62F6-35C8-47BF-9BF4-C602A3BBC345}"/>
                                            </p:graphicEl>
                                          </p:spTgt>
                                        </p:tgtEl>
                                        <p:attrNameLst>
                                          <p:attrName>style.visibility</p:attrName>
                                        </p:attrNameLst>
                                      </p:cBhvr>
                                      <p:to>
                                        <p:strVal val="visible"/>
                                      </p:to>
                                    </p:set>
                                    <p:animEffect transition="in" filter="wipe(left)">
                                      <p:cBhvr>
                                        <p:cTn id="26" dur="500"/>
                                        <p:tgtEl>
                                          <p:spTgt spid="4">
                                            <p:graphicEl>
                                              <a:dgm id="{89FE62F6-35C8-47BF-9BF4-C602A3BBC34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Freeform: Shape 70">
            <a:extLst>
              <a:ext uri="{FF2B5EF4-FFF2-40B4-BE49-F238E27FC236}">
                <a16:creationId xmlns:a16="http://schemas.microsoft.com/office/drawing/2014/main" id="{B670DBD5-770C-4383-9F54-5B86E86BD5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0277" y="0"/>
            <a:ext cx="9771446" cy="6858000"/>
          </a:xfrm>
          <a:custGeom>
            <a:avLst/>
            <a:gdLst>
              <a:gd name="connsiteX0" fmla="*/ 1422188 w 9771446"/>
              <a:gd name="connsiteY0" fmla="*/ 0 h 6858000"/>
              <a:gd name="connsiteX1" fmla="*/ 8349258 w 9771446"/>
              <a:gd name="connsiteY1" fmla="*/ 0 h 6858000"/>
              <a:gd name="connsiteX2" fmla="*/ 8502224 w 9771446"/>
              <a:gd name="connsiteY2" fmla="*/ 159673 h 6858000"/>
              <a:gd name="connsiteX3" fmla="*/ 9771446 w 9771446"/>
              <a:gd name="connsiteY3" fmla="*/ 3429001 h 6858000"/>
              <a:gd name="connsiteX4" fmla="*/ 8502224 w 9771446"/>
              <a:gd name="connsiteY4" fmla="*/ 6698330 h 6858000"/>
              <a:gd name="connsiteX5" fmla="*/ 8349260 w 9771446"/>
              <a:gd name="connsiteY5" fmla="*/ 6858000 h 6858000"/>
              <a:gd name="connsiteX6" fmla="*/ 1422186 w 9771446"/>
              <a:gd name="connsiteY6" fmla="*/ 6858000 h 6858000"/>
              <a:gd name="connsiteX7" fmla="*/ 1269223 w 9771446"/>
              <a:gd name="connsiteY7" fmla="*/ 6698330 h 6858000"/>
              <a:gd name="connsiteX8" fmla="*/ 0 w 9771446"/>
              <a:gd name="connsiteY8" fmla="*/ 3429001 h 6858000"/>
              <a:gd name="connsiteX9" fmla="*/ 1269223 w 9771446"/>
              <a:gd name="connsiteY9" fmla="*/ 159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71446" h="6858000">
                <a:moveTo>
                  <a:pt x="1422188" y="0"/>
                </a:moveTo>
                <a:lnTo>
                  <a:pt x="8349258" y="0"/>
                </a:lnTo>
                <a:lnTo>
                  <a:pt x="8502224" y="159673"/>
                </a:lnTo>
                <a:cubicBezTo>
                  <a:pt x="9290813" y="1023162"/>
                  <a:pt x="9771446" y="2170221"/>
                  <a:pt x="9771446" y="3429001"/>
                </a:cubicBezTo>
                <a:cubicBezTo>
                  <a:pt x="9771446" y="4687781"/>
                  <a:pt x="9290813" y="5834840"/>
                  <a:pt x="8502224" y="6698330"/>
                </a:cubicBezTo>
                <a:lnTo>
                  <a:pt x="8349260" y="6858000"/>
                </a:lnTo>
                <a:lnTo>
                  <a:pt x="1422186" y="6858000"/>
                </a:lnTo>
                <a:lnTo>
                  <a:pt x="1269223" y="6698330"/>
                </a:lnTo>
                <a:cubicBezTo>
                  <a:pt x="480633" y="5834840"/>
                  <a:pt x="0" y="4687781"/>
                  <a:pt x="0" y="3429001"/>
                </a:cubicBezTo>
                <a:cubicBezTo>
                  <a:pt x="0" y="2170221"/>
                  <a:pt x="480633" y="1023162"/>
                  <a:pt x="1269223" y="159673"/>
                </a:cubicBezTo>
                <a:close/>
              </a:path>
            </a:pathLst>
          </a:custGeom>
          <a:solidFill>
            <a:schemeClr val="bg1">
              <a:lumMod val="85000"/>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3074" name="Picture 2" descr="Question &amp;amp; Answer stock illustration. Illustration of confusion - 35256989">
            <a:extLst>
              <a:ext uri="{FF2B5EF4-FFF2-40B4-BE49-F238E27FC236}">
                <a16:creationId xmlns:a16="http://schemas.microsoft.com/office/drawing/2014/main" id="{F92590A2-4EBD-400A-80E8-BDF14BF8BB3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655" b="6951"/>
          <a:stretch/>
        </p:blipFill>
        <p:spPr bwMode="auto">
          <a:xfrm>
            <a:off x="1460597" y="10"/>
            <a:ext cx="9270806" cy="6857990"/>
          </a:xfrm>
          <a:custGeom>
            <a:avLst/>
            <a:gdLst/>
            <a:ahLst/>
            <a:cxnLst/>
            <a:rect l="l" t="t" r="r" b="b"/>
            <a:pathLst>
              <a:path w="9270806" h="6858000">
                <a:moveTo>
                  <a:pt x="1503712" y="0"/>
                </a:moveTo>
                <a:lnTo>
                  <a:pt x="7767094" y="0"/>
                </a:lnTo>
                <a:lnTo>
                  <a:pt x="7913128" y="139721"/>
                </a:lnTo>
                <a:cubicBezTo>
                  <a:pt x="8751971" y="981521"/>
                  <a:pt x="9270806" y="2144457"/>
                  <a:pt x="9270806" y="3429000"/>
                </a:cubicBezTo>
                <a:cubicBezTo>
                  <a:pt x="9270806" y="4713544"/>
                  <a:pt x="8751971" y="5876479"/>
                  <a:pt x="7913128" y="6718279"/>
                </a:cubicBezTo>
                <a:lnTo>
                  <a:pt x="7767094" y="6858000"/>
                </a:lnTo>
                <a:lnTo>
                  <a:pt x="1503712" y="6858000"/>
                </a:lnTo>
                <a:lnTo>
                  <a:pt x="1357679" y="6718279"/>
                </a:lnTo>
                <a:cubicBezTo>
                  <a:pt x="518835" y="5876479"/>
                  <a:pt x="0" y="4713544"/>
                  <a:pt x="0" y="3429000"/>
                </a:cubicBezTo>
                <a:cubicBezTo>
                  <a:pt x="0" y="2144457"/>
                  <a:pt x="518835" y="981521"/>
                  <a:pt x="1357679" y="139721"/>
                </a:cubicBezTo>
                <a:close/>
              </a:path>
            </a:pathLst>
          </a:custGeom>
          <a:noFill/>
          <a:extLst>
            <a:ext uri="{909E8E84-426E-40DD-AFC4-6F175D3DCCD1}">
              <a14:hiddenFill xmlns:a14="http://schemas.microsoft.com/office/drawing/2010/main">
                <a:solidFill>
                  <a:srgbClr val="FFFFFF"/>
                </a:solidFill>
              </a14:hiddenFill>
            </a:ext>
          </a:extLst>
        </p:spPr>
      </p:pic>
      <p:sp>
        <p:nvSpPr>
          <p:cNvPr id="4" name="Footer Placeholder 3"/>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Khoa học Tổng quát</a:t>
            </a:r>
          </a:p>
        </p:txBody>
      </p:sp>
      <p:sp>
        <p:nvSpPr>
          <p:cNvPr id="5" name="Slide Number Placeholder 4"/>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B6F15528-21DE-4FAA-801E-634DDDAF4B2B}" type="slidenum">
              <a:rPr kumimoji="0" lang="en-US" sz="1200" b="0" i="0" u="none" strike="noStrike" kern="1200" cap="none" spc="0" normalizeH="0" baseline="0" noProof="0" smtClean="0">
                <a:ln>
                  <a:noFill/>
                </a:ln>
                <a:solidFill>
                  <a:srgbClr val="292934">
                    <a:tint val="75000"/>
                  </a:srgb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US" sz="1200" b="0" i="0" u="none" strike="noStrike" kern="1200" cap="none" spc="0" normalizeH="0" baseline="0" noProof="0">
              <a:ln>
                <a:noFill/>
              </a:ln>
              <a:solidFill>
                <a:srgbClr val="292934">
                  <a:tint val="75000"/>
                </a:srgbClr>
              </a:solidFill>
              <a:effectLst/>
              <a:uLnTx/>
              <a:uFillTx/>
              <a:latin typeface="Arial"/>
              <a:ea typeface="+mn-ea"/>
              <a:cs typeface="+mn-cs"/>
            </a:endParaRPr>
          </a:p>
        </p:txBody>
      </p:sp>
    </p:spTree>
    <p:extLst>
      <p:ext uri="{BB962C8B-B14F-4D97-AF65-F5344CB8AC3E}">
        <p14:creationId xmlns:p14="http://schemas.microsoft.com/office/powerpoint/2010/main" val="38511109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包图主题2">
  <a:themeElements>
    <a:clrScheme name="自定义 190">
      <a:dk1>
        <a:sysClr val="windowText" lastClr="000000"/>
      </a:dk1>
      <a:lt1>
        <a:sysClr val="window" lastClr="FFFFFF"/>
      </a:lt1>
      <a:dk2>
        <a:srgbClr val="44546A"/>
      </a:dk2>
      <a:lt2>
        <a:srgbClr val="E7E6E6"/>
      </a:lt2>
      <a:accent1>
        <a:srgbClr val="DF213B"/>
      </a:accent1>
      <a:accent2>
        <a:srgbClr val="595959"/>
      </a:accent2>
      <a:accent3>
        <a:srgbClr val="DF213B"/>
      </a:accent3>
      <a:accent4>
        <a:srgbClr val="595959"/>
      </a:accent4>
      <a:accent5>
        <a:srgbClr val="DF213B"/>
      </a:accent5>
      <a:accent6>
        <a:srgbClr val="595959"/>
      </a:accent6>
      <a:hlink>
        <a:srgbClr val="DF213B"/>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60CD753C1D6C9419661183C5D1677C3" ma:contentTypeVersion="4" ma:contentTypeDescription="Create a new document." ma:contentTypeScope="" ma:versionID="c5980b69ebcab4ffa719fcc8496b4abb">
  <xsd:schema xmlns:xsd="http://www.w3.org/2001/XMLSchema" xmlns:xs="http://www.w3.org/2001/XMLSchema" xmlns:p="http://schemas.microsoft.com/office/2006/metadata/properties" xmlns:ns2="3498a131-afed-47bd-b7a1-c89bbe150c11" targetNamespace="http://schemas.microsoft.com/office/2006/metadata/properties" ma:root="true" ma:fieldsID="753163a1641a185938d485cac0a483e8" ns2:_="">
    <xsd:import namespace="3498a131-afed-47bd-b7a1-c89bbe150c1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98a131-afed-47bd-b7a1-c89bbe150c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5B95F1-52AB-4BBA-AC15-994EDA76B3A2}">
  <ds:schemaRefs>
    <ds:schemaRef ds:uri="http://schemas.microsoft.com/sharepoint/v3/contenttype/forms"/>
  </ds:schemaRefs>
</ds:datastoreItem>
</file>

<file path=customXml/itemProps2.xml><?xml version="1.0" encoding="utf-8"?>
<ds:datastoreItem xmlns:ds="http://schemas.openxmlformats.org/officeDocument/2006/customXml" ds:itemID="{82CE54CC-E759-42CB-BC23-847105118362}">
  <ds:schemaRefs>
    <ds:schemaRef ds:uri="http://purl.org/dc/elements/1.1/"/>
    <ds:schemaRef ds:uri="http://schemas.microsoft.com/office/infopath/2007/PartnerControls"/>
    <ds:schemaRef ds:uri="http://purl.org/dc/dcmitype/"/>
    <ds:schemaRef ds:uri="3498a131-afed-47bd-b7a1-c89bbe150c11"/>
    <ds:schemaRef ds:uri="http://purl.org/dc/terms/"/>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3318C189-66D8-4321-9F91-366110E900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98a131-afed-47bd-b7a1-c89bbe150c1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011a54b-0a5d-4929-bf02-a00787877c6a}" enabled="0" method="" siteId="{3011a54b-0a5d-4929-bf02-a00787877c6a}" removed="1"/>
</clbl:labelList>
</file>

<file path=docProps/app.xml><?xml version="1.0" encoding="utf-8"?>
<Properties xmlns="http://schemas.openxmlformats.org/officeDocument/2006/extended-properties" xmlns:vt="http://schemas.openxmlformats.org/officeDocument/2006/docPropsVTypes">
  <Template>包图主题2</Template>
  <TotalTime>3651</TotalTime>
  <Words>1021</Words>
  <Application>Microsoft Office PowerPoint</Application>
  <PresentationFormat>Widescreen</PresentationFormat>
  <Paragraphs>144</Paragraphs>
  <Slides>9</Slides>
  <Notes>4</Notes>
  <HiddenSlides>0</HiddenSlides>
  <MMClips>1</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9</vt:i4>
      </vt:variant>
    </vt:vector>
  </HeadingPairs>
  <TitlesOfParts>
    <vt:vector size="21" baseType="lpstr">
      <vt:lpstr>等线</vt:lpstr>
      <vt:lpstr>微软雅黑</vt:lpstr>
      <vt:lpstr>Aptos</vt:lpstr>
      <vt:lpstr>Arial</vt:lpstr>
      <vt:lpstr>Calibri</vt:lpstr>
      <vt:lpstr>Calibri Light</vt:lpstr>
      <vt:lpstr>Cambria</vt:lpstr>
      <vt:lpstr>Times New Roman</vt:lpstr>
      <vt:lpstr>Wingdings</vt:lpstr>
      <vt:lpstr>包图主题2</vt:lpstr>
      <vt:lpstr>Office Theme</vt:lpstr>
      <vt:lpstr>2_Office Theme</vt:lpstr>
      <vt:lpstr>PowerPoint Presentation</vt:lpstr>
      <vt:lpstr>KẾ HOẠCH GIẢNG DẠY VÀ HỌC TẬP</vt:lpstr>
      <vt:lpstr>KẾ HOẠCH GIẢNG DẠY VÀ HỌC TẬP</vt:lpstr>
      <vt:lpstr>LỊCH TRÌNH GIẢNG DẠY VÀ HỌC TẬP</vt:lpstr>
      <vt:lpstr>ĐÁNH GIÁ</vt:lpstr>
      <vt:lpstr>GIÁO TRÌNH - TÀI LIỆU THAM KHẢO</vt:lpstr>
      <vt:lpstr>GIỚI THIỆU TRANG ELEARNING</vt:lpstr>
      <vt:lpstr>YÊU CẦU SINH VIÊN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Phụng Bui</dc:creator>
  <cp:lastModifiedBy>Bùi Minh Phụng - Khoa Công nghệ Thông tin - VLTECH</cp:lastModifiedBy>
  <cp:revision>219</cp:revision>
  <dcterms:created xsi:type="dcterms:W3CDTF">2017-09-22T08:16:39Z</dcterms:created>
  <dcterms:modified xsi:type="dcterms:W3CDTF">2025-09-09T01:06:30Z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0x010100860CD753C1D6C9419661183C5D1677C3</vt:lpwstr>
  </property>
</Properties>
</file>